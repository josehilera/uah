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17"/>
  </p:notesMasterIdLst>
  <p:sldIdLst>
    <p:sldId id="314" r:id="rId3"/>
    <p:sldId id="388" r:id="rId4"/>
    <p:sldId id="496" r:id="rId5"/>
    <p:sldId id="495" r:id="rId6"/>
    <p:sldId id="498" r:id="rId7"/>
    <p:sldId id="506" r:id="rId8"/>
    <p:sldId id="497" r:id="rId9"/>
    <p:sldId id="508" r:id="rId10"/>
    <p:sldId id="500" r:id="rId11"/>
    <p:sldId id="512" r:id="rId12"/>
    <p:sldId id="510" r:id="rId13"/>
    <p:sldId id="511" r:id="rId14"/>
    <p:sldId id="504" r:id="rId15"/>
    <p:sldId id="452" r:id="rId1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138" autoAdjust="0"/>
    <p:restoredTop sz="94434" autoAdjust="0"/>
  </p:normalViewPr>
  <p:slideViewPr>
    <p:cSldViewPr snapToGrid="0">
      <p:cViewPr varScale="1">
        <p:scale>
          <a:sx n="68" d="100"/>
          <a:sy n="68" d="100"/>
        </p:scale>
        <p:origin x="754" y="72"/>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6AAF79-50E4-4F61-879D-C200B8B02504}"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s-ES"/>
        </a:p>
      </dgm:t>
    </dgm:pt>
    <dgm:pt modelId="{CE76315D-8536-4B9C-BBDE-881238BC1616}">
      <dgm:prSet phldrT="[Texto]" custT="1"/>
      <dgm:spPr>
        <a:solidFill>
          <a:schemeClr val="accent1">
            <a:lumMod val="75000"/>
          </a:schemeClr>
        </a:solidFill>
      </dgm:spPr>
      <dgm:t>
        <a:bodyPr/>
        <a:lstStyle/>
        <a:p>
          <a:r>
            <a:rPr lang="es-ES" sz="1600" dirty="0"/>
            <a:t>RD 1112/2018</a:t>
          </a:r>
        </a:p>
      </dgm:t>
    </dgm:pt>
    <dgm:pt modelId="{CD06BD29-FF06-4B1D-95CF-158399217F18}" type="parTrans" cxnId="{897457FF-47E8-4804-B360-8860D2827602}">
      <dgm:prSet/>
      <dgm:spPr/>
      <dgm:t>
        <a:bodyPr/>
        <a:lstStyle/>
        <a:p>
          <a:endParaRPr lang="es-ES" sz="1600"/>
        </a:p>
      </dgm:t>
    </dgm:pt>
    <dgm:pt modelId="{E8F1A778-55B6-4EF2-BB4B-2337B233D7F9}" type="sibTrans" cxnId="{897457FF-47E8-4804-B360-8860D2827602}">
      <dgm:prSet/>
      <dgm:spPr/>
      <dgm:t>
        <a:bodyPr/>
        <a:lstStyle/>
        <a:p>
          <a:endParaRPr lang="es-ES" sz="1600"/>
        </a:p>
      </dgm:t>
    </dgm:pt>
    <dgm:pt modelId="{75BC786D-C9B0-4057-99C3-91687D96C045}">
      <dgm:prSet phldrT="[Texto]" custT="1"/>
      <dgm:spPr>
        <a:solidFill>
          <a:schemeClr val="accent1">
            <a:lumMod val="75000"/>
          </a:schemeClr>
        </a:solidFill>
      </dgm:spPr>
      <dgm:t>
        <a:bodyPr/>
        <a:lstStyle/>
        <a:p>
          <a:r>
            <a:rPr lang="es-ES" sz="1600" dirty="0"/>
            <a:t>Directiva (UE) 2016/2102</a:t>
          </a:r>
        </a:p>
      </dgm:t>
    </dgm:pt>
    <dgm:pt modelId="{A7B46A97-3190-4D29-86E5-FCA0B3C8985B}" type="parTrans" cxnId="{1CE61808-BD17-486B-A02B-C3453283D92F}">
      <dgm:prSet custT="1"/>
      <dgm:spPr/>
      <dgm:t>
        <a:bodyPr/>
        <a:lstStyle/>
        <a:p>
          <a:endParaRPr lang="es-ES" sz="1600"/>
        </a:p>
      </dgm:t>
    </dgm:pt>
    <dgm:pt modelId="{FB838671-F3C7-4FCA-AA09-4496329E0018}" type="sibTrans" cxnId="{1CE61808-BD17-486B-A02B-C3453283D92F}">
      <dgm:prSet/>
      <dgm:spPr/>
      <dgm:t>
        <a:bodyPr/>
        <a:lstStyle/>
        <a:p>
          <a:endParaRPr lang="es-ES" sz="1600"/>
        </a:p>
      </dgm:t>
    </dgm:pt>
    <dgm:pt modelId="{5534EA82-D2A1-457D-ADD5-5EF2CD7E0F71}">
      <dgm:prSet phldrT="[Texto]" custT="1"/>
      <dgm:spPr>
        <a:solidFill>
          <a:schemeClr val="accent1">
            <a:lumMod val="75000"/>
          </a:schemeClr>
        </a:solidFill>
      </dgm:spPr>
      <dgm:t>
        <a:bodyPr/>
        <a:lstStyle/>
        <a:p>
          <a:r>
            <a:rPr lang="es-ES" sz="1600" dirty="0"/>
            <a:t>Decisión (UE) 2018/1524 </a:t>
          </a:r>
        </a:p>
      </dgm:t>
    </dgm:pt>
    <dgm:pt modelId="{473CA895-2317-40B2-8DB2-F06BF0E869D9}" type="parTrans" cxnId="{54B16521-7CE3-41E4-A1C7-CA4F524938A9}">
      <dgm:prSet custT="1"/>
      <dgm:spPr/>
      <dgm:t>
        <a:bodyPr/>
        <a:lstStyle/>
        <a:p>
          <a:endParaRPr lang="es-ES" sz="1600"/>
        </a:p>
      </dgm:t>
    </dgm:pt>
    <dgm:pt modelId="{5AF2BEB0-245D-47DC-9C9D-385655FB8AEB}" type="sibTrans" cxnId="{54B16521-7CE3-41E4-A1C7-CA4F524938A9}">
      <dgm:prSet/>
      <dgm:spPr/>
      <dgm:t>
        <a:bodyPr/>
        <a:lstStyle/>
        <a:p>
          <a:endParaRPr lang="es-ES" sz="1600"/>
        </a:p>
      </dgm:t>
    </dgm:pt>
    <dgm:pt modelId="{54DE76D6-DB5A-475E-963E-E20057629FA4}">
      <dgm:prSet custT="1"/>
      <dgm:spPr>
        <a:solidFill>
          <a:schemeClr val="accent1">
            <a:lumMod val="75000"/>
          </a:schemeClr>
        </a:solidFill>
      </dgm:spPr>
      <dgm:t>
        <a:bodyPr/>
        <a:lstStyle/>
        <a:p>
          <a:r>
            <a:rPr lang="es-ES" sz="1600" dirty="0"/>
            <a:t>UNE-EN 301549: 2022</a:t>
          </a:r>
        </a:p>
      </dgm:t>
    </dgm:pt>
    <dgm:pt modelId="{366FAEFA-297E-42CE-AB24-D23F4F9D2DD5}" type="parTrans" cxnId="{053AB832-3D5F-4366-8759-36E0F4E64CF3}">
      <dgm:prSet custT="1"/>
      <dgm:spPr/>
      <dgm:t>
        <a:bodyPr/>
        <a:lstStyle/>
        <a:p>
          <a:endParaRPr lang="es-ES" sz="1600"/>
        </a:p>
      </dgm:t>
    </dgm:pt>
    <dgm:pt modelId="{C7BA8345-1C30-4B70-838A-AE4D09AE9CEB}" type="sibTrans" cxnId="{053AB832-3D5F-4366-8759-36E0F4E64CF3}">
      <dgm:prSet/>
      <dgm:spPr/>
      <dgm:t>
        <a:bodyPr/>
        <a:lstStyle/>
        <a:p>
          <a:endParaRPr lang="es-ES" sz="1600"/>
        </a:p>
      </dgm:t>
    </dgm:pt>
    <dgm:pt modelId="{12473625-7AFF-4A98-958B-9DD6DC58D296}">
      <dgm:prSet custT="1"/>
      <dgm:spPr>
        <a:solidFill>
          <a:schemeClr val="accent1">
            <a:lumMod val="75000"/>
          </a:schemeClr>
        </a:solidFill>
      </dgm:spPr>
      <dgm:t>
        <a:bodyPr/>
        <a:lstStyle/>
        <a:p>
          <a:r>
            <a:rPr lang="es-ES" sz="1600" dirty="0"/>
            <a:t>EN 301549 V3.2.1</a:t>
          </a:r>
        </a:p>
      </dgm:t>
    </dgm:pt>
    <dgm:pt modelId="{59C0B86A-498B-449D-9F72-180DE554EB07}" type="parTrans" cxnId="{F478D912-3482-433C-8D14-F7FFADAAA06E}">
      <dgm:prSet custT="1"/>
      <dgm:spPr/>
      <dgm:t>
        <a:bodyPr/>
        <a:lstStyle/>
        <a:p>
          <a:endParaRPr lang="es-ES" sz="1600"/>
        </a:p>
      </dgm:t>
    </dgm:pt>
    <dgm:pt modelId="{EF386531-CAD2-427B-9538-FADA49FF6807}" type="sibTrans" cxnId="{F478D912-3482-433C-8D14-F7FFADAAA06E}">
      <dgm:prSet/>
      <dgm:spPr/>
      <dgm:t>
        <a:bodyPr/>
        <a:lstStyle/>
        <a:p>
          <a:endParaRPr lang="es-ES" sz="1600"/>
        </a:p>
      </dgm:t>
    </dgm:pt>
    <dgm:pt modelId="{7803BB2F-62B5-461A-A357-38BCC2623292}">
      <dgm:prSet custT="1"/>
      <dgm:spPr>
        <a:solidFill>
          <a:schemeClr val="accent1">
            <a:lumMod val="75000"/>
          </a:schemeClr>
        </a:solidFill>
      </dgm:spPr>
      <dgm:t>
        <a:bodyPr/>
        <a:lstStyle/>
        <a:p>
          <a:r>
            <a:rPr lang="es-ES" sz="1600" dirty="0"/>
            <a:t>WCAG 2.1</a:t>
          </a:r>
        </a:p>
      </dgm:t>
    </dgm:pt>
    <dgm:pt modelId="{F834F8A1-4E58-40BE-9E28-9B8165D32A07}" type="parTrans" cxnId="{6109770B-9B4F-4D84-9443-3AE97062DD64}">
      <dgm:prSet custT="1"/>
      <dgm:spPr/>
      <dgm:t>
        <a:bodyPr/>
        <a:lstStyle/>
        <a:p>
          <a:endParaRPr lang="es-ES" sz="1600"/>
        </a:p>
      </dgm:t>
    </dgm:pt>
    <dgm:pt modelId="{E5622EA6-1AC0-4E7E-9FFB-258D1BE7C8D7}" type="sibTrans" cxnId="{6109770B-9B4F-4D84-9443-3AE97062DD64}">
      <dgm:prSet/>
      <dgm:spPr/>
      <dgm:t>
        <a:bodyPr/>
        <a:lstStyle/>
        <a:p>
          <a:endParaRPr lang="es-ES" sz="1600"/>
        </a:p>
      </dgm:t>
    </dgm:pt>
    <dgm:pt modelId="{CB0F85AE-AAFE-4CF4-91CC-BE43F2E5A63F}">
      <dgm:prSet phldrT="[Texto]" custT="1"/>
      <dgm:spPr>
        <a:solidFill>
          <a:schemeClr val="accent1">
            <a:lumMod val="75000"/>
          </a:schemeClr>
        </a:solidFill>
      </dgm:spPr>
      <dgm:t>
        <a:bodyPr/>
        <a:lstStyle/>
        <a:p>
          <a:r>
            <a:rPr lang="es-ES" sz="1600" dirty="0"/>
            <a:t>LGDPDIS 2013</a:t>
          </a:r>
        </a:p>
      </dgm:t>
    </dgm:pt>
    <dgm:pt modelId="{2E3C39DA-00F9-4F20-AAA8-D8DF34B1CB49}" type="parTrans" cxnId="{C007937F-B392-4D5B-BA79-25D977EA2459}">
      <dgm:prSet custT="1"/>
      <dgm:spPr/>
      <dgm:t>
        <a:bodyPr/>
        <a:lstStyle/>
        <a:p>
          <a:endParaRPr lang="es-ES" sz="1600"/>
        </a:p>
      </dgm:t>
    </dgm:pt>
    <dgm:pt modelId="{631423A2-101F-46A8-9D74-AC573C811D34}" type="sibTrans" cxnId="{C007937F-B392-4D5B-BA79-25D977EA2459}">
      <dgm:prSet/>
      <dgm:spPr/>
      <dgm:t>
        <a:bodyPr/>
        <a:lstStyle/>
        <a:p>
          <a:endParaRPr lang="es-ES" sz="1600"/>
        </a:p>
      </dgm:t>
    </dgm:pt>
    <dgm:pt modelId="{8670ADC0-E0E9-4AE0-8688-C430B4331C10}">
      <dgm:prSet phldrT="[Texto]" custT="1"/>
      <dgm:spPr>
        <a:solidFill>
          <a:schemeClr val="accent1">
            <a:lumMod val="75000"/>
          </a:schemeClr>
        </a:solidFill>
      </dgm:spPr>
      <dgm:t>
        <a:bodyPr/>
        <a:lstStyle/>
        <a:p>
          <a:r>
            <a:rPr lang="es-ES" sz="1600" dirty="0"/>
            <a:t>Decisión (UE) 2018/1523 </a:t>
          </a:r>
        </a:p>
      </dgm:t>
    </dgm:pt>
    <dgm:pt modelId="{17955EEC-2CCF-4C10-ADE7-D845F8D7B0B2}" type="parTrans" cxnId="{5C9DD963-5678-425C-B916-13F0205409FA}">
      <dgm:prSet custT="1"/>
      <dgm:spPr/>
      <dgm:t>
        <a:bodyPr/>
        <a:lstStyle/>
        <a:p>
          <a:endParaRPr lang="es-ES" sz="1600"/>
        </a:p>
      </dgm:t>
    </dgm:pt>
    <dgm:pt modelId="{1864C874-509B-48A1-A4BD-89B08E8213FD}" type="sibTrans" cxnId="{5C9DD963-5678-425C-B916-13F0205409FA}">
      <dgm:prSet/>
      <dgm:spPr/>
      <dgm:t>
        <a:bodyPr/>
        <a:lstStyle/>
        <a:p>
          <a:endParaRPr lang="es-ES" sz="1600"/>
        </a:p>
      </dgm:t>
    </dgm:pt>
    <dgm:pt modelId="{0F144248-D5A8-4558-844D-1B45B5623582}" type="pres">
      <dgm:prSet presAssocID="{D46AAF79-50E4-4F61-879D-C200B8B02504}" presName="diagram" presStyleCnt="0">
        <dgm:presLayoutVars>
          <dgm:chPref val="1"/>
          <dgm:dir/>
          <dgm:animOne val="branch"/>
          <dgm:animLvl val="lvl"/>
          <dgm:resizeHandles val="exact"/>
        </dgm:presLayoutVars>
      </dgm:prSet>
      <dgm:spPr/>
    </dgm:pt>
    <dgm:pt modelId="{9A3B0E62-AD9C-4D83-BE5C-CFD0B568AF58}" type="pres">
      <dgm:prSet presAssocID="{CE76315D-8536-4B9C-BBDE-881238BC1616}" presName="root1" presStyleCnt="0"/>
      <dgm:spPr/>
    </dgm:pt>
    <dgm:pt modelId="{A62F7301-B2C4-4C99-8BD8-C01B59A56A65}" type="pres">
      <dgm:prSet presAssocID="{CE76315D-8536-4B9C-BBDE-881238BC1616}" presName="LevelOneTextNode" presStyleLbl="node0" presStyleIdx="0" presStyleCnt="1">
        <dgm:presLayoutVars>
          <dgm:chPref val="3"/>
        </dgm:presLayoutVars>
      </dgm:prSet>
      <dgm:spPr/>
    </dgm:pt>
    <dgm:pt modelId="{89B2ADA2-B995-4E99-8357-B04059703365}" type="pres">
      <dgm:prSet presAssocID="{CE76315D-8536-4B9C-BBDE-881238BC1616}" presName="level2hierChild" presStyleCnt="0"/>
      <dgm:spPr/>
    </dgm:pt>
    <dgm:pt modelId="{901114F2-8319-4FE9-9423-6A51D2CD0D15}" type="pres">
      <dgm:prSet presAssocID="{A7B46A97-3190-4D29-86E5-FCA0B3C8985B}" presName="conn2-1" presStyleLbl="parChTrans1D2" presStyleIdx="0" presStyleCnt="5"/>
      <dgm:spPr/>
    </dgm:pt>
    <dgm:pt modelId="{0ACFCAED-F3DD-41E8-8C6C-A524D4A098B7}" type="pres">
      <dgm:prSet presAssocID="{A7B46A97-3190-4D29-86E5-FCA0B3C8985B}" presName="connTx" presStyleLbl="parChTrans1D2" presStyleIdx="0" presStyleCnt="5"/>
      <dgm:spPr/>
    </dgm:pt>
    <dgm:pt modelId="{BA2BCA75-CA84-4F55-A908-D8FB2891F66A}" type="pres">
      <dgm:prSet presAssocID="{75BC786D-C9B0-4057-99C3-91687D96C045}" presName="root2" presStyleCnt="0"/>
      <dgm:spPr/>
    </dgm:pt>
    <dgm:pt modelId="{913AF7EE-3ED0-40B9-BDD8-20BB5086CE56}" type="pres">
      <dgm:prSet presAssocID="{75BC786D-C9B0-4057-99C3-91687D96C045}" presName="LevelTwoTextNode" presStyleLbl="node2" presStyleIdx="0" presStyleCnt="5">
        <dgm:presLayoutVars>
          <dgm:chPref val="3"/>
        </dgm:presLayoutVars>
      </dgm:prSet>
      <dgm:spPr/>
    </dgm:pt>
    <dgm:pt modelId="{FC4A3360-91BF-4866-BDA8-E147F22FFC3C}" type="pres">
      <dgm:prSet presAssocID="{75BC786D-C9B0-4057-99C3-91687D96C045}" presName="level3hierChild" presStyleCnt="0"/>
      <dgm:spPr/>
    </dgm:pt>
    <dgm:pt modelId="{533066C6-35A7-42C8-B9AD-A3D244034B49}" type="pres">
      <dgm:prSet presAssocID="{366FAEFA-297E-42CE-AB24-D23F4F9D2DD5}" presName="conn2-1" presStyleLbl="parChTrans1D2" presStyleIdx="1" presStyleCnt="5"/>
      <dgm:spPr/>
    </dgm:pt>
    <dgm:pt modelId="{83E14989-555F-4BE4-9AA5-84368C9E35DA}" type="pres">
      <dgm:prSet presAssocID="{366FAEFA-297E-42CE-AB24-D23F4F9D2DD5}" presName="connTx" presStyleLbl="parChTrans1D2" presStyleIdx="1" presStyleCnt="5"/>
      <dgm:spPr/>
    </dgm:pt>
    <dgm:pt modelId="{86BEC5CC-89E4-4847-9E44-9E2C05225FE0}" type="pres">
      <dgm:prSet presAssocID="{54DE76D6-DB5A-475E-963E-E20057629FA4}" presName="root2" presStyleCnt="0"/>
      <dgm:spPr/>
    </dgm:pt>
    <dgm:pt modelId="{620403AC-5DE8-479E-8430-F2CDB6B9BD81}" type="pres">
      <dgm:prSet presAssocID="{54DE76D6-DB5A-475E-963E-E20057629FA4}" presName="LevelTwoTextNode" presStyleLbl="node2" presStyleIdx="1" presStyleCnt="5" custLinFactNeighborX="-1764" custLinFactNeighborY="-1764">
        <dgm:presLayoutVars>
          <dgm:chPref val="3"/>
        </dgm:presLayoutVars>
      </dgm:prSet>
      <dgm:spPr/>
    </dgm:pt>
    <dgm:pt modelId="{3B2EECE1-F3DE-4033-ADC0-429675A40FD3}" type="pres">
      <dgm:prSet presAssocID="{54DE76D6-DB5A-475E-963E-E20057629FA4}" presName="level3hierChild" presStyleCnt="0"/>
      <dgm:spPr/>
    </dgm:pt>
    <dgm:pt modelId="{8DC837CE-DFD7-4AC0-A949-9FA1268958C5}" type="pres">
      <dgm:prSet presAssocID="{59C0B86A-498B-449D-9F72-180DE554EB07}" presName="conn2-1" presStyleLbl="parChTrans1D3" presStyleIdx="0" presStyleCnt="2"/>
      <dgm:spPr/>
    </dgm:pt>
    <dgm:pt modelId="{D01CAB6C-5AC4-4B8B-9E51-1F591EF47C6C}" type="pres">
      <dgm:prSet presAssocID="{59C0B86A-498B-449D-9F72-180DE554EB07}" presName="connTx" presStyleLbl="parChTrans1D3" presStyleIdx="0" presStyleCnt="2"/>
      <dgm:spPr/>
    </dgm:pt>
    <dgm:pt modelId="{F3659B0F-6178-4F50-83B7-A107B99269BF}" type="pres">
      <dgm:prSet presAssocID="{12473625-7AFF-4A98-958B-9DD6DC58D296}" presName="root2" presStyleCnt="0"/>
      <dgm:spPr/>
    </dgm:pt>
    <dgm:pt modelId="{8D036161-B105-4E6C-BC4D-2C220ECFF4FE}" type="pres">
      <dgm:prSet presAssocID="{12473625-7AFF-4A98-958B-9DD6DC58D296}" presName="LevelTwoTextNode" presStyleLbl="node3" presStyleIdx="0" presStyleCnt="2">
        <dgm:presLayoutVars>
          <dgm:chPref val="3"/>
        </dgm:presLayoutVars>
      </dgm:prSet>
      <dgm:spPr/>
    </dgm:pt>
    <dgm:pt modelId="{828FB96C-E4D9-4666-B0E3-AC733337CBE2}" type="pres">
      <dgm:prSet presAssocID="{12473625-7AFF-4A98-958B-9DD6DC58D296}" presName="level3hierChild" presStyleCnt="0"/>
      <dgm:spPr/>
    </dgm:pt>
    <dgm:pt modelId="{2BCD37E3-E988-4C92-B987-A40E56FBDC59}" type="pres">
      <dgm:prSet presAssocID="{F834F8A1-4E58-40BE-9E28-9B8165D32A07}" presName="conn2-1" presStyleLbl="parChTrans1D3" presStyleIdx="1" presStyleCnt="2"/>
      <dgm:spPr/>
    </dgm:pt>
    <dgm:pt modelId="{DF759DD6-08BC-40CC-9975-0182385526B0}" type="pres">
      <dgm:prSet presAssocID="{F834F8A1-4E58-40BE-9E28-9B8165D32A07}" presName="connTx" presStyleLbl="parChTrans1D3" presStyleIdx="1" presStyleCnt="2"/>
      <dgm:spPr/>
    </dgm:pt>
    <dgm:pt modelId="{BC6F26E3-3772-46D4-A49A-4D51FA469ABF}" type="pres">
      <dgm:prSet presAssocID="{7803BB2F-62B5-461A-A357-38BCC2623292}" presName="root2" presStyleCnt="0"/>
      <dgm:spPr/>
    </dgm:pt>
    <dgm:pt modelId="{15588B85-A568-45D7-B1C9-A334144688C2}" type="pres">
      <dgm:prSet presAssocID="{7803BB2F-62B5-461A-A357-38BCC2623292}" presName="LevelTwoTextNode" presStyleLbl="node3" presStyleIdx="1" presStyleCnt="2">
        <dgm:presLayoutVars>
          <dgm:chPref val="3"/>
        </dgm:presLayoutVars>
      </dgm:prSet>
      <dgm:spPr/>
    </dgm:pt>
    <dgm:pt modelId="{4A823979-CE1F-4BD2-AD92-3B5D7C200C33}" type="pres">
      <dgm:prSet presAssocID="{7803BB2F-62B5-461A-A357-38BCC2623292}" presName="level3hierChild" presStyleCnt="0"/>
      <dgm:spPr/>
    </dgm:pt>
    <dgm:pt modelId="{775F9A38-BC93-4E52-82A2-89ECE2E3C727}" type="pres">
      <dgm:prSet presAssocID="{473CA895-2317-40B2-8DB2-F06BF0E869D9}" presName="conn2-1" presStyleLbl="parChTrans1D2" presStyleIdx="2" presStyleCnt="5"/>
      <dgm:spPr/>
    </dgm:pt>
    <dgm:pt modelId="{82B3C7F5-6FB5-472C-916C-C3231DF6B0C9}" type="pres">
      <dgm:prSet presAssocID="{473CA895-2317-40B2-8DB2-F06BF0E869D9}" presName="connTx" presStyleLbl="parChTrans1D2" presStyleIdx="2" presStyleCnt="5"/>
      <dgm:spPr/>
    </dgm:pt>
    <dgm:pt modelId="{C1B4DCE4-789F-4AA0-ABDE-C11A18745BF6}" type="pres">
      <dgm:prSet presAssocID="{5534EA82-D2A1-457D-ADD5-5EF2CD7E0F71}" presName="root2" presStyleCnt="0"/>
      <dgm:spPr/>
    </dgm:pt>
    <dgm:pt modelId="{AB3DBA34-EB94-4FF4-B615-33B9D97F84CA}" type="pres">
      <dgm:prSet presAssocID="{5534EA82-D2A1-457D-ADD5-5EF2CD7E0F71}" presName="LevelTwoTextNode" presStyleLbl="node2" presStyleIdx="2" presStyleCnt="5">
        <dgm:presLayoutVars>
          <dgm:chPref val="3"/>
        </dgm:presLayoutVars>
      </dgm:prSet>
      <dgm:spPr/>
    </dgm:pt>
    <dgm:pt modelId="{63531402-F024-4A51-A006-490F55912D48}" type="pres">
      <dgm:prSet presAssocID="{5534EA82-D2A1-457D-ADD5-5EF2CD7E0F71}" presName="level3hierChild" presStyleCnt="0"/>
      <dgm:spPr/>
    </dgm:pt>
    <dgm:pt modelId="{6274C5CA-1869-4107-850C-5D2295919E1D}" type="pres">
      <dgm:prSet presAssocID="{17955EEC-2CCF-4C10-ADE7-D845F8D7B0B2}" presName="conn2-1" presStyleLbl="parChTrans1D2" presStyleIdx="3" presStyleCnt="5"/>
      <dgm:spPr/>
    </dgm:pt>
    <dgm:pt modelId="{6983CF3E-3727-4DF6-854B-515263417FDA}" type="pres">
      <dgm:prSet presAssocID="{17955EEC-2CCF-4C10-ADE7-D845F8D7B0B2}" presName="connTx" presStyleLbl="parChTrans1D2" presStyleIdx="3" presStyleCnt="5"/>
      <dgm:spPr/>
    </dgm:pt>
    <dgm:pt modelId="{5FB639C9-F237-4365-8EB9-5595BFF41895}" type="pres">
      <dgm:prSet presAssocID="{8670ADC0-E0E9-4AE0-8688-C430B4331C10}" presName="root2" presStyleCnt="0"/>
      <dgm:spPr/>
    </dgm:pt>
    <dgm:pt modelId="{E89BB9D3-389D-4585-A35E-12DCAA96933B}" type="pres">
      <dgm:prSet presAssocID="{8670ADC0-E0E9-4AE0-8688-C430B4331C10}" presName="LevelTwoTextNode" presStyleLbl="node2" presStyleIdx="3" presStyleCnt="5">
        <dgm:presLayoutVars>
          <dgm:chPref val="3"/>
        </dgm:presLayoutVars>
      </dgm:prSet>
      <dgm:spPr/>
    </dgm:pt>
    <dgm:pt modelId="{E65DF5B9-81E2-4A4F-9F9A-7B87C5CDAE93}" type="pres">
      <dgm:prSet presAssocID="{8670ADC0-E0E9-4AE0-8688-C430B4331C10}" presName="level3hierChild" presStyleCnt="0"/>
      <dgm:spPr/>
    </dgm:pt>
    <dgm:pt modelId="{1BC7ED3C-9A81-464C-B9FC-303FA816FD87}" type="pres">
      <dgm:prSet presAssocID="{2E3C39DA-00F9-4F20-AAA8-D8DF34B1CB49}" presName="conn2-1" presStyleLbl="parChTrans1D2" presStyleIdx="4" presStyleCnt="5"/>
      <dgm:spPr/>
    </dgm:pt>
    <dgm:pt modelId="{121F2A9E-2206-4822-A999-591922FF1CC4}" type="pres">
      <dgm:prSet presAssocID="{2E3C39DA-00F9-4F20-AAA8-D8DF34B1CB49}" presName="connTx" presStyleLbl="parChTrans1D2" presStyleIdx="4" presStyleCnt="5"/>
      <dgm:spPr/>
    </dgm:pt>
    <dgm:pt modelId="{DD9A759B-FD34-4EAE-84CD-87DF06EA3AFC}" type="pres">
      <dgm:prSet presAssocID="{CB0F85AE-AAFE-4CF4-91CC-BE43F2E5A63F}" presName="root2" presStyleCnt="0"/>
      <dgm:spPr/>
    </dgm:pt>
    <dgm:pt modelId="{C78910E1-F7CD-4789-90A1-DB92AE95B4AB}" type="pres">
      <dgm:prSet presAssocID="{CB0F85AE-AAFE-4CF4-91CC-BE43F2E5A63F}" presName="LevelTwoTextNode" presStyleLbl="node2" presStyleIdx="4" presStyleCnt="5">
        <dgm:presLayoutVars>
          <dgm:chPref val="3"/>
        </dgm:presLayoutVars>
      </dgm:prSet>
      <dgm:spPr/>
    </dgm:pt>
    <dgm:pt modelId="{A611DC9D-A26E-4A21-8CD1-D725B6933AF2}" type="pres">
      <dgm:prSet presAssocID="{CB0F85AE-AAFE-4CF4-91CC-BE43F2E5A63F}" presName="level3hierChild" presStyleCnt="0"/>
      <dgm:spPr/>
    </dgm:pt>
  </dgm:ptLst>
  <dgm:cxnLst>
    <dgm:cxn modelId="{D278CA03-7F23-421D-800F-10C060F58BD6}" type="presOf" srcId="{473CA895-2317-40B2-8DB2-F06BF0E869D9}" destId="{82B3C7F5-6FB5-472C-916C-C3231DF6B0C9}" srcOrd="1" destOrd="0" presId="urn:microsoft.com/office/officeart/2005/8/layout/hierarchy2"/>
    <dgm:cxn modelId="{B272EF07-3EF7-41E2-A26B-617E4099EEDE}" type="presOf" srcId="{A7B46A97-3190-4D29-86E5-FCA0B3C8985B}" destId="{901114F2-8319-4FE9-9423-6A51D2CD0D15}" srcOrd="0" destOrd="0" presId="urn:microsoft.com/office/officeart/2005/8/layout/hierarchy2"/>
    <dgm:cxn modelId="{1CE61808-BD17-486B-A02B-C3453283D92F}" srcId="{CE76315D-8536-4B9C-BBDE-881238BC1616}" destId="{75BC786D-C9B0-4057-99C3-91687D96C045}" srcOrd="0" destOrd="0" parTransId="{A7B46A97-3190-4D29-86E5-FCA0B3C8985B}" sibTransId="{FB838671-F3C7-4FCA-AA09-4496329E0018}"/>
    <dgm:cxn modelId="{6109770B-9B4F-4D84-9443-3AE97062DD64}" srcId="{54DE76D6-DB5A-475E-963E-E20057629FA4}" destId="{7803BB2F-62B5-461A-A357-38BCC2623292}" srcOrd="1" destOrd="0" parTransId="{F834F8A1-4E58-40BE-9E28-9B8165D32A07}" sibTransId="{E5622EA6-1AC0-4E7E-9FFB-258D1BE7C8D7}"/>
    <dgm:cxn modelId="{F478D912-3482-433C-8D14-F7FFADAAA06E}" srcId="{54DE76D6-DB5A-475E-963E-E20057629FA4}" destId="{12473625-7AFF-4A98-958B-9DD6DC58D296}" srcOrd="0" destOrd="0" parTransId="{59C0B86A-498B-449D-9F72-180DE554EB07}" sibTransId="{EF386531-CAD2-427B-9538-FADA49FF6807}"/>
    <dgm:cxn modelId="{54B16521-7CE3-41E4-A1C7-CA4F524938A9}" srcId="{CE76315D-8536-4B9C-BBDE-881238BC1616}" destId="{5534EA82-D2A1-457D-ADD5-5EF2CD7E0F71}" srcOrd="2" destOrd="0" parTransId="{473CA895-2317-40B2-8DB2-F06BF0E869D9}" sibTransId="{5AF2BEB0-245D-47DC-9C9D-385655FB8AEB}"/>
    <dgm:cxn modelId="{7250CC26-05C5-4CC5-B2A9-BDDF41D59AD9}" type="presOf" srcId="{F834F8A1-4E58-40BE-9E28-9B8165D32A07}" destId="{2BCD37E3-E988-4C92-B987-A40E56FBDC59}" srcOrd="0" destOrd="0" presId="urn:microsoft.com/office/officeart/2005/8/layout/hierarchy2"/>
    <dgm:cxn modelId="{053AB832-3D5F-4366-8759-36E0F4E64CF3}" srcId="{CE76315D-8536-4B9C-BBDE-881238BC1616}" destId="{54DE76D6-DB5A-475E-963E-E20057629FA4}" srcOrd="1" destOrd="0" parTransId="{366FAEFA-297E-42CE-AB24-D23F4F9D2DD5}" sibTransId="{C7BA8345-1C30-4B70-838A-AE4D09AE9CEB}"/>
    <dgm:cxn modelId="{E020EC3B-AD48-4F79-B8CA-C8AE79843774}" type="presOf" srcId="{CE76315D-8536-4B9C-BBDE-881238BC1616}" destId="{A62F7301-B2C4-4C99-8BD8-C01B59A56A65}" srcOrd="0" destOrd="0" presId="urn:microsoft.com/office/officeart/2005/8/layout/hierarchy2"/>
    <dgm:cxn modelId="{5C9DD963-5678-425C-B916-13F0205409FA}" srcId="{CE76315D-8536-4B9C-BBDE-881238BC1616}" destId="{8670ADC0-E0E9-4AE0-8688-C430B4331C10}" srcOrd="3" destOrd="0" parTransId="{17955EEC-2CCF-4C10-ADE7-D845F8D7B0B2}" sibTransId="{1864C874-509B-48A1-A4BD-89B08E8213FD}"/>
    <dgm:cxn modelId="{4C3AEB4B-A490-4D00-9BF0-DB9812E21E7B}" type="presOf" srcId="{8670ADC0-E0E9-4AE0-8688-C430B4331C10}" destId="{E89BB9D3-389D-4585-A35E-12DCAA96933B}" srcOrd="0" destOrd="0" presId="urn:microsoft.com/office/officeart/2005/8/layout/hierarchy2"/>
    <dgm:cxn modelId="{3FC23D6C-0EAD-4761-83C4-038F424F4169}" type="presOf" srcId="{75BC786D-C9B0-4057-99C3-91687D96C045}" destId="{913AF7EE-3ED0-40B9-BDD8-20BB5086CE56}" srcOrd="0" destOrd="0" presId="urn:microsoft.com/office/officeart/2005/8/layout/hierarchy2"/>
    <dgm:cxn modelId="{1E569E59-7A42-45A4-933F-1CD372B1F69B}" type="presOf" srcId="{D46AAF79-50E4-4F61-879D-C200B8B02504}" destId="{0F144248-D5A8-4558-844D-1B45B5623582}" srcOrd="0" destOrd="0" presId="urn:microsoft.com/office/officeart/2005/8/layout/hierarchy2"/>
    <dgm:cxn modelId="{066AB759-7636-4C7F-81BF-27EED37AEAC3}" type="presOf" srcId="{17955EEC-2CCF-4C10-ADE7-D845F8D7B0B2}" destId="{6983CF3E-3727-4DF6-854B-515263417FDA}" srcOrd="1" destOrd="0" presId="urn:microsoft.com/office/officeart/2005/8/layout/hierarchy2"/>
    <dgm:cxn modelId="{4655CD7A-A24D-4E9C-9313-4995FFDA4639}" type="presOf" srcId="{59C0B86A-498B-449D-9F72-180DE554EB07}" destId="{8DC837CE-DFD7-4AC0-A949-9FA1268958C5}" srcOrd="0" destOrd="0" presId="urn:microsoft.com/office/officeart/2005/8/layout/hierarchy2"/>
    <dgm:cxn modelId="{C007937F-B392-4D5B-BA79-25D977EA2459}" srcId="{CE76315D-8536-4B9C-BBDE-881238BC1616}" destId="{CB0F85AE-AAFE-4CF4-91CC-BE43F2E5A63F}" srcOrd="4" destOrd="0" parTransId="{2E3C39DA-00F9-4F20-AAA8-D8DF34B1CB49}" sibTransId="{631423A2-101F-46A8-9D74-AC573C811D34}"/>
    <dgm:cxn modelId="{7FD5BC88-8AA7-4754-859E-5721758EA16F}" type="presOf" srcId="{59C0B86A-498B-449D-9F72-180DE554EB07}" destId="{D01CAB6C-5AC4-4B8B-9E51-1F591EF47C6C}" srcOrd="1" destOrd="0" presId="urn:microsoft.com/office/officeart/2005/8/layout/hierarchy2"/>
    <dgm:cxn modelId="{6F62368B-F7FF-450A-B9EA-735B9D2234BB}" type="presOf" srcId="{473CA895-2317-40B2-8DB2-F06BF0E869D9}" destId="{775F9A38-BC93-4E52-82A2-89ECE2E3C727}" srcOrd="0" destOrd="0" presId="urn:microsoft.com/office/officeart/2005/8/layout/hierarchy2"/>
    <dgm:cxn modelId="{4A189D94-61AD-480E-A004-B9EC4D98AD0D}" type="presOf" srcId="{12473625-7AFF-4A98-958B-9DD6DC58D296}" destId="{8D036161-B105-4E6C-BC4D-2C220ECFF4FE}" srcOrd="0" destOrd="0" presId="urn:microsoft.com/office/officeart/2005/8/layout/hierarchy2"/>
    <dgm:cxn modelId="{1D2B4698-7CC2-4171-A54A-AC431E1CD6DE}" type="presOf" srcId="{2E3C39DA-00F9-4F20-AAA8-D8DF34B1CB49}" destId="{121F2A9E-2206-4822-A999-591922FF1CC4}" srcOrd="1" destOrd="0" presId="urn:microsoft.com/office/officeart/2005/8/layout/hierarchy2"/>
    <dgm:cxn modelId="{E7CC62AE-1CCF-4049-8C4F-63D3461A9DB8}" type="presOf" srcId="{2E3C39DA-00F9-4F20-AAA8-D8DF34B1CB49}" destId="{1BC7ED3C-9A81-464C-B9FC-303FA816FD87}" srcOrd="0" destOrd="0" presId="urn:microsoft.com/office/officeart/2005/8/layout/hierarchy2"/>
    <dgm:cxn modelId="{9DAD6EC7-1DB8-47CB-AA58-23EB95AEB0D0}" type="presOf" srcId="{7803BB2F-62B5-461A-A357-38BCC2623292}" destId="{15588B85-A568-45D7-B1C9-A334144688C2}" srcOrd="0" destOrd="0" presId="urn:microsoft.com/office/officeart/2005/8/layout/hierarchy2"/>
    <dgm:cxn modelId="{B1AC4EDC-744E-42AB-BFB3-EDB59D5F8933}" type="presOf" srcId="{F834F8A1-4E58-40BE-9E28-9B8165D32A07}" destId="{DF759DD6-08BC-40CC-9975-0182385526B0}" srcOrd="1" destOrd="0" presId="urn:microsoft.com/office/officeart/2005/8/layout/hierarchy2"/>
    <dgm:cxn modelId="{9DDAEAE4-92F1-4D25-8FD1-57722D271176}" type="presOf" srcId="{366FAEFA-297E-42CE-AB24-D23F4F9D2DD5}" destId="{83E14989-555F-4BE4-9AA5-84368C9E35DA}" srcOrd="1" destOrd="0" presId="urn:microsoft.com/office/officeart/2005/8/layout/hierarchy2"/>
    <dgm:cxn modelId="{53384CE6-01B4-4A5C-9163-34CAE94A871F}" type="presOf" srcId="{CB0F85AE-AAFE-4CF4-91CC-BE43F2E5A63F}" destId="{C78910E1-F7CD-4789-90A1-DB92AE95B4AB}" srcOrd="0" destOrd="0" presId="urn:microsoft.com/office/officeart/2005/8/layout/hierarchy2"/>
    <dgm:cxn modelId="{5064A4E7-8130-4D70-96BE-5680FA591221}" type="presOf" srcId="{54DE76D6-DB5A-475E-963E-E20057629FA4}" destId="{620403AC-5DE8-479E-8430-F2CDB6B9BD81}" srcOrd="0" destOrd="0" presId="urn:microsoft.com/office/officeart/2005/8/layout/hierarchy2"/>
    <dgm:cxn modelId="{0E82DBE7-9DD2-481F-B741-E06FE3C23D1C}" type="presOf" srcId="{366FAEFA-297E-42CE-AB24-D23F4F9D2DD5}" destId="{533066C6-35A7-42C8-B9AD-A3D244034B49}" srcOrd="0" destOrd="0" presId="urn:microsoft.com/office/officeart/2005/8/layout/hierarchy2"/>
    <dgm:cxn modelId="{013C21E9-F466-4D28-8910-A41C0019E3D1}" type="presOf" srcId="{A7B46A97-3190-4D29-86E5-FCA0B3C8985B}" destId="{0ACFCAED-F3DD-41E8-8C6C-A524D4A098B7}" srcOrd="1" destOrd="0" presId="urn:microsoft.com/office/officeart/2005/8/layout/hierarchy2"/>
    <dgm:cxn modelId="{BAF8CAF0-E5E4-4F81-A44E-704A31A1EDE0}" type="presOf" srcId="{17955EEC-2CCF-4C10-ADE7-D845F8D7B0B2}" destId="{6274C5CA-1869-4107-850C-5D2295919E1D}" srcOrd="0" destOrd="0" presId="urn:microsoft.com/office/officeart/2005/8/layout/hierarchy2"/>
    <dgm:cxn modelId="{897457FF-47E8-4804-B360-8860D2827602}" srcId="{D46AAF79-50E4-4F61-879D-C200B8B02504}" destId="{CE76315D-8536-4B9C-BBDE-881238BC1616}" srcOrd="0" destOrd="0" parTransId="{CD06BD29-FF06-4B1D-95CF-158399217F18}" sibTransId="{E8F1A778-55B6-4EF2-BB4B-2337B233D7F9}"/>
    <dgm:cxn modelId="{2EF377FF-C1F9-49A0-89E9-57BC453FFACD}" type="presOf" srcId="{5534EA82-D2A1-457D-ADD5-5EF2CD7E0F71}" destId="{AB3DBA34-EB94-4FF4-B615-33B9D97F84CA}" srcOrd="0" destOrd="0" presId="urn:microsoft.com/office/officeart/2005/8/layout/hierarchy2"/>
    <dgm:cxn modelId="{6B939D2D-F2EA-4656-B151-37823CDAF62C}" type="presParOf" srcId="{0F144248-D5A8-4558-844D-1B45B5623582}" destId="{9A3B0E62-AD9C-4D83-BE5C-CFD0B568AF58}" srcOrd="0" destOrd="0" presId="urn:microsoft.com/office/officeart/2005/8/layout/hierarchy2"/>
    <dgm:cxn modelId="{A9285C72-5AC0-476E-8B36-3955B250F674}" type="presParOf" srcId="{9A3B0E62-AD9C-4D83-BE5C-CFD0B568AF58}" destId="{A62F7301-B2C4-4C99-8BD8-C01B59A56A65}" srcOrd="0" destOrd="0" presId="urn:microsoft.com/office/officeart/2005/8/layout/hierarchy2"/>
    <dgm:cxn modelId="{A69633CA-4615-4518-9A1A-65A99ED065A5}" type="presParOf" srcId="{9A3B0E62-AD9C-4D83-BE5C-CFD0B568AF58}" destId="{89B2ADA2-B995-4E99-8357-B04059703365}" srcOrd="1" destOrd="0" presId="urn:microsoft.com/office/officeart/2005/8/layout/hierarchy2"/>
    <dgm:cxn modelId="{FAD4DB0A-6C18-4A04-AEA5-01EA9B85B9F1}" type="presParOf" srcId="{89B2ADA2-B995-4E99-8357-B04059703365}" destId="{901114F2-8319-4FE9-9423-6A51D2CD0D15}" srcOrd="0" destOrd="0" presId="urn:microsoft.com/office/officeart/2005/8/layout/hierarchy2"/>
    <dgm:cxn modelId="{23EFE4F4-CEF3-4633-9BA1-78BADB3D198F}" type="presParOf" srcId="{901114F2-8319-4FE9-9423-6A51D2CD0D15}" destId="{0ACFCAED-F3DD-41E8-8C6C-A524D4A098B7}" srcOrd="0" destOrd="0" presId="urn:microsoft.com/office/officeart/2005/8/layout/hierarchy2"/>
    <dgm:cxn modelId="{FE7F0222-62BE-43C9-8B60-654CB6770FA2}" type="presParOf" srcId="{89B2ADA2-B995-4E99-8357-B04059703365}" destId="{BA2BCA75-CA84-4F55-A908-D8FB2891F66A}" srcOrd="1" destOrd="0" presId="urn:microsoft.com/office/officeart/2005/8/layout/hierarchy2"/>
    <dgm:cxn modelId="{66483B94-5939-4CD2-B33A-7622B048FD73}" type="presParOf" srcId="{BA2BCA75-CA84-4F55-A908-D8FB2891F66A}" destId="{913AF7EE-3ED0-40B9-BDD8-20BB5086CE56}" srcOrd="0" destOrd="0" presId="urn:microsoft.com/office/officeart/2005/8/layout/hierarchy2"/>
    <dgm:cxn modelId="{84EA91F2-1001-40FC-9238-C34AF089137E}" type="presParOf" srcId="{BA2BCA75-CA84-4F55-A908-D8FB2891F66A}" destId="{FC4A3360-91BF-4866-BDA8-E147F22FFC3C}" srcOrd="1" destOrd="0" presId="urn:microsoft.com/office/officeart/2005/8/layout/hierarchy2"/>
    <dgm:cxn modelId="{0F72CD43-88A5-4D2F-A0A4-9FCCCD385B1B}" type="presParOf" srcId="{89B2ADA2-B995-4E99-8357-B04059703365}" destId="{533066C6-35A7-42C8-B9AD-A3D244034B49}" srcOrd="2" destOrd="0" presId="urn:microsoft.com/office/officeart/2005/8/layout/hierarchy2"/>
    <dgm:cxn modelId="{8AC93CD8-5EA8-48D3-8882-E036F2C5EE59}" type="presParOf" srcId="{533066C6-35A7-42C8-B9AD-A3D244034B49}" destId="{83E14989-555F-4BE4-9AA5-84368C9E35DA}" srcOrd="0" destOrd="0" presId="urn:microsoft.com/office/officeart/2005/8/layout/hierarchy2"/>
    <dgm:cxn modelId="{340D34A9-DD75-47AD-A20C-5A0FAF57F89F}" type="presParOf" srcId="{89B2ADA2-B995-4E99-8357-B04059703365}" destId="{86BEC5CC-89E4-4847-9E44-9E2C05225FE0}" srcOrd="3" destOrd="0" presId="urn:microsoft.com/office/officeart/2005/8/layout/hierarchy2"/>
    <dgm:cxn modelId="{6A6B6B60-2DAC-4AE0-88E1-7682ED4D30B3}" type="presParOf" srcId="{86BEC5CC-89E4-4847-9E44-9E2C05225FE0}" destId="{620403AC-5DE8-479E-8430-F2CDB6B9BD81}" srcOrd="0" destOrd="0" presId="urn:microsoft.com/office/officeart/2005/8/layout/hierarchy2"/>
    <dgm:cxn modelId="{31C4DCA6-ED4A-472A-87EB-B9279915D6A0}" type="presParOf" srcId="{86BEC5CC-89E4-4847-9E44-9E2C05225FE0}" destId="{3B2EECE1-F3DE-4033-ADC0-429675A40FD3}" srcOrd="1" destOrd="0" presId="urn:microsoft.com/office/officeart/2005/8/layout/hierarchy2"/>
    <dgm:cxn modelId="{1C92AE77-6B60-43BB-B8AD-CC3487DD0C3E}" type="presParOf" srcId="{3B2EECE1-F3DE-4033-ADC0-429675A40FD3}" destId="{8DC837CE-DFD7-4AC0-A949-9FA1268958C5}" srcOrd="0" destOrd="0" presId="urn:microsoft.com/office/officeart/2005/8/layout/hierarchy2"/>
    <dgm:cxn modelId="{2348AD81-4486-4130-A69E-10EAAA8E9A4A}" type="presParOf" srcId="{8DC837CE-DFD7-4AC0-A949-9FA1268958C5}" destId="{D01CAB6C-5AC4-4B8B-9E51-1F591EF47C6C}" srcOrd="0" destOrd="0" presId="urn:microsoft.com/office/officeart/2005/8/layout/hierarchy2"/>
    <dgm:cxn modelId="{255125A4-237E-4968-AEEF-1549E732BB77}" type="presParOf" srcId="{3B2EECE1-F3DE-4033-ADC0-429675A40FD3}" destId="{F3659B0F-6178-4F50-83B7-A107B99269BF}" srcOrd="1" destOrd="0" presId="urn:microsoft.com/office/officeart/2005/8/layout/hierarchy2"/>
    <dgm:cxn modelId="{83132E78-B42C-4986-8931-A2872819968A}" type="presParOf" srcId="{F3659B0F-6178-4F50-83B7-A107B99269BF}" destId="{8D036161-B105-4E6C-BC4D-2C220ECFF4FE}" srcOrd="0" destOrd="0" presId="urn:microsoft.com/office/officeart/2005/8/layout/hierarchy2"/>
    <dgm:cxn modelId="{1A02F064-44BF-47E7-8A5C-D95C66EF6ACE}" type="presParOf" srcId="{F3659B0F-6178-4F50-83B7-A107B99269BF}" destId="{828FB96C-E4D9-4666-B0E3-AC733337CBE2}" srcOrd="1" destOrd="0" presId="urn:microsoft.com/office/officeart/2005/8/layout/hierarchy2"/>
    <dgm:cxn modelId="{C700285B-1932-4FE5-8F62-98684979D9F1}" type="presParOf" srcId="{3B2EECE1-F3DE-4033-ADC0-429675A40FD3}" destId="{2BCD37E3-E988-4C92-B987-A40E56FBDC59}" srcOrd="2" destOrd="0" presId="urn:microsoft.com/office/officeart/2005/8/layout/hierarchy2"/>
    <dgm:cxn modelId="{050448A6-EEB3-4645-9281-FB64894906E4}" type="presParOf" srcId="{2BCD37E3-E988-4C92-B987-A40E56FBDC59}" destId="{DF759DD6-08BC-40CC-9975-0182385526B0}" srcOrd="0" destOrd="0" presId="urn:microsoft.com/office/officeart/2005/8/layout/hierarchy2"/>
    <dgm:cxn modelId="{A0820AFE-22B3-4FE7-8C8D-4F8C3C01A6FC}" type="presParOf" srcId="{3B2EECE1-F3DE-4033-ADC0-429675A40FD3}" destId="{BC6F26E3-3772-46D4-A49A-4D51FA469ABF}" srcOrd="3" destOrd="0" presId="urn:microsoft.com/office/officeart/2005/8/layout/hierarchy2"/>
    <dgm:cxn modelId="{A0947CE9-6DF3-4A53-BF9C-799B0C673B61}" type="presParOf" srcId="{BC6F26E3-3772-46D4-A49A-4D51FA469ABF}" destId="{15588B85-A568-45D7-B1C9-A334144688C2}" srcOrd="0" destOrd="0" presId="urn:microsoft.com/office/officeart/2005/8/layout/hierarchy2"/>
    <dgm:cxn modelId="{BBB2DF1B-C553-4D46-8FC6-A079BF4A9524}" type="presParOf" srcId="{BC6F26E3-3772-46D4-A49A-4D51FA469ABF}" destId="{4A823979-CE1F-4BD2-AD92-3B5D7C200C33}" srcOrd="1" destOrd="0" presId="urn:microsoft.com/office/officeart/2005/8/layout/hierarchy2"/>
    <dgm:cxn modelId="{4C60B798-0394-4C36-B890-39B6507EC734}" type="presParOf" srcId="{89B2ADA2-B995-4E99-8357-B04059703365}" destId="{775F9A38-BC93-4E52-82A2-89ECE2E3C727}" srcOrd="4" destOrd="0" presId="urn:microsoft.com/office/officeart/2005/8/layout/hierarchy2"/>
    <dgm:cxn modelId="{7FC61E4C-5F5A-415E-8145-188E7B46CEA7}" type="presParOf" srcId="{775F9A38-BC93-4E52-82A2-89ECE2E3C727}" destId="{82B3C7F5-6FB5-472C-916C-C3231DF6B0C9}" srcOrd="0" destOrd="0" presId="urn:microsoft.com/office/officeart/2005/8/layout/hierarchy2"/>
    <dgm:cxn modelId="{E55C62F7-4AEA-4BB8-9029-7E2D0E8E0BDE}" type="presParOf" srcId="{89B2ADA2-B995-4E99-8357-B04059703365}" destId="{C1B4DCE4-789F-4AA0-ABDE-C11A18745BF6}" srcOrd="5" destOrd="0" presId="urn:microsoft.com/office/officeart/2005/8/layout/hierarchy2"/>
    <dgm:cxn modelId="{5065D1BC-742B-4986-B760-5FE66F338891}" type="presParOf" srcId="{C1B4DCE4-789F-4AA0-ABDE-C11A18745BF6}" destId="{AB3DBA34-EB94-4FF4-B615-33B9D97F84CA}" srcOrd="0" destOrd="0" presId="urn:microsoft.com/office/officeart/2005/8/layout/hierarchy2"/>
    <dgm:cxn modelId="{548E6972-153D-4033-AD03-8516232C4300}" type="presParOf" srcId="{C1B4DCE4-789F-4AA0-ABDE-C11A18745BF6}" destId="{63531402-F024-4A51-A006-490F55912D48}" srcOrd="1" destOrd="0" presId="urn:microsoft.com/office/officeart/2005/8/layout/hierarchy2"/>
    <dgm:cxn modelId="{01435376-0A02-4345-87F1-7F95243E5F24}" type="presParOf" srcId="{89B2ADA2-B995-4E99-8357-B04059703365}" destId="{6274C5CA-1869-4107-850C-5D2295919E1D}" srcOrd="6" destOrd="0" presId="urn:microsoft.com/office/officeart/2005/8/layout/hierarchy2"/>
    <dgm:cxn modelId="{8D1418F6-1939-49AF-A246-A2845F8E234E}" type="presParOf" srcId="{6274C5CA-1869-4107-850C-5D2295919E1D}" destId="{6983CF3E-3727-4DF6-854B-515263417FDA}" srcOrd="0" destOrd="0" presId="urn:microsoft.com/office/officeart/2005/8/layout/hierarchy2"/>
    <dgm:cxn modelId="{5D7A1380-A2AC-46B5-AB7E-2D43BBB82898}" type="presParOf" srcId="{89B2ADA2-B995-4E99-8357-B04059703365}" destId="{5FB639C9-F237-4365-8EB9-5595BFF41895}" srcOrd="7" destOrd="0" presId="urn:microsoft.com/office/officeart/2005/8/layout/hierarchy2"/>
    <dgm:cxn modelId="{EE7C2D94-42ED-4B49-95A9-9358D6FE19F7}" type="presParOf" srcId="{5FB639C9-F237-4365-8EB9-5595BFF41895}" destId="{E89BB9D3-389D-4585-A35E-12DCAA96933B}" srcOrd="0" destOrd="0" presId="urn:microsoft.com/office/officeart/2005/8/layout/hierarchy2"/>
    <dgm:cxn modelId="{1D308221-D9E9-4DBF-9AC4-2D58E207194D}" type="presParOf" srcId="{5FB639C9-F237-4365-8EB9-5595BFF41895}" destId="{E65DF5B9-81E2-4A4F-9F9A-7B87C5CDAE93}" srcOrd="1" destOrd="0" presId="urn:microsoft.com/office/officeart/2005/8/layout/hierarchy2"/>
    <dgm:cxn modelId="{87FBE1E1-2A6D-451A-9E36-1231E762F0F2}" type="presParOf" srcId="{89B2ADA2-B995-4E99-8357-B04059703365}" destId="{1BC7ED3C-9A81-464C-B9FC-303FA816FD87}" srcOrd="8" destOrd="0" presId="urn:microsoft.com/office/officeart/2005/8/layout/hierarchy2"/>
    <dgm:cxn modelId="{24CFB338-5746-4CD1-AD89-C340171FFABF}" type="presParOf" srcId="{1BC7ED3C-9A81-464C-B9FC-303FA816FD87}" destId="{121F2A9E-2206-4822-A999-591922FF1CC4}" srcOrd="0" destOrd="0" presId="urn:microsoft.com/office/officeart/2005/8/layout/hierarchy2"/>
    <dgm:cxn modelId="{2E7A379C-F158-4602-8426-E142AC37B2BD}" type="presParOf" srcId="{89B2ADA2-B995-4E99-8357-B04059703365}" destId="{DD9A759B-FD34-4EAE-84CD-87DF06EA3AFC}" srcOrd="9" destOrd="0" presId="urn:microsoft.com/office/officeart/2005/8/layout/hierarchy2"/>
    <dgm:cxn modelId="{AAE19392-EC06-4949-B28D-526F44B566AB}" type="presParOf" srcId="{DD9A759B-FD34-4EAE-84CD-87DF06EA3AFC}" destId="{C78910E1-F7CD-4789-90A1-DB92AE95B4AB}" srcOrd="0" destOrd="0" presId="urn:microsoft.com/office/officeart/2005/8/layout/hierarchy2"/>
    <dgm:cxn modelId="{C721B514-E414-4D3E-815F-59C357EEEA9C}" type="presParOf" srcId="{DD9A759B-FD34-4EAE-84CD-87DF06EA3AFC}" destId="{A611DC9D-A26E-4A21-8CD1-D725B6933AF2}" srcOrd="1" destOrd="0" presId="urn:microsoft.com/office/officeart/2005/8/layout/hierarchy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2F7301-B2C4-4C99-8BD8-C01B59A56A65}">
      <dsp:nvSpPr>
        <dsp:cNvPr id="0" name=""/>
        <dsp:cNvSpPr/>
      </dsp:nvSpPr>
      <dsp:spPr>
        <a:xfrm>
          <a:off x="169" y="2377281"/>
          <a:ext cx="1328208" cy="664104"/>
        </a:xfrm>
        <a:prstGeom prst="roundRect">
          <a:avLst>
            <a:gd name="adj" fmla="val 10000"/>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RD 1112/2018</a:t>
          </a:r>
        </a:p>
      </dsp:txBody>
      <dsp:txXfrm>
        <a:off x="19620" y="2396732"/>
        <a:ext cx="1289306" cy="625202"/>
      </dsp:txXfrm>
    </dsp:sp>
    <dsp:sp modelId="{901114F2-8319-4FE9-9423-6A51D2CD0D15}">
      <dsp:nvSpPr>
        <dsp:cNvPr id="0" name=""/>
        <dsp:cNvSpPr/>
      </dsp:nvSpPr>
      <dsp:spPr>
        <a:xfrm rot="17350740">
          <a:off x="785419" y="1934583"/>
          <a:ext cx="1617199" cy="22060"/>
        </a:xfrm>
        <a:custGeom>
          <a:avLst/>
          <a:gdLst/>
          <a:ahLst/>
          <a:cxnLst/>
          <a:rect l="0" t="0" r="0" b="0"/>
          <a:pathLst>
            <a:path>
              <a:moveTo>
                <a:pt x="0" y="11030"/>
              </a:moveTo>
              <a:lnTo>
                <a:pt x="1617199" y="1103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s-ES" sz="1600" kern="1200"/>
        </a:p>
      </dsp:txBody>
      <dsp:txXfrm>
        <a:off x="1553589" y="1905183"/>
        <a:ext cx="80859" cy="80859"/>
      </dsp:txXfrm>
    </dsp:sp>
    <dsp:sp modelId="{913AF7EE-3ED0-40B9-BDD8-20BB5086CE56}">
      <dsp:nvSpPr>
        <dsp:cNvPr id="0" name=""/>
        <dsp:cNvSpPr/>
      </dsp:nvSpPr>
      <dsp:spPr>
        <a:xfrm>
          <a:off x="1859660" y="849841"/>
          <a:ext cx="1328208" cy="664104"/>
        </a:xfrm>
        <a:prstGeom prst="roundRect">
          <a:avLst>
            <a:gd name="adj" fmla="val 10000"/>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Directiva (UE) 2016/2102</a:t>
          </a:r>
        </a:p>
      </dsp:txBody>
      <dsp:txXfrm>
        <a:off x="1879111" y="869292"/>
        <a:ext cx="1289306" cy="625202"/>
      </dsp:txXfrm>
    </dsp:sp>
    <dsp:sp modelId="{533066C6-35A7-42C8-B9AD-A3D244034B49}">
      <dsp:nvSpPr>
        <dsp:cNvPr id="0" name=""/>
        <dsp:cNvSpPr/>
      </dsp:nvSpPr>
      <dsp:spPr>
        <a:xfrm rot="18193314">
          <a:off x="1118835" y="2310585"/>
          <a:ext cx="926938" cy="22060"/>
        </a:xfrm>
        <a:custGeom>
          <a:avLst/>
          <a:gdLst/>
          <a:ahLst/>
          <a:cxnLst/>
          <a:rect l="0" t="0" r="0" b="0"/>
          <a:pathLst>
            <a:path>
              <a:moveTo>
                <a:pt x="0" y="11030"/>
              </a:moveTo>
              <a:lnTo>
                <a:pt x="926938" y="1103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s-ES" sz="1600" kern="1200"/>
        </a:p>
      </dsp:txBody>
      <dsp:txXfrm>
        <a:off x="1559130" y="2298442"/>
        <a:ext cx="46346" cy="46346"/>
      </dsp:txXfrm>
    </dsp:sp>
    <dsp:sp modelId="{620403AC-5DE8-479E-8430-F2CDB6B9BD81}">
      <dsp:nvSpPr>
        <dsp:cNvPr id="0" name=""/>
        <dsp:cNvSpPr/>
      </dsp:nvSpPr>
      <dsp:spPr>
        <a:xfrm>
          <a:off x="1836231" y="1601846"/>
          <a:ext cx="1328208" cy="664104"/>
        </a:xfrm>
        <a:prstGeom prst="roundRect">
          <a:avLst>
            <a:gd name="adj" fmla="val 10000"/>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UNE-EN 301549: 2022</a:t>
          </a:r>
        </a:p>
      </dsp:txBody>
      <dsp:txXfrm>
        <a:off x="1855682" y="1621297"/>
        <a:ext cx="1289306" cy="625202"/>
      </dsp:txXfrm>
    </dsp:sp>
    <dsp:sp modelId="{8DC837CE-DFD7-4AC0-A949-9FA1268958C5}">
      <dsp:nvSpPr>
        <dsp:cNvPr id="0" name=""/>
        <dsp:cNvSpPr/>
      </dsp:nvSpPr>
      <dsp:spPr>
        <a:xfrm rot="19577153">
          <a:off x="3108361" y="1737796"/>
          <a:ext cx="666868" cy="22060"/>
        </a:xfrm>
        <a:custGeom>
          <a:avLst/>
          <a:gdLst/>
          <a:ahLst/>
          <a:cxnLst/>
          <a:rect l="0" t="0" r="0" b="0"/>
          <a:pathLst>
            <a:path>
              <a:moveTo>
                <a:pt x="0" y="11030"/>
              </a:moveTo>
              <a:lnTo>
                <a:pt x="666868" y="1103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s-ES" sz="1600" kern="1200"/>
        </a:p>
      </dsp:txBody>
      <dsp:txXfrm>
        <a:off x="3425124" y="1732154"/>
        <a:ext cx="33343" cy="33343"/>
      </dsp:txXfrm>
    </dsp:sp>
    <dsp:sp modelId="{8D036161-B105-4E6C-BC4D-2C220ECFF4FE}">
      <dsp:nvSpPr>
        <dsp:cNvPr id="0" name=""/>
        <dsp:cNvSpPr/>
      </dsp:nvSpPr>
      <dsp:spPr>
        <a:xfrm>
          <a:off x="3719152" y="1231701"/>
          <a:ext cx="1328208" cy="664104"/>
        </a:xfrm>
        <a:prstGeom prst="roundRect">
          <a:avLst>
            <a:gd name="adj" fmla="val 10000"/>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EN 301549 V3.2.1</a:t>
          </a:r>
        </a:p>
      </dsp:txBody>
      <dsp:txXfrm>
        <a:off x="3738603" y="1251152"/>
        <a:ext cx="1289306" cy="625202"/>
      </dsp:txXfrm>
    </dsp:sp>
    <dsp:sp modelId="{2BCD37E3-E988-4C92-B987-A40E56FBDC59}">
      <dsp:nvSpPr>
        <dsp:cNvPr id="0" name=""/>
        <dsp:cNvSpPr/>
      </dsp:nvSpPr>
      <dsp:spPr>
        <a:xfrm rot="2121366">
          <a:off x="3101719" y="2119655"/>
          <a:ext cx="680152" cy="22060"/>
        </a:xfrm>
        <a:custGeom>
          <a:avLst/>
          <a:gdLst/>
          <a:ahLst/>
          <a:cxnLst/>
          <a:rect l="0" t="0" r="0" b="0"/>
          <a:pathLst>
            <a:path>
              <a:moveTo>
                <a:pt x="0" y="11030"/>
              </a:moveTo>
              <a:lnTo>
                <a:pt x="680152" y="1103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s-ES" sz="1600" kern="1200"/>
        </a:p>
      </dsp:txBody>
      <dsp:txXfrm>
        <a:off x="3424792" y="2113682"/>
        <a:ext cx="34007" cy="34007"/>
      </dsp:txXfrm>
    </dsp:sp>
    <dsp:sp modelId="{15588B85-A568-45D7-B1C9-A334144688C2}">
      <dsp:nvSpPr>
        <dsp:cNvPr id="0" name=""/>
        <dsp:cNvSpPr/>
      </dsp:nvSpPr>
      <dsp:spPr>
        <a:xfrm>
          <a:off x="3719152" y="1995421"/>
          <a:ext cx="1328208" cy="664104"/>
        </a:xfrm>
        <a:prstGeom prst="roundRect">
          <a:avLst>
            <a:gd name="adj" fmla="val 10000"/>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WCAG 2.1</a:t>
          </a:r>
        </a:p>
      </dsp:txBody>
      <dsp:txXfrm>
        <a:off x="3738603" y="2014872"/>
        <a:ext cx="1289306" cy="625202"/>
      </dsp:txXfrm>
    </dsp:sp>
    <dsp:sp modelId="{775F9A38-BC93-4E52-82A2-89ECE2E3C727}">
      <dsp:nvSpPr>
        <dsp:cNvPr id="0" name=""/>
        <dsp:cNvSpPr/>
      </dsp:nvSpPr>
      <dsp:spPr>
        <a:xfrm>
          <a:off x="1328377" y="2698303"/>
          <a:ext cx="531283" cy="22060"/>
        </a:xfrm>
        <a:custGeom>
          <a:avLst/>
          <a:gdLst/>
          <a:ahLst/>
          <a:cxnLst/>
          <a:rect l="0" t="0" r="0" b="0"/>
          <a:pathLst>
            <a:path>
              <a:moveTo>
                <a:pt x="0" y="11030"/>
              </a:moveTo>
              <a:lnTo>
                <a:pt x="531283" y="1103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s-ES" sz="1600" kern="1200"/>
        </a:p>
      </dsp:txBody>
      <dsp:txXfrm>
        <a:off x="1580737" y="2696051"/>
        <a:ext cx="26564" cy="26564"/>
      </dsp:txXfrm>
    </dsp:sp>
    <dsp:sp modelId="{AB3DBA34-EB94-4FF4-B615-33B9D97F84CA}">
      <dsp:nvSpPr>
        <dsp:cNvPr id="0" name=""/>
        <dsp:cNvSpPr/>
      </dsp:nvSpPr>
      <dsp:spPr>
        <a:xfrm>
          <a:off x="1859660" y="2377281"/>
          <a:ext cx="1328208" cy="664104"/>
        </a:xfrm>
        <a:prstGeom prst="roundRect">
          <a:avLst>
            <a:gd name="adj" fmla="val 10000"/>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Decisión (UE) 2018/1524 </a:t>
          </a:r>
        </a:p>
      </dsp:txBody>
      <dsp:txXfrm>
        <a:off x="1879111" y="2396732"/>
        <a:ext cx="1289306" cy="625202"/>
      </dsp:txXfrm>
    </dsp:sp>
    <dsp:sp modelId="{6274C5CA-1869-4107-850C-5D2295919E1D}">
      <dsp:nvSpPr>
        <dsp:cNvPr id="0" name=""/>
        <dsp:cNvSpPr/>
      </dsp:nvSpPr>
      <dsp:spPr>
        <a:xfrm rot="3310531">
          <a:off x="1128849" y="3080163"/>
          <a:ext cx="930338" cy="22060"/>
        </a:xfrm>
        <a:custGeom>
          <a:avLst/>
          <a:gdLst/>
          <a:ahLst/>
          <a:cxnLst/>
          <a:rect l="0" t="0" r="0" b="0"/>
          <a:pathLst>
            <a:path>
              <a:moveTo>
                <a:pt x="0" y="11030"/>
              </a:moveTo>
              <a:lnTo>
                <a:pt x="930338" y="1103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s-ES" sz="1600" kern="1200"/>
        </a:p>
      </dsp:txBody>
      <dsp:txXfrm>
        <a:off x="1570760" y="3067934"/>
        <a:ext cx="46516" cy="46516"/>
      </dsp:txXfrm>
    </dsp:sp>
    <dsp:sp modelId="{E89BB9D3-389D-4585-A35E-12DCAA96933B}">
      <dsp:nvSpPr>
        <dsp:cNvPr id="0" name=""/>
        <dsp:cNvSpPr/>
      </dsp:nvSpPr>
      <dsp:spPr>
        <a:xfrm>
          <a:off x="1859660" y="3141001"/>
          <a:ext cx="1328208" cy="664104"/>
        </a:xfrm>
        <a:prstGeom prst="roundRect">
          <a:avLst>
            <a:gd name="adj" fmla="val 10000"/>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Decisión (UE) 2018/1523 </a:t>
          </a:r>
        </a:p>
      </dsp:txBody>
      <dsp:txXfrm>
        <a:off x="1879111" y="3160452"/>
        <a:ext cx="1289306" cy="625202"/>
      </dsp:txXfrm>
    </dsp:sp>
    <dsp:sp modelId="{1BC7ED3C-9A81-464C-B9FC-303FA816FD87}">
      <dsp:nvSpPr>
        <dsp:cNvPr id="0" name=""/>
        <dsp:cNvSpPr/>
      </dsp:nvSpPr>
      <dsp:spPr>
        <a:xfrm rot="4249260">
          <a:off x="785419" y="3462023"/>
          <a:ext cx="1617199" cy="22060"/>
        </a:xfrm>
        <a:custGeom>
          <a:avLst/>
          <a:gdLst/>
          <a:ahLst/>
          <a:cxnLst/>
          <a:rect l="0" t="0" r="0" b="0"/>
          <a:pathLst>
            <a:path>
              <a:moveTo>
                <a:pt x="0" y="11030"/>
              </a:moveTo>
              <a:lnTo>
                <a:pt x="1617199" y="1103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s-ES" sz="1600" kern="1200"/>
        </a:p>
      </dsp:txBody>
      <dsp:txXfrm>
        <a:off x="1553589" y="3432623"/>
        <a:ext cx="80859" cy="80859"/>
      </dsp:txXfrm>
    </dsp:sp>
    <dsp:sp modelId="{C78910E1-F7CD-4789-90A1-DB92AE95B4AB}">
      <dsp:nvSpPr>
        <dsp:cNvPr id="0" name=""/>
        <dsp:cNvSpPr/>
      </dsp:nvSpPr>
      <dsp:spPr>
        <a:xfrm>
          <a:off x="1859660" y="3904721"/>
          <a:ext cx="1328208" cy="664104"/>
        </a:xfrm>
        <a:prstGeom prst="roundRect">
          <a:avLst>
            <a:gd name="adj" fmla="val 10000"/>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ES" sz="1600" kern="1200" dirty="0"/>
            <a:t>LGDPDIS 2013</a:t>
          </a:r>
        </a:p>
      </dsp:txBody>
      <dsp:txXfrm>
        <a:off x="1879111" y="3924172"/>
        <a:ext cx="1289306" cy="62520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6FEF4D-0142-46B4-AC7F-5B868160AD8E}" type="datetimeFigureOut">
              <a:rPr lang="es-ES" smtClean="0"/>
              <a:t>16/11/2025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B8CBC7-3B2B-4C22-92A9-AEE2213136AA}" type="slidenum">
              <a:rPr lang="es-ES" smtClean="0"/>
              <a:t>‹Nº›</a:t>
            </a:fld>
            <a:endParaRPr lang="es-ES" dirty="0"/>
          </a:p>
        </p:txBody>
      </p:sp>
    </p:spTree>
    <p:extLst>
      <p:ext uri="{BB962C8B-B14F-4D97-AF65-F5344CB8AC3E}">
        <p14:creationId xmlns:p14="http://schemas.microsoft.com/office/powerpoint/2010/main" val="316109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a:t>
            </a:fld>
            <a:endParaRPr lang="es-ES"/>
          </a:p>
        </p:txBody>
      </p:sp>
    </p:spTree>
    <p:extLst>
      <p:ext uri="{BB962C8B-B14F-4D97-AF65-F5344CB8AC3E}">
        <p14:creationId xmlns:p14="http://schemas.microsoft.com/office/powerpoint/2010/main" val="2847725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0" y="0"/>
            <a:ext cx="12192000" cy="2387600"/>
          </a:xfrm>
          <a:solidFill>
            <a:schemeClr val="accent1">
              <a:lumMod val="40000"/>
              <a:lumOff val="60000"/>
            </a:schemeClr>
          </a:solidFill>
        </p:spPr>
        <p:txBody>
          <a:bodyPr anchor="ctr"/>
          <a:lstStyle>
            <a:lvl1pPr algn="r">
              <a:defRPr sz="6000"/>
            </a:lvl1pPr>
          </a:lstStyle>
          <a:p>
            <a:r>
              <a:rPr lang="es-ES" dirty="0"/>
              <a:t>Haga clic para modificar el estilo de título del patrón</a:t>
            </a:r>
          </a:p>
        </p:txBody>
      </p:sp>
      <p:sp>
        <p:nvSpPr>
          <p:cNvPr id="3" name="Subtítulo 2"/>
          <p:cNvSpPr>
            <a:spLocks noGrp="1"/>
          </p:cNvSpPr>
          <p:nvPr>
            <p:ph type="subTitle" idx="1"/>
          </p:nvPr>
        </p:nvSpPr>
        <p:spPr>
          <a:xfrm>
            <a:off x="240323" y="2854692"/>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Tree>
    <p:extLst>
      <p:ext uri="{BB962C8B-B14F-4D97-AF65-F5344CB8AC3E}">
        <p14:creationId xmlns:p14="http://schemas.microsoft.com/office/powerpoint/2010/main" val="1311319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Indice">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a:solidFill>
            <a:schemeClr val="accent1">
              <a:lumMod val="40000"/>
              <a:lumOff val="60000"/>
            </a:schemeClr>
          </a:solidFill>
        </p:spPr>
        <p:txBody>
          <a:bodyPr/>
          <a:lstStyle>
            <a:lvl1pPr algn="ctr">
              <a:defRPr/>
            </a:lvl1pPr>
          </a:lstStyle>
          <a:p>
            <a:r>
              <a:rPr lang="es-ES" dirty="0"/>
              <a:t>Haga clic para modificar el estilo de título del patrón</a:t>
            </a:r>
          </a:p>
        </p:txBody>
      </p:sp>
      <p:sp>
        <p:nvSpPr>
          <p:cNvPr id="3" name="Marcador de contenido 2"/>
          <p:cNvSpPr>
            <a:spLocks noGrp="1"/>
          </p:cNvSpPr>
          <p:nvPr>
            <p:ph idx="1"/>
          </p:nvPr>
        </p:nvSpPr>
        <p:spPr>
          <a:xfrm>
            <a:off x="1345223" y="1491517"/>
            <a:ext cx="9161585" cy="4698268"/>
          </a:xfrm>
        </p:spPr>
        <p:txBody>
          <a:bodyPr/>
          <a:lstStyle>
            <a:lvl1pPr marL="228600" indent="-228600">
              <a:lnSpc>
                <a:spcPct val="120000"/>
              </a:lnSpc>
              <a:buFont typeface="Wingdings" panose="05000000000000000000" pitchFamily="2" charset="2"/>
              <a:buChar char="§"/>
              <a:defRPr/>
            </a:lvl1pPr>
            <a:lvl2pPr marL="685800" indent="-228600">
              <a:spcBef>
                <a:spcPts val="1200"/>
              </a:spcBef>
              <a:buFont typeface="Courier New" panose="02070309020205020404" pitchFamily="49" charset="0"/>
              <a:buChar char="o"/>
              <a:defRPr/>
            </a:lvl2pPr>
            <a:lvl3pPr>
              <a:spcBef>
                <a:spcPts val="1200"/>
              </a:spcBef>
              <a:defRPr/>
            </a:lvl3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10"/>
          </p:nvPr>
        </p:nvSpPr>
        <p:spPr/>
        <p:txBody>
          <a:bodyPr/>
          <a:lstStyle/>
          <a:p>
            <a:fld id="{29A70EA5-8E19-4BC4-934C-2C82A50D6490}" type="datetime1">
              <a:rPr lang="es-ES" smtClean="0"/>
              <a:t>16/11/2025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9226061" y="6356350"/>
            <a:ext cx="2743200" cy="365125"/>
          </a:xfrm>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184316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a:solidFill>
            <a:schemeClr val="accent1">
              <a:lumMod val="40000"/>
              <a:lumOff val="60000"/>
            </a:schemeClr>
          </a:solidFill>
        </p:spPr>
        <p:txBody>
          <a:bodyPr/>
          <a:lstStyle>
            <a:lvl1pPr marL="354013" indent="0">
              <a:defRPr/>
            </a:lvl1pPr>
          </a:lstStyle>
          <a:p>
            <a:r>
              <a:rPr lang="es-ES" dirty="0"/>
              <a:t>Haga clic para modificar el estilo de título del patrón</a:t>
            </a:r>
          </a:p>
        </p:txBody>
      </p:sp>
      <p:sp>
        <p:nvSpPr>
          <p:cNvPr id="3" name="Marcador de contenido 2"/>
          <p:cNvSpPr>
            <a:spLocks noGrp="1"/>
          </p:cNvSpPr>
          <p:nvPr>
            <p:ph idx="1"/>
          </p:nvPr>
        </p:nvSpPr>
        <p:spPr>
          <a:xfrm>
            <a:off x="527538" y="1491517"/>
            <a:ext cx="11025553" cy="4698268"/>
          </a:xfrm>
        </p:spPr>
        <p:txBody>
          <a:bodyPr/>
          <a:lstStyle>
            <a:lvl1pPr marL="228600" indent="-228600">
              <a:lnSpc>
                <a:spcPct val="120000"/>
              </a:lnSpc>
              <a:buFont typeface="Wingdings" panose="05000000000000000000" pitchFamily="2" charset="2"/>
              <a:buChar char="§"/>
              <a:defRPr/>
            </a:lvl1pPr>
            <a:lvl2pPr marL="685800" indent="-228600">
              <a:spcBef>
                <a:spcPts val="1200"/>
              </a:spcBef>
              <a:buFont typeface="Courier New" panose="02070309020205020404" pitchFamily="49" charset="0"/>
              <a:buChar char="o"/>
              <a:defRPr/>
            </a:lvl2pPr>
            <a:lvl3pPr>
              <a:spcBef>
                <a:spcPts val="1200"/>
              </a:spcBef>
              <a:defRPr/>
            </a:lvl3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10"/>
          </p:nvPr>
        </p:nvSpPr>
        <p:spPr/>
        <p:txBody>
          <a:bodyPr/>
          <a:lstStyle/>
          <a:p>
            <a:fld id="{29A70EA5-8E19-4BC4-934C-2C82A50D6490}" type="datetime1">
              <a:rPr lang="es-ES" smtClean="0"/>
              <a:t>16/11/2025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9226061" y="6356350"/>
            <a:ext cx="2743200" cy="365125"/>
          </a:xfrm>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171519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A36C9D08-3C16-416B-B8F9-4D4A629F38C9}" type="datetime1">
              <a:rPr lang="es-ES" smtClean="0"/>
              <a:t>16/11/2025</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021949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69E1E605-5CBB-40FE-87B4-05B62A5CAB7C}" type="datetime1">
              <a:rPr lang="es-ES" smtClean="0"/>
              <a:t>16/11/2025</a:t>
            </a:fld>
            <a:endParaRPr lang="es-ES" dirty="0"/>
          </a:p>
        </p:txBody>
      </p:sp>
      <p:sp>
        <p:nvSpPr>
          <p:cNvPr id="8" name="Marcador de pie de página 7"/>
          <p:cNvSpPr>
            <a:spLocks noGrp="1"/>
          </p:cNvSpPr>
          <p:nvPr>
            <p:ph type="ftr" sz="quarter" idx="11"/>
          </p:nvPr>
        </p:nvSpPr>
        <p:spPr/>
        <p:txBody>
          <a:bodyPr/>
          <a:lstStyle/>
          <a:p>
            <a:endParaRPr lang="es-ES" dirty="0"/>
          </a:p>
        </p:txBody>
      </p:sp>
      <p:sp>
        <p:nvSpPr>
          <p:cNvPr id="9" name="Marcador de número de diapositiva 8"/>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1488140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5EC06281-1CDF-413F-B502-D8EF9109D251}" type="datetime1">
              <a:rPr lang="es-ES" smtClean="0"/>
              <a:t>16/11/2025</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5" name="Marcador de número de diapositiva 4"/>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1665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82C46C39-2265-4ECA-84D0-AFE501AC4C1C}" type="datetime1">
              <a:rPr lang="es-ES" smtClean="0"/>
              <a:t>16/11/2025</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5" name="Marcador de número de diapositiva 4"/>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1340353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350D3683-7933-4D92-B730-4B8490CCDF4B}" type="datetime1">
              <a:rPr lang="es-ES" smtClean="0"/>
              <a:t>16/11/2025</a:t>
            </a:fld>
            <a:endParaRPr lang="es-ES" dirty="0"/>
          </a:p>
        </p:txBody>
      </p:sp>
      <p:sp>
        <p:nvSpPr>
          <p:cNvPr id="3" name="Marcador de pie de página 2"/>
          <p:cNvSpPr>
            <a:spLocks noGrp="1"/>
          </p:cNvSpPr>
          <p:nvPr>
            <p:ph type="ftr" sz="quarter" idx="11"/>
          </p:nvPr>
        </p:nvSpPr>
        <p:spPr/>
        <p:txBody>
          <a:bodyPr/>
          <a:lstStyle/>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545139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5C35D45B-6432-4BD4-BB2B-6E8E1493A879}" type="datetime1">
              <a:rPr lang="es-ES" smtClean="0"/>
              <a:t>16/11/2025</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378924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290BFDE-1D6E-4E03-A53A-F1B29D2D0A86}" type="datetime1">
              <a:rPr lang="es-ES" smtClean="0"/>
              <a:t>16/11/2025</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287348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A02143F0-BAC6-4443-92A3-9EA2CC19B9B7}" type="datetime1">
              <a:rPr lang="es-ES" smtClean="0"/>
              <a:t>16/11/2025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3593880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A67633C-AB28-4AC7-B7B0-41DFBCF1B247}" type="datetime1">
              <a:rPr lang="es-ES" smtClean="0"/>
              <a:t>16/11/2025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411380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960B338E-2CA8-4990-93F8-04B6F142715C}" type="datetimeFigureOut">
              <a:rPr lang="es-ES" smtClean="0"/>
              <a:t>16/11/2025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2633489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16/11/2025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309229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960B338E-2CA8-4990-93F8-04B6F142715C}" type="datetimeFigureOut">
              <a:rPr lang="es-ES" smtClean="0"/>
              <a:t>16/11/2025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918355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960B338E-2CA8-4990-93F8-04B6F142715C}" type="datetimeFigureOut">
              <a:rPr lang="es-ES" smtClean="0"/>
              <a:t>16/11/2025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2885864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960B338E-2CA8-4990-93F8-04B6F142715C}" type="datetimeFigureOut">
              <a:rPr lang="es-ES" smtClean="0"/>
              <a:t>16/11/2025</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229766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960B338E-2CA8-4990-93F8-04B6F142715C}" type="datetimeFigureOut">
              <a:rPr lang="es-ES" smtClean="0"/>
              <a:t>16/11/2025</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6989982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960B338E-2CA8-4990-93F8-04B6F142715C}" type="datetimeFigureOut">
              <a:rPr lang="es-ES" smtClean="0"/>
              <a:t>16/11/2025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329703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60B338E-2CA8-4990-93F8-04B6F142715C}" type="datetimeFigureOut">
              <a:rPr lang="es-ES" smtClean="0"/>
              <a:t>16/11/2025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5398797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60B338E-2CA8-4990-93F8-04B6F142715C}" type="datetimeFigureOut">
              <a:rPr lang="es-ES" smtClean="0"/>
              <a:t>16/11/2025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4308488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16/11/2025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4384880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16/11/2025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351310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C46C39-2265-4ECA-84D0-AFE501AC4C1C}" type="datetime1">
              <a:rPr lang="es-ES" smtClean="0"/>
              <a:t>16/11/2025</a:t>
            </a:fld>
            <a:endParaRPr lang="es-ES" dirty="0"/>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075578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2" r:id="rId4"/>
    <p:sldLayoutId id="2147483653" r:id="rId5"/>
    <p:sldLayoutId id="2147483654" r:id="rId6"/>
    <p:sldLayoutId id="2147483661" r:id="rId7"/>
    <p:sldLayoutId id="2147483655" r:id="rId8"/>
    <p:sldLayoutId id="2147483656" r:id="rId9"/>
    <p:sldLayoutId id="2147483657" r:id="rId10"/>
    <p:sldLayoutId id="2147483658" r:id="rId11"/>
    <p:sldLayoutId id="2147483659"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0B338E-2CA8-4990-93F8-04B6F142715C}" type="datetimeFigureOut">
              <a:rPr lang="es-ES" smtClean="0"/>
              <a:t>16/11/2025</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C9350B-99D0-4E5C-997D-9130554D6298}" type="slidenum">
              <a:rPr lang="es-ES" smtClean="0"/>
              <a:t>‹Nº›</a:t>
            </a:fld>
            <a:endParaRPr lang="es-ES"/>
          </a:p>
        </p:txBody>
      </p:sp>
    </p:spTree>
    <p:extLst>
      <p:ext uri="{BB962C8B-B14F-4D97-AF65-F5344CB8AC3E}">
        <p14:creationId xmlns:p14="http://schemas.microsoft.com/office/powerpoint/2010/main" val="92211199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uah.es/es/estudios/profesor/Jose-Ramon-Hilera-Gonzalez/"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s://creativecommons.org/licenses/by-sa/4.0/" TargetMode="External"/><Relationship Id="rId4" Type="http://schemas.openxmlformats.org/officeDocument/2006/relationships/hyperlink" Target="https://twitter.com/software_a11y"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ur-lex.europa.eu/legal-content/ES/TXT/HTML/?uri=CELEX:32019L0882" TargetMode="External"/><Relationship Id="rId2" Type="http://schemas.openxmlformats.org/officeDocument/2006/relationships/hyperlink" Target="https://eur-lex.europa.eu/eli/dir/2016/2102/oj/spa" TargetMode="Externa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hyperlink" Target="https://www.boe.es/buscar/act.php?id=BOE-A-2023-11022" TargetMode="Externa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hyperlink" Target="https://eur-lex.europa.eu/legal-content/es/ALL/?uri=CELEX:32016L2102" TargetMode="External"/><Relationship Id="rId7" Type="http://schemas.openxmlformats.org/officeDocument/2006/relationships/diagramQuickStyle" Target="../diagrams/quickStyle1.xml"/><Relationship Id="rId2" Type="http://schemas.openxmlformats.org/officeDocument/2006/relationships/hyperlink" Target="https://www.boe.es/buscar/act.php?id=BOE-A-2018-12699" TargetMode="External"/><Relationship Id="rId1" Type="http://schemas.openxmlformats.org/officeDocument/2006/relationships/slideLayout" Target="../slideLayouts/slideLayout3.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hyperlink" Target="https://www.boe.es/buscar/act.php?id=BOE-A-2013-12632" TargetMode="External"/><Relationship Id="rId9" Type="http://schemas.microsoft.com/office/2007/relationships/diagramDrawing" Target="../diagrams/drawin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administracionelectronica.gob.es/pae_Home/pae_Estrategias/pae_Accesibilidad/Informes-Resultados-Seguimiento-Comision-Europea.html" TargetMode="External"/><Relationship Id="rId2" Type="http://schemas.openxmlformats.org/officeDocument/2006/relationships/hyperlink" Target="https://digital-strategy.ec.europa.eu/en/news/web-accessibility-directive-monitoring-reports-2022-2024" TargetMode="Externa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hyperlink" Target="https://administracionelectronica.gob.es/pae_Home/pae_Estrategias/pae_Accesibilidad/implantacion-rd-1112-2018.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administracionelectronica.gob.es/pae_Home/pae_Estrategias/pae_Accesibilidad/pae_normativa/pae_eInclusion_Normas_Accesibilidad.html"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administracionelectronica.gob.es/comunidades/accesibilidad/documentacion" TargetMode="External"/><Relationship Id="rId7" Type="http://schemas.openxmlformats.org/officeDocument/2006/relationships/image" Target="../media/image6.png"/><Relationship Id="rId2" Type="http://schemas.openxmlformats.org/officeDocument/2006/relationships/hyperlink" Target="https://www.boe.es/buscar/doc.php?id=DOUE-L-2021-81136" TargetMode="Externa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hyperlink" Target="https://github.com/josehilera/accesibilidad/tree/master/normas" TargetMode="External"/><Relationship Id="rId4" Type="http://schemas.openxmlformats.org/officeDocument/2006/relationships/hyperlink" Target="https://www.etsi.org/deliver/etsi_en/301500_301599/301549/03.02.01_60/en_301549v030201p.pdf"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w3.org/TR/WCAG21/"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josehilera/accesibilidad/tree/master/normas" TargetMode="External"/><Relationship Id="rId2" Type="http://schemas.openxmlformats.org/officeDocument/2006/relationships/hyperlink" Target="https://www.w3.org/TR/WCAG22/" TargetMode="Externa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boe.es/buscar/doc.php?id=DOUE-L-2018-81650"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administracionelectronica.gob.es/PAe/accesibilidad/metodologiaSimplificado" TargetMode="External"/><Relationship Id="rId7" Type="http://schemas.openxmlformats.org/officeDocument/2006/relationships/image" Target="../media/image10.png"/><Relationship Id="rId2" Type="http://schemas.openxmlformats.org/officeDocument/2006/relationships/hyperlink" Target="https://administracionelectronica.gob.es/comunidades/accesibilidad/documentacion" TargetMode="External"/><Relationship Id="rId1" Type="http://schemas.openxmlformats.org/officeDocument/2006/relationships/slideLayout" Target="../slideLayouts/slideLayout3.xml"/><Relationship Id="rId6" Type="http://schemas.openxmlformats.org/officeDocument/2006/relationships/hyperlink" Target="https://administracionelectronica.gob.es/pae_Home/pae_Estrategias/pae_Accesibilidad/implantacion-rd-1112-2018/revisiones_accesibilidad.html" TargetMode="External"/><Relationship Id="rId5" Type="http://schemas.openxmlformats.org/officeDocument/2006/relationships/hyperlink" Target="https://administracionelectronica.gob.es/comunidades/resources/Comunidades/21/Descargas/Guia-Tecnica-Revision-Accesibilidad-Sitio-Web-UNE-EN-301549-2022-v1-0.pdf?idElemento=864&amp;idComunidad=21" TargetMode="External"/><Relationship Id="rId4" Type="http://schemas.openxmlformats.org/officeDocument/2006/relationships/hyperlink" Target="https://administracionelectronica.gob.es/PAe/accesibilidad/metodologiaProfundidadSitiosWeb" TargetMode="External"/><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hyperlink" Target="https://sede.agenciatributaria.gob.es/Sede/condiciones-uso-sede-electronica/accesibilidad/declaracion-accesibilidad.html" TargetMode="External"/><Relationship Id="rId2" Type="http://schemas.openxmlformats.org/officeDocument/2006/relationships/hyperlink" Target="https://www.boe.es/buscar/doc.php?id=DOUE-L-2018-81649" TargetMode="Externa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ctrTitle"/>
          </p:nvPr>
        </p:nvSpPr>
        <p:spPr/>
        <p:txBody>
          <a:bodyPr>
            <a:normAutofit/>
          </a:bodyPr>
          <a:lstStyle/>
          <a:p>
            <a:r>
              <a:rPr lang="es-ES" dirty="0"/>
              <a:t>Legislación y normativa sobre accesibilidad de sitios web</a:t>
            </a:r>
          </a:p>
        </p:txBody>
      </p:sp>
      <p:sp>
        <p:nvSpPr>
          <p:cNvPr id="6" name="Subtítulo 5"/>
          <p:cNvSpPr>
            <a:spLocks noGrp="1"/>
          </p:cNvSpPr>
          <p:nvPr>
            <p:ph type="subTitle" idx="1"/>
          </p:nvPr>
        </p:nvSpPr>
        <p:spPr>
          <a:xfrm>
            <a:off x="703385" y="4210492"/>
            <a:ext cx="11087100" cy="1908953"/>
          </a:xfrm>
        </p:spPr>
        <p:txBody>
          <a:bodyPr>
            <a:normAutofit/>
          </a:bodyPr>
          <a:lstStyle/>
          <a:p>
            <a:pPr algn="r"/>
            <a:r>
              <a:rPr lang="en-US" b="1" dirty="0"/>
              <a:t>								</a:t>
            </a:r>
            <a:r>
              <a:rPr lang="en-US" b="1" dirty="0">
                <a:hlinkClick r:id="rId3"/>
              </a:rPr>
              <a:t>José Ramón Hilera González</a:t>
            </a:r>
            <a:br>
              <a:rPr lang="en-US" b="1" dirty="0"/>
            </a:br>
            <a:r>
              <a:rPr lang="en-US" sz="2000" dirty="0"/>
              <a:t>jose.hilera@uah.es</a:t>
            </a:r>
            <a:br>
              <a:rPr lang="en-US" sz="2000" dirty="0"/>
            </a:br>
            <a:r>
              <a:rPr lang="en-US" sz="2000" dirty="0">
                <a:hlinkClick r:id="rId4"/>
              </a:rPr>
              <a:t>@software_a11y</a:t>
            </a:r>
            <a:endParaRPr lang="en-US" sz="2000" dirty="0"/>
          </a:p>
          <a:p>
            <a:endParaRPr lang="en-US" b="1" dirty="0"/>
          </a:p>
          <a:p>
            <a:pPr algn="r"/>
            <a:endParaRPr lang="es-ES" i="1" dirty="0"/>
          </a:p>
          <a:p>
            <a:endParaRPr lang="es-ES" dirty="0"/>
          </a:p>
        </p:txBody>
      </p:sp>
      <p:pic>
        <p:nvPicPr>
          <p:cNvPr id="7" name="Imagen 6" title="Licencia CC BY-SA">
            <a:hlinkClick r:id="rId5"/>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6492" y="5954624"/>
            <a:ext cx="1658180" cy="584132"/>
          </a:xfrm>
          <a:prstGeom prst="rect">
            <a:avLst/>
          </a:prstGeom>
        </p:spPr>
      </p:pic>
      <p:sp>
        <p:nvSpPr>
          <p:cNvPr id="4" name="Marcador de número de diapositiva 3"/>
          <p:cNvSpPr>
            <a:spLocks noGrp="1"/>
          </p:cNvSpPr>
          <p:nvPr>
            <p:ph type="sldNum" sz="quarter" idx="4294967295"/>
          </p:nvPr>
        </p:nvSpPr>
        <p:spPr>
          <a:xfrm>
            <a:off x="9173309" y="6373934"/>
            <a:ext cx="2743200" cy="365125"/>
          </a:xfrm>
        </p:spPr>
        <p:txBody>
          <a:bodyPr/>
          <a:lstStyle/>
          <a:p>
            <a:fld id="{C9400CC4-AA0F-4E2E-A7D9-25BF1D2A8A65}" type="slidenum">
              <a:rPr lang="es-ES" smtClean="0"/>
              <a:t>1</a:t>
            </a:fld>
            <a:endParaRPr lang="es-ES"/>
          </a:p>
        </p:txBody>
      </p:sp>
    </p:spTree>
    <p:extLst>
      <p:ext uri="{BB962C8B-B14F-4D97-AF65-F5344CB8AC3E}">
        <p14:creationId xmlns:p14="http://schemas.microsoft.com/office/powerpoint/2010/main" val="3286781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Contenido</a:t>
            </a:r>
          </a:p>
        </p:txBody>
      </p:sp>
      <p:sp>
        <p:nvSpPr>
          <p:cNvPr id="3" name="Marcador de contenido 2"/>
          <p:cNvSpPr>
            <a:spLocks noGrp="1"/>
          </p:cNvSpPr>
          <p:nvPr>
            <p:ph idx="1"/>
          </p:nvPr>
        </p:nvSpPr>
        <p:spPr/>
        <p:txBody>
          <a:bodyPr>
            <a:normAutofit/>
          </a:bodyPr>
          <a:lstStyle/>
          <a:p>
            <a:pPr marL="514350" indent="-514350">
              <a:buFont typeface="+mj-lt"/>
              <a:buAutoNum type="arabicPeriod"/>
            </a:pPr>
            <a:r>
              <a:rPr lang="es-ES" dirty="0"/>
              <a:t>Introducción</a:t>
            </a:r>
          </a:p>
          <a:p>
            <a:pPr marL="514350" indent="-514350">
              <a:buFont typeface="+mj-lt"/>
              <a:buAutoNum type="arabicPeriod"/>
            </a:pPr>
            <a:r>
              <a:rPr lang="es-ES" dirty="0"/>
              <a:t>Real Decreto 1112/2018 y Directiva (UE) 2016/2102</a:t>
            </a:r>
          </a:p>
          <a:p>
            <a:pPr marL="514350" indent="-514350">
              <a:buFont typeface="+mj-lt"/>
              <a:buAutoNum type="arabicPeriod"/>
            </a:pPr>
            <a:r>
              <a:rPr lang="es-ES" dirty="0"/>
              <a:t>Norma UNE-EN 301549:2022</a:t>
            </a:r>
          </a:p>
          <a:p>
            <a:pPr marL="514350" indent="-514350">
              <a:buFont typeface="+mj-lt"/>
              <a:buAutoNum type="arabicPeriod"/>
            </a:pPr>
            <a:r>
              <a:rPr lang="es-ES" dirty="0"/>
              <a:t>Recomendación WCAG 2.1 (W3C)</a:t>
            </a:r>
          </a:p>
          <a:p>
            <a:pPr marL="514350" indent="-514350">
              <a:buFont typeface="+mj-lt"/>
              <a:buAutoNum type="arabicPeriod"/>
            </a:pPr>
            <a:r>
              <a:rPr lang="es-ES" dirty="0"/>
              <a:t>Decisión (UE) 2018/1524</a:t>
            </a:r>
          </a:p>
          <a:p>
            <a:pPr marL="514350" indent="-514350">
              <a:buFont typeface="+mj-lt"/>
              <a:buAutoNum type="arabicPeriod"/>
            </a:pPr>
            <a:r>
              <a:rPr lang="es-ES" dirty="0"/>
              <a:t>Decisión (UE) 2018/1523</a:t>
            </a:r>
          </a:p>
          <a:p>
            <a:pPr marL="514350" indent="-514350">
              <a:buFont typeface="+mj-lt"/>
              <a:buAutoNum type="arabicPeriod"/>
            </a:pPr>
            <a:r>
              <a:rPr lang="es-ES" dirty="0"/>
              <a:t>Conclusiones</a:t>
            </a:r>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2</a:t>
            </a:fld>
            <a:endParaRPr lang="es-ES" dirty="0"/>
          </a:p>
        </p:txBody>
      </p:sp>
    </p:spTree>
    <p:extLst>
      <p:ext uri="{BB962C8B-B14F-4D97-AF65-F5344CB8AC3E}">
        <p14:creationId xmlns:p14="http://schemas.microsoft.com/office/powerpoint/2010/main" val="2055628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es-ES" dirty="0"/>
              <a:t>1. Introducción</a:t>
            </a:r>
          </a:p>
        </p:txBody>
      </p:sp>
      <p:sp>
        <p:nvSpPr>
          <p:cNvPr id="6" name="Marcador de contenido 5"/>
          <p:cNvSpPr>
            <a:spLocks noGrp="1"/>
          </p:cNvSpPr>
          <p:nvPr>
            <p:ph idx="1"/>
          </p:nvPr>
        </p:nvSpPr>
        <p:spPr>
          <a:xfrm>
            <a:off x="527538" y="1491516"/>
            <a:ext cx="6615998" cy="5086425"/>
          </a:xfrm>
        </p:spPr>
        <p:txBody>
          <a:bodyPr>
            <a:normAutofit fontScale="85000" lnSpcReduction="10000"/>
          </a:bodyPr>
          <a:lstStyle/>
          <a:p>
            <a:r>
              <a:rPr lang="es-ES" dirty="0"/>
              <a:t>La accesibilidad de los sitios web de las </a:t>
            </a:r>
            <a:r>
              <a:rPr lang="es-ES" b="1" dirty="0"/>
              <a:t>Administraciones Públicas </a:t>
            </a:r>
            <a:r>
              <a:rPr lang="es-ES" dirty="0"/>
              <a:t>está sometida en España al cumplimiento del Real Decreto 1112/2018 sobre accesibilidad de los sitios web y aplicaciones para dispositivos móviles del sector público.</a:t>
            </a:r>
          </a:p>
          <a:p>
            <a:pPr lvl="1"/>
            <a:r>
              <a:rPr lang="es-ES" dirty="0"/>
              <a:t>Es una transposición de la Directiva</a:t>
            </a:r>
            <a:r>
              <a:rPr lang="es-ES" dirty="0">
                <a:hlinkClick r:id="rId2"/>
              </a:rPr>
              <a:t> </a:t>
            </a:r>
            <a:r>
              <a:rPr lang="es-ES" dirty="0"/>
              <a:t>Europea 2016/2102</a:t>
            </a:r>
          </a:p>
          <a:p>
            <a:r>
              <a:rPr lang="es-ES" dirty="0"/>
              <a:t>La accesibilidad de los sitios web y aplicaciones móviles de determinadas empresas también está regulada en España y la Unión Europea.</a:t>
            </a:r>
          </a:p>
          <a:p>
            <a:pPr lvl="1"/>
            <a:r>
              <a:rPr lang="es-ES" dirty="0">
                <a:hlinkClick r:id="rId3"/>
              </a:rPr>
              <a:t>Directiva 2019/882: </a:t>
            </a:r>
            <a:r>
              <a:rPr lang="es-ES" dirty="0" err="1">
                <a:hlinkClick r:id="rId3"/>
              </a:rPr>
              <a:t>European</a:t>
            </a:r>
            <a:r>
              <a:rPr lang="es-ES" dirty="0">
                <a:hlinkClick r:id="rId3"/>
              </a:rPr>
              <a:t> Accessibility </a:t>
            </a:r>
            <a:r>
              <a:rPr lang="es-ES" dirty="0" err="1">
                <a:hlinkClick r:id="rId3"/>
              </a:rPr>
              <a:t>Act</a:t>
            </a:r>
            <a:r>
              <a:rPr lang="es-ES" dirty="0">
                <a:hlinkClick r:id="rId3"/>
              </a:rPr>
              <a:t> (EAA)</a:t>
            </a:r>
            <a:endParaRPr lang="es-ES" dirty="0"/>
          </a:p>
          <a:p>
            <a:pPr lvl="2"/>
            <a:r>
              <a:rPr lang="es-ES" dirty="0"/>
              <a:t>Transpuesta en la </a:t>
            </a:r>
            <a:r>
              <a:rPr lang="es-ES" dirty="0">
                <a:hlinkClick r:id="rId4"/>
              </a:rPr>
              <a:t>Ley 11/2023</a:t>
            </a:r>
            <a:endParaRPr lang="es-ES" dirty="0"/>
          </a:p>
          <a:p>
            <a:pPr lvl="1"/>
            <a:endParaRPr lang="es-ES" dirty="0"/>
          </a:p>
          <a:p>
            <a:pPr lvl="1"/>
            <a:endParaRPr lang="es-ES"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3</a:t>
            </a:fld>
            <a:endParaRPr lang="es-ES" dirty="0"/>
          </a:p>
        </p:txBody>
      </p:sp>
      <p:pic>
        <p:nvPicPr>
          <p:cNvPr id="3" name="Imagen 2">
            <a:extLst>
              <a:ext uri="{FF2B5EF4-FFF2-40B4-BE49-F238E27FC236}">
                <a16:creationId xmlns:a16="http://schemas.microsoft.com/office/drawing/2014/main" id="{55582ECD-8389-1364-A069-9C122A78DC57}"/>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718181" y="1562603"/>
            <a:ext cx="3676435" cy="5015338"/>
          </a:xfrm>
          <a:prstGeom prst="rect">
            <a:avLst/>
          </a:prstGeom>
          <a:ln>
            <a:solidFill>
              <a:schemeClr val="tx1"/>
            </a:solidFill>
          </a:ln>
        </p:spPr>
      </p:pic>
    </p:spTree>
    <p:extLst>
      <p:ext uri="{BB962C8B-B14F-4D97-AF65-F5344CB8AC3E}">
        <p14:creationId xmlns:p14="http://schemas.microsoft.com/office/powerpoint/2010/main" val="1039344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 Real Decreto 1112/2018</a:t>
            </a:r>
          </a:p>
        </p:txBody>
      </p:sp>
      <p:sp>
        <p:nvSpPr>
          <p:cNvPr id="3" name="Marcador de contenido 2"/>
          <p:cNvSpPr>
            <a:spLocks noGrp="1"/>
          </p:cNvSpPr>
          <p:nvPr>
            <p:ph idx="1"/>
          </p:nvPr>
        </p:nvSpPr>
        <p:spPr>
          <a:xfrm>
            <a:off x="527538" y="1491516"/>
            <a:ext cx="6310583" cy="5075539"/>
          </a:xfrm>
        </p:spPr>
        <p:txBody>
          <a:bodyPr>
            <a:normAutofit fontScale="85000" lnSpcReduction="20000"/>
          </a:bodyPr>
          <a:lstStyle/>
          <a:p>
            <a:r>
              <a:rPr lang="es-ES" dirty="0"/>
              <a:t>El </a:t>
            </a:r>
            <a:r>
              <a:rPr lang="es-ES" dirty="0">
                <a:hlinkClick r:id="rId2"/>
              </a:rPr>
              <a:t>RD 1112/2018</a:t>
            </a:r>
            <a:r>
              <a:rPr lang="es-ES" dirty="0"/>
              <a:t> es la transposición de la </a:t>
            </a:r>
            <a:r>
              <a:rPr lang="es-ES" dirty="0">
                <a:hlinkClick r:id="rId3"/>
              </a:rPr>
              <a:t>Directiva (UE) 2016/2102</a:t>
            </a:r>
            <a:endParaRPr lang="es-ES" dirty="0"/>
          </a:p>
          <a:p>
            <a:r>
              <a:rPr lang="es-ES" dirty="0"/>
              <a:t>Exige el cumplimiento de los requisitos de accesibilidad de la norma UNE-EN 301549:2022</a:t>
            </a:r>
          </a:p>
          <a:p>
            <a:pPr lvl="1"/>
            <a:r>
              <a:rPr lang="es-ES" dirty="0"/>
              <a:t>Es la traducción de EN 301549 V3.2.1</a:t>
            </a:r>
          </a:p>
          <a:p>
            <a:pPr lvl="1"/>
            <a:r>
              <a:rPr lang="es-ES" dirty="0"/>
              <a:t>Se basa en la recomendación WCAG 2.1</a:t>
            </a:r>
          </a:p>
          <a:p>
            <a:r>
              <a:rPr lang="es-ES" dirty="0"/>
              <a:t>Exige aplicar la Decisión (UE) 2018/1524 sobre seguimiento y presentación de informes</a:t>
            </a:r>
          </a:p>
          <a:p>
            <a:r>
              <a:rPr lang="es-ES" dirty="0"/>
              <a:t>Exige aplicar la Decisión (UE) 2018/1523 sobre declaración de accesibilidad</a:t>
            </a:r>
          </a:p>
          <a:p>
            <a:r>
              <a:rPr lang="es-ES" dirty="0"/>
              <a:t>Se ve afectado por el régimen de sanciones de la </a:t>
            </a:r>
            <a:r>
              <a:rPr lang="es-ES" dirty="0">
                <a:hlinkClick r:id="rId4"/>
              </a:rPr>
              <a:t>LGDPDIS</a:t>
            </a:r>
            <a:endParaRPr lang="es-ES" dirty="0"/>
          </a:p>
          <a:p>
            <a:pPr lvl="1"/>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4</a:t>
            </a:fld>
            <a:endParaRPr lang="es-ES" dirty="0"/>
          </a:p>
        </p:txBody>
      </p:sp>
      <p:graphicFrame>
        <p:nvGraphicFramePr>
          <p:cNvPr id="5" name="Diagrama 4" title="&quot;&quot;"/>
          <p:cNvGraphicFramePr/>
          <p:nvPr>
            <p:extLst>
              <p:ext uri="{D42A27DB-BD31-4B8C-83A1-F6EECF244321}">
                <p14:modId xmlns:p14="http://schemas.microsoft.com/office/powerpoint/2010/main" val="2121302524"/>
              </p:ext>
            </p:extLst>
          </p:nvPr>
        </p:nvGraphicFramePr>
        <p:xfrm>
          <a:off x="7021443" y="1439333"/>
          <a:ext cx="5047530" cy="54186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566650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 Real Decreto 1112/2018: Objetivo</a:t>
            </a:r>
          </a:p>
        </p:txBody>
      </p:sp>
      <p:sp>
        <p:nvSpPr>
          <p:cNvPr id="3" name="Marcador de contenido 2"/>
          <p:cNvSpPr>
            <a:spLocks noGrp="1"/>
          </p:cNvSpPr>
          <p:nvPr>
            <p:ph idx="1"/>
          </p:nvPr>
        </p:nvSpPr>
        <p:spPr/>
        <p:txBody>
          <a:bodyPr>
            <a:normAutofit fontScale="92500" lnSpcReduction="20000"/>
          </a:bodyPr>
          <a:lstStyle/>
          <a:p>
            <a:r>
              <a:rPr lang="es-ES" dirty="0"/>
              <a:t>Tiene por objeto garantizar los requisitos de accesibilidad de los sitios web y aplicaciones para dispositivos móviles (apps) del sector público, que comprende:</a:t>
            </a:r>
          </a:p>
          <a:p>
            <a:pPr marL="914400" lvl="1" indent="-457200">
              <a:buFont typeface="+mj-lt"/>
              <a:buAutoNum type="alphaLcParenR"/>
            </a:pPr>
            <a:r>
              <a:rPr lang="es-ES" dirty="0"/>
              <a:t>La Administración General del Estado.</a:t>
            </a:r>
          </a:p>
          <a:p>
            <a:pPr marL="914400" lvl="1" indent="-457200">
              <a:buFont typeface="+mj-lt"/>
              <a:buAutoNum type="alphaLcParenR"/>
            </a:pPr>
            <a:r>
              <a:rPr lang="es-ES" dirty="0"/>
              <a:t>Las Administraciones de las comunidades autónomas.</a:t>
            </a:r>
          </a:p>
          <a:p>
            <a:pPr marL="914400" lvl="1" indent="-457200">
              <a:buFont typeface="+mj-lt"/>
              <a:buAutoNum type="alphaLcParenR"/>
            </a:pPr>
            <a:r>
              <a:rPr lang="es-ES" dirty="0"/>
              <a:t>Las entidades que integran la Administración Local.</a:t>
            </a:r>
          </a:p>
          <a:p>
            <a:pPr marL="914400" lvl="1" indent="-457200">
              <a:buFont typeface="+mj-lt"/>
              <a:buAutoNum type="alphaLcParenR"/>
            </a:pPr>
            <a:r>
              <a:rPr lang="es-ES" dirty="0"/>
              <a:t>El sector público institucional, en los términos establecidos en el artículo 2.2 de la  Ley  39/2015,  de  1  de  octubre,  del  Procedimiento  Administrativo  Común  de  las Administraciones públicas</a:t>
            </a:r>
          </a:p>
          <a:p>
            <a:pPr marL="914400" lvl="1" indent="-457200">
              <a:buFont typeface="+mj-lt"/>
              <a:buAutoNum type="alphaLcParenR"/>
            </a:pPr>
            <a:r>
              <a:rPr lang="es-ES" dirty="0"/>
              <a:t>Las  asociaciones  constituidas  por  las  Administraciones,  entes,  organismos  y entidades que integran el sector público</a:t>
            </a:r>
          </a:p>
          <a:p>
            <a:pPr marL="914400" lvl="1" indent="-457200">
              <a:buFont typeface="+mj-lt"/>
              <a:buAutoNum type="alphaLcParenR"/>
            </a:pPr>
            <a:r>
              <a:rPr lang="es-ES" dirty="0"/>
              <a:t>Lo dispuesto en este real decreto también será de aplicación a la Administración de Justicia</a:t>
            </a:r>
          </a:p>
          <a:p>
            <a:pPr lvl="1"/>
            <a:endParaRPr lang="es-ES" dirty="0"/>
          </a:p>
          <a:p>
            <a:pPr lvl="1"/>
            <a:endParaRPr lang="es-ES"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5</a:t>
            </a:fld>
            <a:endParaRPr lang="es-ES" dirty="0"/>
          </a:p>
        </p:txBody>
      </p:sp>
    </p:spTree>
    <p:extLst>
      <p:ext uri="{BB962C8B-B14F-4D97-AF65-F5344CB8AC3E}">
        <p14:creationId xmlns:p14="http://schemas.microsoft.com/office/powerpoint/2010/main" val="3619472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 Real Decreto 1112/2018: Plazos</a:t>
            </a:r>
          </a:p>
        </p:txBody>
      </p:sp>
      <p:sp>
        <p:nvSpPr>
          <p:cNvPr id="3" name="Marcador de contenido 2"/>
          <p:cNvSpPr>
            <a:spLocks noGrp="1"/>
          </p:cNvSpPr>
          <p:nvPr>
            <p:ph idx="1"/>
          </p:nvPr>
        </p:nvSpPr>
        <p:spPr>
          <a:xfrm>
            <a:off x="527538" y="1491516"/>
            <a:ext cx="5671381" cy="5047395"/>
          </a:xfrm>
        </p:spPr>
        <p:txBody>
          <a:bodyPr>
            <a:normAutofit fontScale="70000" lnSpcReduction="20000"/>
          </a:bodyPr>
          <a:lstStyle/>
          <a:p>
            <a:r>
              <a:rPr lang="es-ES" dirty="0"/>
              <a:t>Cada año debe revisarse la accesibilidad de los sitios web y apps</a:t>
            </a:r>
          </a:p>
          <a:p>
            <a:r>
              <a:rPr lang="es-ES" dirty="0"/>
              <a:t>Como mínimo una vez al año debe actualizarse la declaración de accesibilidad de cada sitio web y app</a:t>
            </a:r>
          </a:p>
          <a:p>
            <a:r>
              <a:rPr lang="es-ES" dirty="0"/>
              <a:t>Cada tres años debe presentarse a la Comisión Europea un informe sobre el resultado del seguimiento que se hará público en formato accesible, el primero en diciembre de 2021, el segundo en diciembre de 2024, el tercero en diciembre de 2027, …</a:t>
            </a:r>
          </a:p>
          <a:p>
            <a:pPr lvl="1"/>
            <a:r>
              <a:rPr lang="es-ES" dirty="0">
                <a:hlinkClick r:id="rId2"/>
              </a:rPr>
              <a:t>Disponibles los segundos informes de los países miembros en la web de la UE</a:t>
            </a:r>
            <a:endParaRPr lang="es-ES" dirty="0"/>
          </a:p>
          <a:p>
            <a:pPr lvl="1"/>
            <a:r>
              <a:rPr lang="es-ES" dirty="0"/>
              <a:t>Los de España están disponibles en el </a:t>
            </a:r>
            <a:r>
              <a:rPr lang="es-ES" dirty="0">
                <a:hlinkClick r:id="rId3"/>
              </a:rPr>
              <a:t>Observatorio de Accesibilidad</a:t>
            </a:r>
            <a:endParaRPr lang="es-ES" dirty="0"/>
          </a:p>
          <a:p>
            <a:pPr lvl="1"/>
            <a:endParaRPr lang="es-ES" dirty="0"/>
          </a:p>
          <a:p>
            <a:endParaRPr lang="es-ES" dirty="0"/>
          </a:p>
        </p:txBody>
      </p:sp>
      <p:pic>
        <p:nvPicPr>
          <p:cNvPr id="6" name="Imagen 5" title="&quot;&quot;">
            <a:hlinkClick r:id="rId4"/>
          </p:cNvPr>
          <p:cNvPicPr>
            <a:picLocks noChangeAspect="1"/>
          </p:cNvPicPr>
          <p:nvPr/>
        </p:nvPicPr>
        <p:blipFill>
          <a:blip r:embed="rId5"/>
          <a:stretch>
            <a:fillRect/>
          </a:stretch>
        </p:blipFill>
        <p:spPr>
          <a:xfrm>
            <a:off x="6626431" y="1613684"/>
            <a:ext cx="5342830" cy="4804238"/>
          </a:xfrm>
          <a:prstGeom prst="rect">
            <a:avLst/>
          </a:prstGeom>
        </p:spPr>
      </p:pic>
      <p:sp>
        <p:nvSpPr>
          <p:cNvPr id="8" name="CuadroTexto 7"/>
          <p:cNvSpPr txBox="1"/>
          <p:nvPr/>
        </p:nvSpPr>
        <p:spPr>
          <a:xfrm>
            <a:off x="8297633" y="6538912"/>
            <a:ext cx="2791470" cy="276999"/>
          </a:xfrm>
          <a:prstGeom prst="rect">
            <a:avLst/>
          </a:prstGeom>
          <a:noFill/>
        </p:spPr>
        <p:txBody>
          <a:bodyPr wrap="none" rtlCol="0">
            <a:spAutoFit/>
          </a:bodyPr>
          <a:lstStyle/>
          <a:p>
            <a:r>
              <a:rPr lang="es-ES" sz="1200" dirty="0"/>
              <a:t>Imagen: administracionelectronica.gob.es</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6</a:t>
            </a:fld>
            <a:endParaRPr lang="es-ES" dirty="0"/>
          </a:p>
        </p:txBody>
      </p:sp>
    </p:spTree>
    <p:extLst>
      <p:ext uri="{BB962C8B-B14F-4D97-AF65-F5344CB8AC3E}">
        <p14:creationId xmlns:p14="http://schemas.microsoft.com/office/powerpoint/2010/main" val="1399247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3. Norma UNE-EN 301549</a:t>
            </a:r>
            <a:br>
              <a:rPr lang="es-ES" dirty="0"/>
            </a:br>
            <a:r>
              <a:rPr lang="es-ES" dirty="0"/>
              <a:t>Sitios web</a:t>
            </a:r>
          </a:p>
        </p:txBody>
      </p:sp>
      <p:sp>
        <p:nvSpPr>
          <p:cNvPr id="3" name="Marcador de contenido 2"/>
          <p:cNvSpPr>
            <a:spLocks noGrp="1"/>
          </p:cNvSpPr>
          <p:nvPr>
            <p:ph idx="1"/>
          </p:nvPr>
        </p:nvSpPr>
        <p:spPr>
          <a:xfrm>
            <a:off x="527537" y="1491516"/>
            <a:ext cx="10634105" cy="2462967"/>
          </a:xfrm>
        </p:spPr>
        <p:txBody>
          <a:bodyPr>
            <a:normAutofit/>
          </a:bodyPr>
          <a:lstStyle/>
          <a:p>
            <a:r>
              <a:rPr lang="es-ES" dirty="0"/>
              <a:t>La norma </a:t>
            </a:r>
            <a:r>
              <a:rPr lang="es-ES" dirty="0">
                <a:hlinkClick r:id="rId2"/>
              </a:rPr>
              <a:t>UNE-EN 301549:2022</a:t>
            </a:r>
            <a:r>
              <a:rPr lang="es-ES" dirty="0"/>
              <a:t> Establece los requisitos que debe cumplir un </a:t>
            </a:r>
            <a:r>
              <a:rPr lang="es-ES" b="1" dirty="0"/>
              <a:t>sitio web</a:t>
            </a:r>
            <a:r>
              <a:rPr lang="es-ES" dirty="0"/>
              <a:t> para considerarse accesible según los términos del RD 1112/2018</a:t>
            </a:r>
          </a:p>
          <a:p>
            <a:r>
              <a:rPr lang="es-ES" dirty="0"/>
              <a:t>Anexo A: Incluye una tabla A.1 resumen con los requisitos exigidos </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7</a:t>
            </a:fld>
            <a:endParaRPr lang="es-ES" dirty="0"/>
          </a:p>
        </p:txBody>
      </p:sp>
      <p:pic>
        <p:nvPicPr>
          <p:cNvPr id="6" name="Imagen 5">
            <a:extLst>
              <a:ext uri="{FF2B5EF4-FFF2-40B4-BE49-F238E27FC236}">
                <a16:creationId xmlns:a16="http://schemas.microsoft.com/office/drawing/2014/main" id="{430A4C07-DF93-46BE-B07D-F8D7C2ECFC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3715" y="4168082"/>
            <a:ext cx="10144648" cy="2080688"/>
          </a:xfrm>
          <a:prstGeom prst="rect">
            <a:avLst/>
          </a:prstGeom>
        </p:spPr>
      </p:pic>
    </p:spTree>
    <p:extLst>
      <p:ext uri="{BB962C8B-B14F-4D97-AF65-F5344CB8AC3E}">
        <p14:creationId xmlns:p14="http://schemas.microsoft.com/office/powerpoint/2010/main" val="4212148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3. Norma UNE-EN 301549:2022</a:t>
            </a:r>
          </a:p>
        </p:txBody>
      </p:sp>
      <p:sp>
        <p:nvSpPr>
          <p:cNvPr id="3" name="Marcador de contenido 2"/>
          <p:cNvSpPr>
            <a:spLocks noGrp="1"/>
          </p:cNvSpPr>
          <p:nvPr>
            <p:ph idx="1"/>
          </p:nvPr>
        </p:nvSpPr>
        <p:spPr>
          <a:xfrm>
            <a:off x="527537" y="1491516"/>
            <a:ext cx="10634105" cy="2462967"/>
          </a:xfrm>
        </p:spPr>
        <p:txBody>
          <a:bodyPr>
            <a:normAutofit fontScale="92500" lnSpcReduction="20000"/>
          </a:bodyPr>
          <a:lstStyle/>
          <a:p>
            <a:r>
              <a:rPr lang="es-ES" dirty="0"/>
              <a:t>La </a:t>
            </a:r>
            <a:r>
              <a:rPr lang="es-ES" dirty="0">
                <a:hlinkClick r:id="rId2"/>
              </a:rPr>
              <a:t>Decisión de Ejecución (UE) 2021/1339 </a:t>
            </a:r>
            <a:r>
              <a:rPr lang="es-ES" dirty="0"/>
              <a:t>establece que desde el 12 de febrero de 2022 hay que aplicar la versión 3.2.1 de la norma europea</a:t>
            </a:r>
          </a:p>
          <a:p>
            <a:pPr lvl="1"/>
            <a:r>
              <a:rPr lang="es-ES" dirty="0"/>
              <a:t>Es equivalente a la norma española UNE-EN 301549:2022</a:t>
            </a:r>
          </a:p>
          <a:p>
            <a:pPr lvl="2"/>
            <a:r>
              <a:rPr lang="es-ES" dirty="0"/>
              <a:t>Disponible en la </a:t>
            </a:r>
            <a:r>
              <a:rPr lang="es-ES" dirty="0">
                <a:hlinkClick r:id="rId3"/>
              </a:rPr>
              <a:t>Comunidad Accesibilidad</a:t>
            </a:r>
            <a:r>
              <a:rPr lang="es-ES" dirty="0"/>
              <a:t> para usuarios registrados  </a:t>
            </a:r>
          </a:p>
          <a:p>
            <a:pPr lvl="1"/>
            <a:r>
              <a:rPr lang="es-ES" dirty="0">
                <a:hlinkClick r:id="rId4"/>
              </a:rPr>
              <a:t>Disponible gratuitamente en inglés</a:t>
            </a:r>
            <a:endParaRPr lang="es-ES" dirty="0"/>
          </a:p>
          <a:p>
            <a:pPr lvl="1"/>
            <a:r>
              <a:rPr lang="es-ES" dirty="0"/>
              <a:t>Disponible un </a:t>
            </a:r>
            <a:r>
              <a:rPr lang="es-ES" dirty="0">
                <a:hlinkClick r:id="rId5"/>
              </a:rPr>
              <a:t>resumen de la norma</a:t>
            </a:r>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8</a:t>
            </a:fld>
            <a:endParaRPr lang="es-ES" dirty="0"/>
          </a:p>
        </p:txBody>
      </p:sp>
      <p:pic>
        <p:nvPicPr>
          <p:cNvPr id="8" name="Imagen 7">
            <a:hlinkClick r:id="rId2"/>
            <a:extLst>
              <a:ext uri="{FF2B5EF4-FFF2-40B4-BE49-F238E27FC236}">
                <a16:creationId xmlns:a16="http://schemas.microsoft.com/office/drawing/2014/main" id="{601EA854-8D5A-4FD5-98CF-DE81D64F5159}"/>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746794" y="4224480"/>
            <a:ext cx="5521180" cy="2032673"/>
          </a:xfrm>
          <a:prstGeom prst="rect">
            <a:avLst/>
          </a:prstGeom>
        </p:spPr>
      </p:pic>
      <p:pic>
        <p:nvPicPr>
          <p:cNvPr id="6" name="Imagen 5">
            <a:extLst>
              <a:ext uri="{FF2B5EF4-FFF2-40B4-BE49-F238E27FC236}">
                <a16:creationId xmlns:a16="http://schemas.microsoft.com/office/drawing/2014/main" id="{7F63A511-682D-442A-92DC-F9BCC1E238BA}"/>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693581" y="2720288"/>
            <a:ext cx="2618245" cy="3806863"/>
          </a:xfrm>
          <a:prstGeom prst="rect">
            <a:avLst/>
          </a:prstGeom>
          <a:ln>
            <a:solidFill>
              <a:schemeClr val="tx1"/>
            </a:solidFill>
          </a:ln>
        </p:spPr>
      </p:pic>
    </p:spTree>
    <p:extLst>
      <p:ext uri="{BB962C8B-B14F-4D97-AF65-F5344CB8AC3E}">
        <p14:creationId xmlns:p14="http://schemas.microsoft.com/office/powerpoint/2010/main" val="826248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4. Recomendación WCAG</a:t>
            </a:r>
          </a:p>
        </p:txBody>
      </p:sp>
      <p:sp>
        <p:nvSpPr>
          <p:cNvPr id="3" name="Marcador de contenido 2"/>
          <p:cNvSpPr>
            <a:spLocks noGrp="1"/>
          </p:cNvSpPr>
          <p:nvPr>
            <p:ph idx="1"/>
          </p:nvPr>
        </p:nvSpPr>
        <p:spPr>
          <a:xfrm>
            <a:off x="527537" y="1491518"/>
            <a:ext cx="7304498" cy="5229958"/>
          </a:xfrm>
        </p:spPr>
        <p:txBody>
          <a:bodyPr>
            <a:normAutofit fontScale="70000" lnSpcReduction="20000"/>
          </a:bodyPr>
          <a:lstStyle/>
          <a:p>
            <a:r>
              <a:rPr lang="es-ES" dirty="0">
                <a:hlinkClick r:id="rId2"/>
              </a:rPr>
              <a:t>WCAG 2.1</a:t>
            </a:r>
            <a:r>
              <a:rPr lang="es-ES" dirty="0"/>
              <a:t>: Web Content Accessibility </a:t>
            </a:r>
            <a:r>
              <a:rPr lang="es-ES" dirty="0" err="1"/>
              <a:t>Guidelines</a:t>
            </a:r>
            <a:endParaRPr lang="es-ES" dirty="0"/>
          </a:p>
          <a:p>
            <a:r>
              <a:rPr lang="es-ES" dirty="0"/>
              <a:t>Creada por el </a:t>
            </a:r>
            <a:r>
              <a:rPr lang="es-ES" dirty="0" err="1"/>
              <a:t>World</a:t>
            </a:r>
            <a:r>
              <a:rPr lang="es-ES" dirty="0"/>
              <a:t> Wide Web </a:t>
            </a:r>
            <a:r>
              <a:rPr lang="es-ES" dirty="0" err="1"/>
              <a:t>Consortium</a:t>
            </a:r>
            <a:r>
              <a:rPr lang="es-ES" dirty="0"/>
              <a:t> (W3C)</a:t>
            </a:r>
          </a:p>
          <a:p>
            <a:r>
              <a:rPr lang="es-ES" dirty="0"/>
              <a:t>Establece (la versión 2.1)</a:t>
            </a:r>
          </a:p>
          <a:p>
            <a:pPr lvl="1"/>
            <a:r>
              <a:rPr lang="es-ES" dirty="0"/>
              <a:t>78 requisitos de accesibilidad para el contenido web</a:t>
            </a:r>
          </a:p>
          <a:p>
            <a:pPr lvl="1"/>
            <a:r>
              <a:rPr lang="es-ES" dirty="0"/>
              <a:t> 3 niveles de conformidad (A, AA y AAA)</a:t>
            </a:r>
          </a:p>
          <a:p>
            <a:r>
              <a:rPr lang="es-ES" dirty="0"/>
              <a:t>Los requisitos se denominan “criterios de conformidad” (</a:t>
            </a:r>
            <a:r>
              <a:rPr lang="es-ES" i="1" dirty="0" err="1"/>
              <a:t>Success</a:t>
            </a:r>
            <a:r>
              <a:rPr lang="es-ES" i="1" dirty="0"/>
              <a:t> </a:t>
            </a:r>
            <a:r>
              <a:rPr lang="es-ES" i="1" dirty="0" err="1"/>
              <a:t>Criteria</a:t>
            </a:r>
            <a:r>
              <a:rPr lang="es-ES" dirty="0"/>
              <a:t>)</a:t>
            </a:r>
          </a:p>
          <a:p>
            <a:r>
              <a:rPr lang="es-ES" dirty="0"/>
              <a:t>Un nivel AA de accesibilidad se considera aceptable, exige cumplir 50 requisitos concretos</a:t>
            </a:r>
          </a:p>
          <a:p>
            <a:r>
              <a:rPr lang="es-ES" dirty="0"/>
              <a:t>La norma UNE-EN 301549:2022 exige que:</a:t>
            </a:r>
          </a:p>
          <a:p>
            <a:pPr lvl="1"/>
            <a:r>
              <a:rPr lang="es-ES" dirty="0"/>
              <a:t>Los sitios web cumplan 49 de los 50 requisitos de WCAG 2.1 nivel AA</a:t>
            </a:r>
          </a:p>
          <a:p>
            <a:pPr lvl="1"/>
            <a:r>
              <a:rPr lang="es-ES" dirty="0"/>
              <a:t>Las apps cumplan aquellos requisitos de WCAG 2.1 nivel AA que puedan adaptarse a las aplicaciones móviles</a:t>
            </a:r>
          </a:p>
          <a:p>
            <a:pPr lvl="1"/>
            <a:endParaRPr lang="es-ES" dirty="0"/>
          </a:p>
          <a:p>
            <a:pPr lvl="1"/>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9</a:t>
            </a:fld>
            <a:endParaRPr lang="es-ES" dirty="0"/>
          </a:p>
        </p:txBody>
      </p:sp>
      <p:pic>
        <p:nvPicPr>
          <p:cNvPr id="7" name="Imagen 6" title="Sitio web de WCAG">
            <a:hlinkClick r:id="rId2"/>
          </p:cNvPr>
          <p:cNvPicPr>
            <a:picLocks noChangeAspect="1"/>
          </p:cNvPicPr>
          <p:nvPr/>
        </p:nvPicPr>
        <p:blipFill>
          <a:blip r:embed="rId3"/>
          <a:stretch>
            <a:fillRect/>
          </a:stretch>
        </p:blipFill>
        <p:spPr>
          <a:xfrm>
            <a:off x="8211508" y="1491517"/>
            <a:ext cx="3757753" cy="4846030"/>
          </a:xfrm>
          <a:prstGeom prst="rect">
            <a:avLst/>
          </a:prstGeom>
          <a:ln>
            <a:solidFill>
              <a:schemeClr val="tx1">
                <a:lumMod val="50000"/>
                <a:lumOff val="50000"/>
              </a:schemeClr>
            </a:solidFill>
          </a:ln>
        </p:spPr>
      </p:pic>
    </p:spTree>
    <p:extLst>
      <p:ext uri="{BB962C8B-B14F-4D97-AF65-F5344CB8AC3E}">
        <p14:creationId xmlns:p14="http://schemas.microsoft.com/office/powerpoint/2010/main" val="4225376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4A84B-CDAC-07A6-CC0E-B61128D499A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0C7912-95FF-123D-50A4-885887D13107}"/>
              </a:ext>
            </a:extLst>
          </p:cNvPr>
          <p:cNvSpPr>
            <a:spLocks noGrp="1"/>
          </p:cNvSpPr>
          <p:nvPr>
            <p:ph type="title"/>
          </p:nvPr>
        </p:nvSpPr>
        <p:spPr/>
        <p:txBody>
          <a:bodyPr/>
          <a:lstStyle/>
          <a:p>
            <a:r>
              <a:rPr lang="es-ES" dirty="0"/>
              <a:t>4. Recomendación WCAG 2.2 (No aplicable)</a:t>
            </a:r>
          </a:p>
        </p:txBody>
      </p:sp>
      <p:sp>
        <p:nvSpPr>
          <p:cNvPr id="3" name="Marcador de contenido 2">
            <a:extLst>
              <a:ext uri="{FF2B5EF4-FFF2-40B4-BE49-F238E27FC236}">
                <a16:creationId xmlns:a16="http://schemas.microsoft.com/office/drawing/2014/main" id="{5E603CD4-00E9-57C6-F294-B2E6C3753099}"/>
              </a:ext>
            </a:extLst>
          </p:cNvPr>
          <p:cNvSpPr>
            <a:spLocks noGrp="1"/>
          </p:cNvSpPr>
          <p:nvPr>
            <p:ph idx="1"/>
          </p:nvPr>
        </p:nvSpPr>
        <p:spPr>
          <a:xfrm>
            <a:off x="527537" y="1491518"/>
            <a:ext cx="7304498" cy="5229958"/>
          </a:xfrm>
        </p:spPr>
        <p:txBody>
          <a:bodyPr>
            <a:normAutofit/>
          </a:bodyPr>
          <a:lstStyle/>
          <a:p>
            <a:r>
              <a:rPr lang="es-ES" dirty="0">
                <a:hlinkClick r:id="rId2"/>
              </a:rPr>
              <a:t>WCAG 2.2</a:t>
            </a:r>
            <a:r>
              <a:rPr lang="es-ES" dirty="0"/>
              <a:t>: Web Content Accessibility </a:t>
            </a:r>
            <a:r>
              <a:rPr lang="es-ES" dirty="0" err="1"/>
              <a:t>Guidelines</a:t>
            </a:r>
            <a:endParaRPr lang="es-ES" dirty="0"/>
          </a:p>
          <a:p>
            <a:r>
              <a:rPr lang="es-ES" dirty="0"/>
              <a:t>Aunque existe la versión WCAG 2.2, la norma UNE-EN 301549:2022 exige que sólo se cumplan los requisitos de la 2.1</a:t>
            </a:r>
          </a:p>
          <a:p>
            <a:r>
              <a:rPr lang="es-ES" dirty="0"/>
              <a:t>En la próxima versión de UNE-EN 301549 se incluirán </a:t>
            </a:r>
            <a:r>
              <a:rPr lang="es-ES" dirty="0">
                <a:hlinkClick r:id="rId3"/>
              </a:rPr>
              <a:t>nuevos requisitos</a:t>
            </a:r>
            <a:r>
              <a:rPr lang="es-ES" dirty="0"/>
              <a:t> de WCAG 2.2</a:t>
            </a:r>
          </a:p>
          <a:p>
            <a:pPr lvl="1"/>
            <a:endParaRPr lang="es-ES" dirty="0"/>
          </a:p>
          <a:p>
            <a:pPr lvl="1"/>
            <a:endParaRPr lang="es-ES" dirty="0"/>
          </a:p>
          <a:p>
            <a:pPr lvl="1"/>
            <a:endParaRPr lang="es-ES" dirty="0"/>
          </a:p>
        </p:txBody>
      </p:sp>
      <p:sp>
        <p:nvSpPr>
          <p:cNvPr id="4" name="Marcador de número de diapositiva 3">
            <a:extLst>
              <a:ext uri="{FF2B5EF4-FFF2-40B4-BE49-F238E27FC236}">
                <a16:creationId xmlns:a16="http://schemas.microsoft.com/office/drawing/2014/main" id="{3DBC7B30-951D-BE37-8490-4958B83C38A5}"/>
              </a:ext>
            </a:extLst>
          </p:cNvPr>
          <p:cNvSpPr>
            <a:spLocks noGrp="1"/>
          </p:cNvSpPr>
          <p:nvPr>
            <p:ph type="sldNum" sz="quarter" idx="12"/>
          </p:nvPr>
        </p:nvSpPr>
        <p:spPr/>
        <p:txBody>
          <a:bodyPr/>
          <a:lstStyle/>
          <a:p>
            <a:fld id="{C9400CC4-AA0F-4E2E-A7D9-25BF1D2A8A65}" type="slidenum">
              <a:rPr lang="es-ES" smtClean="0"/>
              <a:t>10</a:t>
            </a:fld>
            <a:endParaRPr lang="es-ES" dirty="0"/>
          </a:p>
        </p:txBody>
      </p:sp>
      <p:pic>
        <p:nvPicPr>
          <p:cNvPr id="6" name="Imagen 5">
            <a:extLst>
              <a:ext uri="{FF2B5EF4-FFF2-40B4-BE49-F238E27FC236}">
                <a16:creationId xmlns:a16="http://schemas.microsoft.com/office/drawing/2014/main" id="{78DCA9E4-B2EF-84EC-A158-7DC2A7CF7BCE}"/>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832035" y="1947132"/>
            <a:ext cx="4262452" cy="4295624"/>
          </a:xfrm>
          <a:prstGeom prst="rect">
            <a:avLst/>
          </a:prstGeom>
          <a:ln>
            <a:solidFill>
              <a:schemeClr val="tx1">
                <a:lumMod val="50000"/>
                <a:lumOff val="50000"/>
              </a:schemeClr>
            </a:solidFill>
          </a:ln>
        </p:spPr>
      </p:pic>
    </p:spTree>
    <p:extLst>
      <p:ext uri="{BB962C8B-B14F-4D97-AF65-F5344CB8AC3E}">
        <p14:creationId xmlns:p14="http://schemas.microsoft.com/office/powerpoint/2010/main" val="3584585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5. Decisión (UE) 2018/1524</a:t>
            </a:r>
          </a:p>
        </p:txBody>
      </p:sp>
      <p:sp>
        <p:nvSpPr>
          <p:cNvPr id="3" name="Marcador de contenido 2"/>
          <p:cNvSpPr>
            <a:spLocks noGrp="1"/>
          </p:cNvSpPr>
          <p:nvPr>
            <p:ph idx="1"/>
          </p:nvPr>
        </p:nvSpPr>
        <p:spPr>
          <a:xfrm>
            <a:off x="527538" y="1491517"/>
            <a:ext cx="11252783" cy="3626748"/>
          </a:xfrm>
        </p:spPr>
        <p:txBody>
          <a:bodyPr>
            <a:normAutofit fontScale="70000" lnSpcReduction="20000"/>
          </a:bodyPr>
          <a:lstStyle/>
          <a:p>
            <a:r>
              <a:rPr lang="es-ES" dirty="0"/>
              <a:t>El RD 1112/2018 (art. 17) exige que la evaluación de la accesibilidad de los sitios web respete las condiciones exigidas para las revisiones que establezca la metodología europea.</a:t>
            </a:r>
          </a:p>
          <a:p>
            <a:r>
              <a:rPr lang="es-ES" dirty="0"/>
              <a:t>Las metodología europea se define en la </a:t>
            </a:r>
            <a:r>
              <a:rPr lang="es-ES" dirty="0">
                <a:hlinkClick r:id="rId2"/>
              </a:rPr>
              <a:t>Decisión de Ejecución (UE) 2018/1524</a:t>
            </a:r>
            <a:endParaRPr lang="es-ES" dirty="0"/>
          </a:p>
          <a:p>
            <a:r>
              <a:rPr lang="es-ES" dirty="0"/>
              <a:t>Establece </a:t>
            </a:r>
          </a:p>
          <a:p>
            <a:pPr lvl="1"/>
            <a:r>
              <a:rPr lang="es-ES" dirty="0"/>
              <a:t>Un método de seguimiento en profundidad, verificando la conformidad con todos los requisitos de EN 301549</a:t>
            </a:r>
          </a:p>
          <a:p>
            <a:pPr lvl="1"/>
            <a:r>
              <a:rPr lang="es-ES" dirty="0"/>
              <a:t>Un método de seguimiento simplificado para detectar casos de incumplimiento de requisitos de EN 301549</a:t>
            </a:r>
          </a:p>
          <a:p>
            <a:pPr lvl="1"/>
            <a:r>
              <a:rPr lang="es-ES" dirty="0"/>
              <a:t>Un método de muestreo de los sitios web a revisar en un país, según número de habitantes</a:t>
            </a:r>
          </a:p>
          <a:p>
            <a:pPr lvl="1"/>
            <a:r>
              <a:rPr lang="es-ES" dirty="0"/>
              <a:t>Un método de muestreo de las páginas a revisar en cada sitio web</a:t>
            </a:r>
          </a:p>
          <a:p>
            <a:pPr lvl="1"/>
            <a:r>
              <a:rPr lang="es-ES" dirty="0"/>
              <a:t>El contenido del informe de seguimiento a presentar ante la Comisión Europea por cada país</a:t>
            </a:r>
          </a:p>
          <a:p>
            <a:pPr lvl="1"/>
            <a:r>
              <a:rPr lang="es-ES" dirty="0"/>
              <a:t>La frecuencia de presentación de los informes (el primero el 23/12/2021, después cada 3 años)</a:t>
            </a:r>
          </a:p>
          <a:p>
            <a:endParaRPr lang="es-ES" dirty="0"/>
          </a:p>
          <a:p>
            <a:endParaRPr lang="es-ES" dirty="0"/>
          </a:p>
          <a:p>
            <a:endParaRPr lang="es-ES" dirty="0"/>
          </a:p>
        </p:txBody>
      </p:sp>
      <p:pic>
        <p:nvPicPr>
          <p:cNvPr id="7" name="Imagen 6">
            <a:hlinkClick r:id="rId2"/>
            <a:extLst>
              <a:ext uri="{FF2B5EF4-FFF2-40B4-BE49-F238E27FC236}">
                <a16:creationId xmlns:a16="http://schemas.microsoft.com/office/drawing/2014/main" id="{26C73750-F2CE-45FA-82DD-6D88216D368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472905" y="5172014"/>
            <a:ext cx="4482375" cy="1610680"/>
          </a:xfrm>
          <a:prstGeom prst="rect">
            <a:avLst/>
          </a:prstGeom>
        </p:spPr>
      </p:pic>
      <p:sp>
        <p:nvSpPr>
          <p:cNvPr id="4" name="Marcador de número de diapositiva 3"/>
          <p:cNvSpPr>
            <a:spLocks noGrp="1"/>
          </p:cNvSpPr>
          <p:nvPr>
            <p:ph type="sldNum" sz="quarter" idx="12"/>
          </p:nvPr>
        </p:nvSpPr>
        <p:spPr/>
        <p:txBody>
          <a:bodyPr/>
          <a:lstStyle/>
          <a:p>
            <a:fld id="{C9400CC4-AA0F-4E2E-A7D9-25BF1D2A8A65}" type="slidenum">
              <a:rPr lang="es-ES" smtClean="0"/>
              <a:t>11</a:t>
            </a:fld>
            <a:endParaRPr lang="es-ES" dirty="0"/>
          </a:p>
        </p:txBody>
      </p:sp>
    </p:spTree>
    <p:extLst>
      <p:ext uri="{BB962C8B-B14F-4D97-AF65-F5344CB8AC3E}">
        <p14:creationId xmlns:p14="http://schemas.microsoft.com/office/powerpoint/2010/main" val="1084928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5. Decisión (UE) 2018/1524</a:t>
            </a:r>
            <a:br>
              <a:rPr lang="es-ES" dirty="0"/>
            </a:br>
            <a:r>
              <a:rPr lang="es-ES" dirty="0"/>
              <a:t>Metodología del Observatorio de Accesibilidad</a:t>
            </a:r>
          </a:p>
        </p:txBody>
      </p:sp>
      <p:sp>
        <p:nvSpPr>
          <p:cNvPr id="3" name="Marcador de contenido 2"/>
          <p:cNvSpPr>
            <a:spLocks noGrp="1"/>
          </p:cNvSpPr>
          <p:nvPr>
            <p:ph idx="1"/>
          </p:nvPr>
        </p:nvSpPr>
        <p:spPr>
          <a:xfrm>
            <a:off x="527539" y="1491516"/>
            <a:ext cx="11305232" cy="2699484"/>
          </a:xfrm>
        </p:spPr>
        <p:txBody>
          <a:bodyPr>
            <a:normAutofit fontScale="77500" lnSpcReduction="20000"/>
          </a:bodyPr>
          <a:lstStyle/>
          <a:p>
            <a:r>
              <a:rPr lang="es-ES" dirty="0"/>
              <a:t>El </a:t>
            </a:r>
            <a:r>
              <a:rPr lang="es-ES" dirty="0">
                <a:hlinkClick r:id="rId2"/>
              </a:rPr>
              <a:t>Observatorio de Accesibilidad</a:t>
            </a:r>
            <a:r>
              <a:rPr lang="es-ES" dirty="0"/>
              <a:t> ha publicado </a:t>
            </a:r>
          </a:p>
          <a:p>
            <a:pPr lvl="1"/>
            <a:r>
              <a:rPr lang="es-ES" dirty="0"/>
              <a:t>Dos metodologías para ayudar a cumplir la Decisión (UE) 2018/1524</a:t>
            </a:r>
          </a:p>
          <a:p>
            <a:pPr lvl="2"/>
            <a:r>
              <a:rPr lang="es-ES" dirty="0">
                <a:hlinkClick r:id="rId3"/>
              </a:rPr>
              <a:t>Metodología para el seguimiento simplificado de sitios web UNE-EN 301549:2022</a:t>
            </a:r>
            <a:endParaRPr lang="es-ES" dirty="0"/>
          </a:p>
          <a:p>
            <a:pPr lvl="2"/>
            <a:r>
              <a:rPr lang="es-ES" dirty="0">
                <a:hlinkClick r:id="rId4"/>
              </a:rPr>
              <a:t>Metodología para el seguimiento en profundidad de sitios web UNE-EN301549:2022</a:t>
            </a:r>
            <a:endParaRPr lang="es-ES" dirty="0"/>
          </a:p>
          <a:p>
            <a:pPr lvl="1"/>
            <a:r>
              <a:rPr lang="es-ES" dirty="0"/>
              <a:t>Una guía técnica para ayudar a revisar en profundidad cada requisito de accesibilidad</a:t>
            </a:r>
          </a:p>
          <a:p>
            <a:pPr lvl="2"/>
            <a:r>
              <a:rPr lang="es-ES" dirty="0">
                <a:hlinkClick r:id="rId5"/>
              </a:rPr>
              <a:t>Guía técnica para la revisión de accesibilidad de un sitio web según la UNE-EN 301549:2022</a:t>
            </a:r>
            <a:endParaRPr lang="es-ES" dirty="0"/>
          </a:p>
          <a:p>
            <a:r>
              <a:rPr lang="es-ES" dirty="0"/>
              <a:t>El Informe de Revisión en profundidad debe ajustarse al </a:t>
            </a:r>
            <a:r>
              <a:rPr lang="es-ES" dirty="0">
                <a:hlinkClick r:id="rId6"/>
              </a:rPr>
              <a:t>modelo disponible en el Observatorio</a:t>
            </a:r>
            <a:endParaRPr lang="es-ES" dirty="0"/>
          </a:p>
          <a:p>
            <a:pPr lvl="1"/>
            <a:endParaRPr lang="es-ES" dirty="0"/>
          </a:p>
          <a:p>
            <a:endParaRPr lang="es-ES" dirty="0"/>
          </a:p>
          <a:p>
            <a:endParaRPr lang="es-ES"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12</a:t>
            </a:fld>
            <a:endParaRPr lang="es-ES" dirty="0"/>
          </a:p>
        </p:txBody>
      </p:sp>
      <p:pic>
        <p:nvPicPr>
          <p:cNvPr id="7" name="Imagen 6">
            <a:extLst>
              <a:ext uri="{FF2B5EF4-FFF2-40B4-BE49-F238E27FC236}">
                <a16:creationId xmlns:a16="http://schemas.microsoft.com/office/drawing/2014/main" id="{B0CCCB14-02A4-BF88-E10C-EF62748E2E98}"/>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1659100" y="4123641"/>
            <a:ext cx="1827622" cy="2597834"/>
          </a:xfrm>
          <a:prstGeom prst="rect">
            <a:avLst/>
          </a:prstGeom>
        </p:spPr>
      </p:pic>
      <p:pic>
        <p:nvPicPr>
          <p:cNvPr id="12" name="Imagen 11">
            <a:extLst>
              <a:ext uri="{FF2B5EF4-FFF2-40B4-BE49-F238E27FC236}">
                <a16:creationId xmlns:a16="http://schemas.microsoft.com/office/drawing/2014/main" id="{F8A9B96D-8B69-3613-0B61-A09D79501E98}"/>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158969" y="4123641"/>
            <a:ext cx="1769025" cy="2594570"/>
          </a:xfrm>
          <a:prstGeom prst="rect">
            <a:avLst/>
          </a:prstGeom>
          <a:ln>
            <a:solidFill>
              <a:schemeClr val="tx1"/>
            </a:solidFill>
          </a:ln>
        </p:spPr>
      </p:pic>
      <p:pic>
        <p:nvPicPr>
          <p:cNvPr id="14" name="Imagen 13">
            <a:extLst>
              <a:ext uri="{FF2B5EF4-FFF2-40B4-BE49-F238E27FC236}">
                <a16:creationId xmlns:a16="http://schemas.microsoft.com/office/drawing/2014/main" id="{77E97502-143B-47F4-74CC-8BF06F845EA0}"/>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4895464" y="4120376"/>
            <a:ext cx="1811304" cy="2597834"/>
          </a:xfrm>
          <a:prstGeom prst="rect">
            <a:avLst/>
          </a:prstGeom>
        </p:spPr>
      </p:pic>
    </p:spTree>
    <p:extLst>
      <p:ext uri="{BB962C8B-B14F-4D97-AF65-F5344CB8AC3E}">
        <p14:creationId xmlns:p14="http://schemas.microsoft.com/office/powerpoint/2010/main" val="2142502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6. Decisión (UE) 2018/1523</a:t>
            </a:r>
          </a:p>
        </p:txBody>
      </p:sp>
      <p:sp>
        <p:nvSpPr>
          <p:cNvPr id="3" name="Marcador de contenido 2"/>
          <p:cNvSpPr>
            <a:spLocks noGrp="1"/>
          </p:cNvSpPr>
          <p:nvPr>
            <p:ph idx="1"/>
          </p:nvPr>
        </p:nvSpPr>
        <p:spPr>
          <a:xfrm>
            <a:off x="527537" y="1491516"/>
            <a:ext cx="11441723" cy="3365492"/>
          </a:xfrm>
        </p:spPr>
        <p:txBody>
          <a:bodyPr>
            <a:normAutofit fontScale="85000" lnSpcReduction="20000"/>
          </a:bodyPr>
          <a:lstStyle/>
          <a:p>
            <a:r>
              <a:rPr lang="de-DE" dirty="0"/>
              <a:t>El RD 1112/2018 (art. 15) exige que se publique una </a:t>
            </a:r>
            <a:r>
              <a:rPr lang="es-ES" dirty="0"/>
              <a:t>declaración de accesibilidad detallada sobre un sitio web, con el modelo establecido por la Unión Europea (</a:t>
            </a:r>
            <a:r>
              <a:rPr lang="es-ES" dirty="0">
                <a:hlinkClick r:id="rId2"/>
              </a:rPr>
              <a:t>Decisión 2018/1523</a:t>
            </a:r>
            <a:r>
              <a:rPr lang="es-ES" dirty="0"/>
              <a:t>), en el sitio web del organismo responsable</a:t>
            </a:r>
          </a:p>
          <a:p>
            <a:r>
              <a:rPr lang="es-ES" dirty="0"/>
              <a:t>La declaración debe actualizarse al menos una vez al año</a:t>
            </a:r>
          </a:p>
          <a:p>
            <a:r>
              <a:rPr lang="es-ES" dirty="0"/>
              <a:t>Ejemplo: </a:t>
            </a:r>
            <a:r>
              <a:rPr lang="es-ES" b="1" i="1" dirty="0">
                <a:hlinkClick r:id="rId3"/>
              </a:rPr>
              <a:t>La Agencia Estatal de Administración Tributaria (AEAT)</a:t>
            </a:r>
            <a:r>
              <a:rPr lang="es-ES" i="1" dirty="0"/>
              <a:t> se ha comprometido a hacer accesibles sus sitios web, de conformidad con </a:t>
            </a:r>
            <a:r>
              <a:rPr lang="es-ES" b="1" i="1" dirty="0"/>
              <a:t>el RD 1112/2018</a:t>
            </a:r>
            <a:r>
              <a:rPr lang="es-ES" i="1" dirty="0"/>
              <a:t>. La presente declaración de accesibilidad se aplica a los sitios web: “</a:t>
            </a:r>
            <a:r>
              <a:rPr lang="es-ES" b="1" i="1" dirty="0"/>
              <a:t>Portal web de la AEAT</a:t>
            </a:r>
            <a:r>
              <a:rPr lang="es-ES" i="1" dirty="0"/>
              <a:t>” y “</a:t>
            </a:r>
            <a:r>
              <a:rPr lang="es-ES" b="1" i="1" dirty="0"/>
              <a:t>Sede electrónica de la AEAT</a:t>
            </a:r>
            <a:r>
              <a:rPr lang="es-ES" i="1" dirty="0"/>
              <a:t>”.</a:t>
            </a:r>
          </a:p>
          <a:p>
            <a:endParaRPr lang="es-ES" dirty="0"/>
          </a:p>
          <a:p>
            <a:endParaRPr lang="es-ES" dirty="0"/>
          </a:p>
          <a:p>
            <a:pPr lvl="1"/>
            <a:endParaRPr lang="es-ES" dirty="0"/>
          </a:p>
        </p:txBody>
      </p:sp>
      <p:pic>
        <p:nvPicPr>
          <p:cNvPr id="5" name="Imagen 4" title="&quot;&quot;"/>
          <p:cNvPicPr>
            <a:picLocks noChangeAspect="1"/>
          </p:cNvPicPr>
          <p:nvPr/>
        </p:nvPicPr>
        <p:blipFill>
          <a:blip r:embed="rId4"/>
          <a:stretch>
            <a:fillRect/>
          </a:stretch>
        </p:blipFill>
        <p:spPr>
          <a:xfrm>
            <a:off x="1928002" y="4857008"/>
            <a:ext cx="7754587" cy="1563901"/>
          </a:xfrm>
          <a:prstGeom prst="rect">
            <a:avLst/>
          </a:prstGeom>
          <a:ln>
            <a:solidFill>
              <a:schemeClr val="tx1">
                <a:lumMod val="50000"/>
                <a:lumOff val="50000"/>
              </a:schemeClr>
            </a:solidFill>
          </a:ln>
        </p:spPr>
      </p:pic>
      <p:sp>
        <p:nvSpPr>
          <p:cNvPr id="4" name="Marcador de número de diapositiva 3"/>
          <p:cNvSpPr>
            <a:spLocks noGrp="1"/>
          </p:cNvSpPr>
          <p:nvPr>
            <p:ph type="sldNum" sz="quarter" idx="12"/>
          </p:nvPr>
        </p:nvSpPr>
        <p:spPr/>
        <p:txBody>
          <a:bodyPr/>
          <a:lstStyle/>
          <a:p>
            <a:fld id="{C9400CC4-AA0F-4E2E-A7D9-25BF1D2A8A65}" type="slidenum">
              <a:rPr lang="es-ES" smtClean="0"/>
              <a:t>13</a:t>
            </a:fld>
            <a:endParaRPr lang="es-ES" dirty="0"/>
          </a:p>
        </p:txBody>
      </p:sp>
    </p:spTree>
    <p:extLst>
      <p:ext uri="{BB962C8B-B14F-4D97-AF65-F5344CB8AC3E}">
        <p14:creationId xmlns:p14="http://schemas.microsoft.com/office/powerpoint/2010/main" val="1621586835"/>
      </p:ext>
    </p:extLst>
  </p:cSld>
  <p:clrMapOvr>
    <a:masterClrMapping/>
  </p:clrMapOvr>
  <mc:AlternateContent xmlns:mc="http://schemas.openxmlformats.org/markup-compatibility/2006" xmlns:p14="http://schemas.microsoft.com/office/powerpoint/2010/main">
    <mc:Choice Requires="p14">
      <p:transition spd="slow" p14:dur="2000" advTm="42048"/>
    </mc:Choice>
    <mc:Fallback xmlns="">
      <p:transition spd="slow" advTm="42048"/>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7. Conclusiones</a:t>
            </a:r>
          </a:p>
        </p:txBody>
      </p:sp>
      <p:sp>
        <p:nvSpPr>
          <p:cNvPr id="3" name="Marcador de contenido 2"/>
          <p:cNvSpPr>
            <a:spLocks noGrp="1"/>
          </p:cNvSpPr>
          <p:nvPr>
            <p:ph idx="1"/>
          </p:nvPr>
        </p:nvSpPr>
        <p:spPr>
          <a:xfrm>
            <a:off x="527538" y="1491517"/>
            <a:ext cx="11025553" cy="4968660"/>
          </a:xfrm>
        </p:spPr>
        <p:txBody>
          <a:bodyPr>
            <a:normAutofit fontScale="92500" lnSpcReduction="20000"/>
          </a:bodyPr>
          <a:lstStyle/>
          <a:p>
            <a:r>
              <a:rPr lang="es-ES" dirty="0"/>
              <a:t>Hay que evaluar la accesibilidad de los sitios web y de las aplicaciones móviles de las Administraciones Públicas todos los años</a:t>
            </a:r>
          </a:p>
          <a:p>
            <a:r>
              <a:rPr lang="es-ES" dirty="0"/>
              <a:t>Cada 3 años hay que presentar un informe a la Unión Europea</a:t>
            </a:r>
          </a:p>
          <a:p>
            <a:r>
              <a:rPr lang="es-ES" dirty="0"/>
              <a:t>El primer informe se presentó en diciembre de 2021, el segundo en diciembre de 2024</a:t>
            </a:r>
          </a:p>
          <a:p>
            <a:pPr lvl="1"/>
            <a:r>
              <a:rPr lang="es-ES" dirty="0"/>
              <a:t>El informe de cada estado miembro de la UE está publicado en la web de la Comisión Europea  </a:t>
            </a:r>
          </a:p>
          <a:p>
            <a:r>
              <a:rPr lang="es-ES" dirty="0"/>
              <a:t>La evaluación de la accesibilidad se realiza:</a:t>
            </a:r>
          </a:p>
          <a:p>
            <a:pPr lvl="1"/>
            <a:r>
              <a:rPr lang="es-ES" dirty="0"/>
              <a:t>Revisando los requisitos de la norma UNE-EN 301549:2022 (basada en WCAG 2.1)</a:t>
            </a:r>
          </a:p>
          <a:p>
            <a:pPr lvl="1"/>
            <a:r>
              <a:rPr lang="es-ES" dirty="0"/>
              <a:t>Aplicando la metodología establecida en la Decisión (UE) 2018/1524</a:t>
            </a:r>
          </a:p>
          <a:p>
            <a:pPr lvl="1"/>
            <a:r>
              <a:rPr lang="es-ES" dirty="0"/>
              <a:t>Publicando una declaración de acuerdo a la Decisión (UE) 2018/1523</a:t>
            </a:r>
          </a:p>
          <a:p>
            <a:endParaRPr lang="es-ES" dirty="0"/>
          </a:p>
          <a:p>
            <a:endParaRPr lang="es-ES"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14</a:t>
            </a:fld>
            <a:endParaRPr lang="es-ES" dirty="0"/>
          </a:p>
        </p:txBody>
      </p:sp>
    </p:spTree>
    <p:extLst>
      <p:ext uri="{BB962C8B-B14F-4D97-AF65-F5344CB8AC3E}">
        <p14:creationId xmlns:p14="http://schemas.microsoft.com/office/powerpoint/2010/main" val="2425093346"/>
      </p:ext>
    </p:extLst>
  </p:cSld>
  <p:clrMapOvr>
    <a:masterClrMapping/>
  </p:clrMapOvr>
</p:sld>
</file>

<file path=ppt/theme/theme1.xml><?xml version="1.0" encoding="utf-8"?>
<a:theme xmlns:a="http://schemas.openxmlformats.org/drawingml/2006/main" name="Tema de Office">
  <a:themeElements>
    <a:clrScheme name="Personalizado 13">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000000"/>
      </a:hlink>
      <a:folHlink>
        <a:srgbClr val="0000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8146</TotalTime>
  <Words>1239</Words>
  <Application>Microsoft Office PowerPoint</Application>
  <PresentationFormat>Panorámica</PresentationFormat>
  <Paragraphs>126</Paragraphs>
  <Slides>14</Slides>
  <Notes>1</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14</vt:i4>
      </vt:variant>
    </vt:vector>
  </HeadingPairs>
  <TitlesOfParts>
    <vt:vector size="21" baseType="lpstr">
      <vt:lpstr>Arial</vt:lpstr>
      <vt:lpstr>Calibri</vt:lpstr>
      <vt:lpstr>Calibri Light</vt:lpstr>
      <vt:lpstr>Courier New</vt:lpstr>
      <vt:lpstr>Wingdings</vt:lpstr>
      <vt:lpstr>Tema de Office</vt:lpstr>
      <vt:lpstr>Diseño personalizado</vt:lpstr>
      <vt:lpstr>Legislación y normativa sobre accesibilidad de sitios web</vt:lpstr>
      <vt:lpstr>Contenido</vt:lpstr>
      <vt:lpstr>1. Introducción</vt:lpstr>
      <vt:lpstr>2. Real Decreto 1112/2018</vt:lpstr>
      <vt:lpstr>2. Real Decreto 1112/2018: Objetivo</vt:lpstr>
      <vt:lpstr>2. Real Decreto 1112/2018: Plazos</vt:lpstr>
      <vt:lpstr>3. Norma UNE-EN 301549 Sitios web</vt:lpstr>
      <vt:lpstr>3. Norma UNE-EN 301549:2022</vt:lpstr>
      <vt:lpstr>4. Recomendación WCAG</vt:lpstr>
      <vt:lpstr>4. Recomendación WCAG 2.2 (No aplicable)</vt:lpstr>
      <vt:lpstr>5. Decisión (UE) 2018/1524</vt:lpstr>
      <vt:lpstr>5. Decisión (UE) 2018/1524 Metodología del Observatorio de Accesibilidad</vt:lpstr>
      <vt:lpstr>6. Decisión (UE) 2018/1523</vt:lpstr>
      <vt:lpstr>7. 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Legislación y normativa sobre accesibilidad</dc:title>
  <dc:creator>Hilera González José Ramón</dc:creator>
  <cp:lastModifiedBy>jose hilera</cp:lastModifiedBy>
  <cp:revision>515</cp:revision>
  <dcterms:created xsi:type="dcterms:W3CDTF">2016-04-13T08:22:41Z</dcterms:created>
  <dcterms:modified xsi:type="dcterms:W3CDTF">2025-11-16T09:28:07Z</dcterms:modified>
</cp:coreProperties>
</file>