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484" r:id="rId4"/>
    <p:sldId id="415" r:id="rId5"/>
    <p:sldId id="408" r:id="rId6"/>
    <p:sldId id="407" r:id="rId7"/>
    <p:sldId id="412" r:id="rId8"/>
    <p:sldId id="427" r:id="rId9"/>
    <p:sldId id="411" r:id="rId10"/>
    <p:sldId id="416" r:id="rId11"/>
    <p:sldId id="417" r:id="rId12"/>
    <p:sldId id="418" r:id="rId13"/>
    <p:sldId id="419" r:id="rId14"/>
    <p:sldId id="424" r:id="rId15"/>
    <p:sldId id="420" r:id="rId16"/>
    <p:sldId id="425" r:id="rId17"/>
    <p:sldId id="426" r:id="rId18"/>
    <p:sldId id="428" r:id="rId19"/>
    <p:sldId id="429" r:id="rId20"/>
    <p:sldId id="413" r:id="rId21"/>
    <p:sldId id="439" r:id="rId22"/>
    <p:sldId id="440" r:id="rId23"/>
    <p:sldId id="438" r:id="rId24"/>
    <p:sldId id="442" r:id="rId25"/>
    <p:sldId id="441" r:id="rId26"/>
    <p:sldId id="448" r:id="rId27"/>
    <p:sldId id="443" r:id="rId28"/>
    <p:sldId id="444" r:id="rId29"/>
    <p:sldId id="449" r:id="rId30"/>
    <p:sldId id="446" r:id="rId31"/>
    <p:sldId id="485" r:id="rId32"/>
    <p:sldId id="450" r:id="rId33"/>
    <p:sldId id="451" r:id="rId34"/>
    <p:sldId id="452" r:id="rId35"/>
    <p:sldId id="453" r:id="rId36"/>
    <p:sldId id="454" r:id="rId37"/>
    <p:sldId id="387" r:id="rId38"/>
    <p:sldId id="455" r:id="rId39"/>
    <p:sldId id="457" r:id="rId40"/>
    <p:sldId id="456" r:id="rId41"/>
    <p:sldId id="458" r:id="rId42"/>
    <p:sldId id="486" r:id="rId43"/>
    <p:sldId id="487" r:id="rId44"/>
    <p:sldId id="488" r:id="rId45"/>
    <p:sldId id="489" r:id="rId46"/>
    <p:sldId id="490" r:id="rId47"/>
    <p:sldId id="491" r:id="rId48"/>
    <p:sldId id="471" r:id="rId49"/>
    <p:sldId id="463" r:id="rId50"/>
    <p:sldId id="464" r:id="rId51"/>
    <p:sldId id="465" r:id="rId52"/>
    <p:sldId id="466" r:id="rId53"/>
    <p:sldId id="467" r:id="rId54"/>
    <p:sldId id="483" r:id="rId55"/>
    <p:sldId id="468" r:id="rId56"/>
    <p:sldId id="469" r:id="rId57"/>
    <p:sldId id="470" r:id="rId58"/>
    <p:sldId id="482" r:id="rId59"/>
    <p:sldId id="472" r:id="rId60"/>
    <p:sldId id="476" r:id="rId61"/>
    <p:sldId id="477" r:id="rId62"/>
    <p:sldId id="478" r:id="rId63"/>
    <p:sldId id="473" r:id="rId64"/>
    <p:sldId id="474" r:id="rId65"/>
    <p:sldId id="475" r:id="rId66"/>
    <p:sldId id="479" r:id="rId67"/>
    <p:sldId id="480" r:id="rId68"/>
    <p:sldId id="481" r:id="rId69"/>
    <p:sldId id="327" r:id="rId7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4816" autoAdjust="0"/>
  </p:normalViewPr>
  <p:slideViewPr>
    <p:cSldViewPr snapToGrid="0">
      <p:cViewPr varScale="1">
        <p:scale>
          <a:sx n="69" d="100"/>
          <a:sy n="69" d="100"/>
        </p:scale>
        <p:origin x="3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17/10/2024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6340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17/10/2024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17/10/2024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17/10/2024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17/10/2024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17/10/2024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17/10/2024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17/10/2024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17/10/2024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17/10/2024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17/10/2024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17/10/2024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17/10/2024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royectodescartes.org/iCartesiLibri/materiales_didacticos/Calculo_Diferencial_e_Integral_II/index.html?page=2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n.wikipedia.org/wiki/Gamma_functio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statbook.com/2/normal_distribution/history_normal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William_Sealy_Gosset" TargetMode="External"/><Relationship Id="rId2" Type="http://schemas.openxmlformats.org/officeDocument/2006/relationships/hyperlink" Target="https://www.investopedia.com/terms/t/tdistribution.asp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hyperlink" Target="https://en.wikipedia.org/wiki/Gamma_function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hyperlink" Target="https://es.wikipedia.org/wiki/Karl_Pearson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hyperlink" Target="https://en.wikipedia.org/wiki/Gamma_function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George_Snedecor" TargetMode="External"/><Relationship Id="rId2" Type="http://schemas.openxmlformats.org/officeDocument/2006/relationships/hyperlink" Target="https://es.wikipedia.org/wiki/Ronald_Fisher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hyperlink" Target="https://en.wikipedia.org/wiki/Gamma_function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Variables </a:t>
            </a:r>
            <a:r>
              <a:rPr dirty="0" err="1"/>
              <a:t>aleatorias</a:t>
            </a:r>
            <a:r>
              <a:rPr dirty="0"/>
              <a:t> </a:t>
            </a:r>
            <a:r>
              <a:rPr dirty="0" err="1"/>
              <a:t>continuas</a:t>
            </a:r>
            <a:r>
              <a:rPr lang="es-ES" dirty="0"/>
              <a:t> y sus distribuciones de probabilidad</a:t>
            </a:r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adaptados</a:t>
            </a:r>
            <a:r>
              <a:rPr dirty="0"/>
              <a:t> del </a:t>
            </a:r>
            <a:r>
              <a:rPr dirty="0" err="1"/>
              <a:t>libro</a:t>
            </a:r>
            <a:r>
              <a:rPr dirty="0"/>
              <a:t> </a:t>
            </a:r>
            <a:r>
              <a:rPr lang="es-ES" dirty="0"/>
              <a:t>"</a:t>
            </a:r>
            <a:r>
              <a:rPr lang="en-US" dirty="0">
                <a:hlinkClick r:id="rId2"/>
              </a:rPr>
              <a:t>Probability and statistics for computer scientists, Second edition, M. Baron</a:t>
            </a:r>
            <a:r>
              <a:rPr lang="es-ES" dirty="0"/>
              <a:t>" </a:t>
            </a:r>
            <a:r>
              <a:rPr dirty="0"/>
              <a:t>(</a:t>
            </a:r>
            <a:r>
              <a:rPr dirty="0" err="1"/>
              <a:t>Capítulo</a:t>
            </a:r>
            <a:r>
              <a:rPr dirty="0"/>
              <a:t> 4)</a:t>
            </a:r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BF6A-4F76-40F2-AADF-4A9781E2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641DE-CE43-4099-914E-C8A920DB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Objetivos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Distribución</a:t>
            </a:r>
            <a:r>
              <a:rPr dirty="0"/>
              <a:t> de </a:t>
            </a:r>
            <a:r>
              <a:rPr lang="es-ES" dirty="0"/>
              <a:t>probabilidad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Características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Uniforme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Exponencial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Gamma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Normal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Teorema Central del Límite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T de </a:t>
            </a:r>
            <a:r>
              <a:rPr lang="es-ES" dirty="0" err="1"/>
              <a:t>Student</a:t>
            </a: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Chi-cuadrado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Distribución F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Resumen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184F0A-2B41-D9D8-BF21-77971EAE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706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8D74D-BDDF-1C25-911B-86A5190A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2C495E-D52C-8834-4B07-A00D5887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Diferenciar entre distribución de probabilidad discreta y continua</a:t>
            </a:r>
          </a:p>
          <a:p>
            <a:r>
              <a:rPr lang="es-ES" dirty="0"/>
              <a:t>Calcular probabilidades, esperanzas, varianzas y desviaciones estándar de variables aleatorias continuas con distribución Uniforme, Exponencial, Gamma y Normal</a:t>
            </a:r>
          </a:p>
          <a:p>
            <a:r>
              <a:rPr lang="es-ES" dirty="0"/>
              <a:t>Reconocer situaciones en las cuales es apropiado considerar la relevancia de alguna de las </a:t>
            </a:r>
            <a:r>
              <a:rPr lang="es-ES"/>
              <a:t>distribuciones continuas</a:t>
            </a:r>
            <a:endParaRPr lang="es-ES" dirty="0"/>
          </a:p>
          <a:p>
            <a:r>
              <a:rPr lang="es-ES" dirty="0"/>
              <a:t>Aplicar el Teorema Central del Límite con una corrección de continuidad, para aproximar una distribución Binomial a una Normal</a:t>
            </a:r>
          </a:p>
          <a:p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51FA0-398C-1AA8-C03C-622472FA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594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703F9-EC00-B2B0-D9C4-C2DCA9B8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Distribución de una variable aleatoria continua</a:t>
            </a:r>
            <a:br>
              <a:rPr lang="es-ES" dirty="0"/>
            </a:br>
            <a:r>
              <a:rPr lang="es-ES" dirty="0"/>
              <a:t>Concepto de v</a:t>
            </a:r>
            <a:r>
              <a:rPr dirty="0" err="1"/>
              <a:t>ariable</a:t>
            </a:r>
            <a:r>
              <a:rPr dirty="0"/>
              <a:t> </a:t>
            </a:r>
            <a:r>
              <a:rPr dirty="0" err="1"/>
              <a:t>aleatoria</a:t>
            </a:r>
            <a:r>
              <a:rPr dirty="0"/>
              <a:t> continua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959F00-11C1-5100-59A4-B0727C701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535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Es una </a:t>
            </a:r>
            <a:r>
              <a:rPr dirty="0"/>
              <a:t>variable </a:t>
            </a:r>
            <a:r>
              <a:rPr dirty="0" err="1"/>
              <a:t>aleatoria</a:t>
            </a:r>
            <a:r>
              <a:rPr dirty="0"/>
              <a:t> </a:t>
            </a:r>
            <a:r>
              <a:rPr lang="es-ES" dirty="0"/>
              <a:t>cuyo </a:t>
            </a:r>
            <a:r>
              <a:rPr dirty="0" err="1"/>
              <a:t>rango</a:t>
            </a:r>
            <a:r>
              <a:rPr dirty="0"/>
              <a:t> es un </a:t>
            </a:r>
            <a:r>
              <a:rPr dirty="0" err="1"/>
              <a:t>intervalo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de </a:t>
            </a:r>
            <a:r>
              <a:rPr dirty="0" err="1"/>
              <a:t>valores</a:t>
            </a:r>
            <a:r>
              <a:rPr dirty="0"/>
              <a:t>. </a:t>
            </a:r>
          </a:p>
          <a:p>
            <a:pPr lvl="1"/>
            <a:r>
              <a:rPr lang="es-ES" dirty="0"/>
              <a:t>Puede </a:t>
            </a:r>
            <a:r>
              <a:rPr dirty="0"/>
              <a:t>ser un </a:t>
            </a:r>
            <a:r>
              <a:rPr dirty="0" err="1"/>
              <a:t>intervalo</a:t>
            </a:r>
            <a:r>
              <a:rPr dirty="0"/>
              <a:t> </a:t>
            </a:r>
            <a:r>
              <a:rPr dirty="0" err="1"/>
              <a:t>delimitado</a:t>
            </a:r>
            <a:r>
              <a:rPr dirty="0"/>
              <a:t> (a, b), o un </a:t>
            </a:r>
            <a:r>
              <a:rPr dirty="0" err="1"/>
              <a:t>intervalo</a:t>
            </a:r>
            <a:r>
              <a:rPr dirty="0"/>
              <a:t> sin </a:t>
            </a:r>
            <a:r>
              <a:rPr dirty="0" err="1"/>
              <a:t>límites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(a,+</a:t>
            </a:r>
            <a:r>
              <a:rPr lang="es-ES" dirty="0"/>
              <a:t>∞</a:t>
            </a:r>
            <a:r>
              <a:rPr dirty="0"/>
              <a:t>), (−</a:t>
            </a:r>
            <a:r>
              <a:rPr lang="es-ES" dirty="0"/>
              <a:t> ∞ </a:t>
            </a:r>
            <a:r>
              <a:rPr dirty="0"/>
              <a:t>, b), o (−</a:t>
            </a:r>
            <a:r>
              <a:rPr lang="es-ES" dirty="0"/>
              <a:t> ∞</a:t>
            </a:r>
            <a:r>
              <a:rPr dirty="0"/>
              <a:t>,</a:t>
            </a:r>
            <a:r>
              <a:rPr lang="es-ES" dirty="0"/>
              <a:t> </a:t>
            </a:r>
            <a:r>
              <a:rPr dirty="0"/>
              <a:t>+</a:t>
            </a:r>
            <a:r>
              <a:rPr lang="es-ES" dirty="0"/>
              <a:t> ∞</a:t>
            </a:r>
            <a:r>
              <a:rPr dirty="0"/>
              <a:t>)</a:t>
            </a:r>
          </a:p>
          <a:p>
            <a:pPr lvl="1"/>
            <a:r>
              <a:rPr lang="es-ES" dirty="0"/>
              <a:t>También </a:t>
            </a:r>
            <a:r>
              <a:rPr dirty="0" err="1"/>
              <a:t>puede</a:t>
            </a:r>
            <a:r>
              <a:rPr dirty="0"/>
              <a:t> ser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unión</a:t>
            </a:r>
            <a:r>
              <a:rPr dirty="0"/>
              <a:t> de </a:t>
            </a:r>
            <a:r>
              <a:rPr dirty="0" err="1"/>
              <a:t>varios</a:t>
            </a:r>
            <a:r>
              <a:rPr dirty="0"/>
              <a:t> de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intervalos</a:t>
            </a:r>
            <a:endParaRPr dirty="0"/>
          </a:p>
          <a:p>
            <a:pPr lvl="1"/>
            <a:r>
              <a:rPr dirty="0"/>
              <a:t>Los </a:t>
            </a:r>
            <a:r>
              <a:rPr dirty="0" err="1"/>
              <a:t>intervalos</a:t>
            </a:r>
            <a:r>
              <a:rPr dirty="0"/>
              <a:t> son </a:t>
            </a:r>
            <a:r>
              <a:rPr dirty="0" err="1"/>
              <a:t>incontables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lo tanto, </a:t>
            </a:r>
            <a:r>
              <a:rPr dirty="0" err="1"/>
              <a:t>todos</a:t>
            </a:r>
            <a:r>
              <a:rPr dirty="0"/>
              <a:t> los </a:t>
            </a:r>
            <a:r>
              <a:rPr dirty="0" err="1"/>
              <a:t>valores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no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enumerar</a:t>
            </a:r>
            <a:endParaRPr dirty="0"/>
          </a:p>
          <a:p>
            <a:r>
              <a:rPr lang="es-ES" dirty="0"/>
              <a:t>Ejemplos de variables continuas incluyen</a:t>
            </a:r>
          </a:p>
          <a:p>
            <a:pPr lvl="1"/>
            <a:r>
              <a:rPr lang="es-ES" dirty="0"/>
              <a:t>Medidas de tiempo, como tiempo de instalación de software, tiempo de ejecución de código, tiempo de conexión, tiempo de espera, vida útil, tiempo de descarga, etc.</a:t>
            </a:r>
          </a:p>
          <a:p>
            <a:pPr lvl="1"/>
            <a:r>
              <a:rPr lang="es-ES" dirty="0"/>
              <a:t>Medidas físicas, como peso, altura, voltaje, temperatura, distancia, velocidad de conexión, etc.</a:t>
            </a:r>
          </a:p>
          <a:p>
            <a:pPr>
              <a:defRPr b="1"/>
            </a:pPr>
            <a:r>
              <a:rPr dirty="0"/>
              <a:t>Nota: En </a:t>
            </a:r>
            <a:r>
              <a:rPr dirty="0" err="1"/>
              <a:t>una</a:t>
            </a:r>
            <a:r>
              <a:rPr dirty="0"/>
              <a:t> variable continua, entre dos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cualesquiera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hay </a:t>
            </a:r>
            <a:r>
              <a:rPr dirty="0" err="1"/>
              <a:t>otro</a:t>
            </a:r>
            <a:r>
              <a:rPr dirty="0"/>
              <a:t> valor </a:t>
            </a:r>
            <a:r>
              <a:rPr dirty="0" err="1"/>
              <a:t>posible</a:t>
            </a:r>
            <a:endParaRPr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8FAC9E-C04B-02EC-9449-D6557AB6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756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3FFE1-8D34-0152-8CF3-C115AECA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2. </a:t>
            </a:r>
            <a:r>
              <a:rPr sz="4000" dirty="0" err="1"/>
              <a:t>Distribución</a:t>
            </a:r>
            <a:r>
              <a:rPr sz="4000" dirty="0"/>
              <a:t> de </a:t>
            </a:r>
            <a:r>
              <a:rPr sz="4000" dirty="0" err="1"/>
              <a:t>una</a:t>
            </a:r>
            <a:r>
              <a:rPr sz="4000" dirty="0"/>
              <a:t> variable </a:t>
            </a:r>
            <a:r>
              <a:rPr sz="4000" dirty="0" err="1"/>
              <a:t>aleatoria</a:t>
            </a:r>
            <a:r>
              <a:rPr sz="4000" dirty="0"/>
              <a:t> continua</a:t>
            </a:r>
            <a:br>
              <a:rPr lang="es-ES" sz="4000" dirty="0"/>
            </a:br>
            <a:r>
              <a:rPr lang="es-ES" sz="4000" dirty="0"/>
              <a:t>Definiciones </a:t>
            </a:r>
            <a:endParaRPr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849294-32F5-896B-CC72-2706D90834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dirty="0"/>
                  <a:t>La </a:t>
                </a:r>
                <a:r>
                  <a:rPr dirty="0" err="1"/>
                  <a:t>distribución</a:t>
                </a:r>
                <a:r>
                  <a:rPr dirty="0"/>
                  <a:t> de </a:t>
                </a:r>
                <a:r>
                  <a:rPr dirty="0" err="1"/>
                  <a:t>una</a:t>
                </a:r>
                <a:r>
                  <a:rPr dirty="0"/>
                  <a:t> variable </a:t>
                </a:r>
                <a:r>
                  <a:rPr dirty="0" err="1"/>
                  <a:t>aleatoria</a:t>
                </a:r>
                <a:r>
                  <a:rPr dirty="0"/>
                  <a:t> continua X es </a:t>
                </a:r>
                <a:r>
                  <a:rPr dirty="0" err="1"/>
                  <a:t>una</a:t>
                </a:r>
                <a:r>
                  <a:rPr dirty="0"/>
                  <a:t> </a:t>
                </a:r>
                <a:r>
                  <a:rPr dirty="0" err="1"/>
                  <a:t>asignación</a:t>
                </a:r>
                <a:r>
                  <a:rPr dirty="0"/>
                  <a:t> de </a:t>
                </a:r>
                <a:r>
                  <a:rPr dirty="0" err="1"/>
                  <a:t>probabilidades</a:t>
                </a:r>
                <a:r>
                  <a:rPr dirty="0"/>
                  <a:t> a </a:t>
                </a:r>
                <a:r>
                  <a:rPr dirty="0" err="1"/>
                  <a:t>intervalos</a:t>
                </a:r>
                <a:r>
                  <a:rPr dirty="0"/>
                  <a:t> de </a:t>
                </a:r>
                <a:r>
                  <a:rPr dirty="0" err="1"/>
                  <a:t>valores</a:t>
                </a:r>
                <a:r>
                  <a:rPr dirty="0"/>
                  <a:t> de X. </a:t>
                </a:r>
              </a:p>
              <a:p>
                <a:r>
                  <a:rPr dirty="0"/>
                  <a:t>La </a:t>
                </a:r>
                <a:r>
                  <a:rPr b="1" dirty="0" err="1"/>
                  <a:t>función</a:t>
                </a:r>
                <a:r>
                  <a:rPr b="1" dirty="0"/>
                  <a:t> de </a:t>
                </a:r>
                <a:r>
                  <a:rPr b="1" dirty="0" err="1"/>
                  <a:t>densidad</a:t>
                </a:r>
                <a:r>
                  <a:rPr b="1" dirty="0"/>
                  <a:t> de </a:t>
                </a:r>
                <a:r>
                  <a:rPr b="1" dirty="0" err="1"/>
                  <a:t>probabilidad</a:t>
                </a:r>
                <a:r>
                  <a:rPr dirty="0"/>
                  <a:t> de X, o pdf</a:t>
                </a:r>
                <a:r>
                  <a:rPr lang="es-ES" dirty="0"/>
                  <a:t> (</a:t>
                </a:r>
                <a:r>
                  <a:rPr lang="en-US" i="1" dirty="0"/>
                  <a:t>probability density function</a:t>
                </a:r>
                <a:r>
                  <a:rPr lang="es-ES" dirty="0"/>
                  <a:t>)</a:t>
                </a:r>
                <a:r>
                  <a:rPr dirty="0"/>
                  <a:t>, se define </a:t>
                </a:r>
                <a:r>
                  <a:rPr dirty="0" err="1"/>
                  <a:t>como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/>
                  <a:t> </a:t>
                </a:r>
                <a:r>
                  <a:rPr dirty="0" err="1"/>
                  <a:t>tal</a:t>
                </a:r>
                <a:r>
                  <a:rPr dirty="0"/>
                  <a:t> </a:t>
                </a:r>
                <a:r>
                  <a:rPr lang="es-ES" dirty="0"/>
                  <a:t>que: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dirty="0"/>
              </a:p>
              <a:p>
                <a:r>
                  <a:rPr dirty="0"/>
                  <a:t>La </a:t>
                </a:r>
                <a:r>
                  <a:rPr b="1" dirty="0" err="1"/>
                  <a:t>función</a:t>
                </a:r>
                <a:r>
                  <a:rPr b="1" dirty="0"/>
                  <a:t> de </a:t>
                </a:r>
                <a:r>
                  <a:rPr b="1" dirty="0" err="1"/>
                  <a:t>distribución</a:t>
                </a:r>
                <a:r>
                  <a:rPr b="1" dirty="0"/>
                  <a:t> </a:t>
                </a:r>
                <a:r>
                  <a:rPr b="1" dirty="0" err="1"/>
                  <a:t>acumula</a:t>
                </a:r>
                <a:r>
                  <a:rPr lang="es-ES" b="1" dirty="0"/>
                  <a:t>da</a:t>
                </a:r>
                <a:r>
                  <a:rPr dirty="0"/>
                  <a:t>, o </a:t>
                </a:r>
                <a:r>
                  <a:rPr dirty="0" err="1"/>
                  <a:t>cdf</a:t>
                </a:r>
                <a:r>
                  <a:rPr lang="es-ES" dirty="0"/>
                  <a:t> (</a:t>
                </a:r>
                <a:r>
                  <a:rPr lang="en-US" i="1" dirty="0"/>
                  <a:t>cumulative distribution function</a:t>
                </a:r>
                <a:r>
                  <a:rPr lang="es-ES" dirty="0"/>
                  <a:t>),</a:t>
                </a:r>
                <a:r>
                  <a:rPr dirty="0"/>
                  <a:t> se define </a:t>
                </a:r>
                <a:r>
                  <a:rPr dirty="0" err="1"/>
                  <a:t>como</a:t>
                </a:r>
                <a:r>
                  <a:rPr lang="es-ES" dirty="0"/>
                  <a:t>: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dirty="0"/>
              </a:p>
              <a:p>
                <a:pPr lvl="1"/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849294-32F5-896B-CC72-2706D9083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0EF2AA-8BB2-B41D-8E24-12F5EA41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891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2C548-D817-6832-A529-F95FB7CE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Distribución de una variable aleatoria continua </a:t>
            </a:r>
            <a:br>
              <a:rPr lang="es-ES" dirty="0"/>
            </a:br>
            <a:r>
              <a:rPr lang="es-ES" dirty="0"/>
              <a:t>Familias de distribuciones continuas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B45E26-A1AA-28A8-DE00-11AE4C74F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Como en </a:t>
            </a:r>
            <a:r>
              <a:rPr lang="en-US" altLang="es-ES" sz="2800" dirty="0" err="1"/>
              <a:t>el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caso</a:t>
            </a:r>
            <a:r>
              <a:rPr lang="en-US" altLang="es-ES" sz="2800" dirty="0"/>
              <a:t> </a:t>
            </a:r>
            <a:r>
              <a:rPr lang="en-US" altLang="es-ES" sz="2800" dirty="0" err="1"/>
              <a:t>discreto</a:t>
            </a:r>
            <a:r>
              <a:rPr lang="en-US" altLang="es-ES" sz="2800" dirty="0"/>
              <a:t>, </a:t>
            </a:r>
            <a:r>
              <a:rPr lang="en-US" altLang="es-ES" sz="2800" dirty="0" err="1"/>
              <a:t>muchos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fenómenos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pueden</a:t>
            </a:r>
            <a:r>
              <a:rPr lang="en-US" altLang="es-ES" sz="2800" dirty="0"/>
              <a:t> ser </a:t>
            </a:r>
            <a:r>
              <a:rPr lang="en-US" altLang="es-ES" sz="2800" dirty="0" err="1"/>
              <a:t>descritos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por</a:t>
            </a:r>
            <a:r>
              <a:rPr lang="en-US" altLang="es-ES" sz="2800" dirty="0"/>
              <a:t> </a:t>
            </a:r>
            <a:r>
              <a:rPr lang="en-US" altLang="es-ES" sz="2800" dirty="0" err="1"/>
              <a:t>relativamente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pocas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familias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distribuciones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continuas</a:t>
            </a:r>
            <a:r>
              <a:rPr lang="en-US" altLang="es-ES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Las </a:t>
            </a:r>
            <a:r>
              <a:rPr lang="en-US" altLang="es-ES" sz="2800" dirty="0" err="1"/>
              <a:t>distribuciones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continuas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más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utilizadas</a:t>
            </a:r>
            <a:r>
              <a:rPr lang="en-US" altLang="es-ES" sz="2800" dirty="0"/>
              <a:t> son las </a:t>
            </a:r>
            <a:r>
              <a:rPr lang="en-US" altLang="es-ES" sz="2800" dirty="0" err="1"/>
              <a:t>distribuciones</a:t>
            </a:r>
            <a:r>
              <a:rPr lang="en-US" altLang="es-ES" sz="2800" dirty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Uniforme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Exponencial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Gamma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Normal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T de Student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Chi-Cuadrado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F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556083-00E7-701C-BB0C-742687A6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946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3FFE1-8D34-0152-8CF3-C115AECA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Propiedades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849294-32F5-896B-CC72-2706D90834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23560" cy="4667250"/>
              </a:xfrm>
            </p:spPr>
            <p:txBody>
              <a:bodyPr>
                <a:normAutofit/>
              </a:bodyPr>
              <a:lstStyle/>
              <a:p>
                <a:r>
                  <a:t>Si X es una variable aleatoria continua</a:t>
                </a:r>
                <a:endParaRPr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b="0" i="1">
                  <a:latin typeface="Cambria Math" panose="02040503050406030204" pitchFamily="18" charset="0"/>
                </a:endParaRPr>
              </a:p>
              <a:p>
                <a:pPr lvl="1"/>
                <a:endParaRPr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849294-32F5-896B-CC72-2706D9083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23560" cy="4667250"/>
              </a:xfrm>
              <a:blipFill>
                <a:blip r:embed="rId2"/>
                <a:stretch>
                  <a:fillRect l="-1952" t="-2089" r="-868"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0EF2AA-8BB2-B41D-8E24-12F5EA41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7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38A39C-6CD3-D12D-E8DA-4D899EEA3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920" y="2815907"/>
            <a:ext cx="53721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29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EF350-EA1B-B86F-985D-0C7F1822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Comparación</a:t>
            </a:r>
            <a:r>
              <a:rPr dirty="0"/>
              <a:t> con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discreta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AFACE5C-ED35-913F-FE32-480F657910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54632141"/>
                  </p:ext>
                </p:extLst>
              </p:nvPr>
            </p:nvGraphicFramePr>
            <p:xfrm>
              <a:off x="838200" y="1856105"/>
              <a:ext cx="10515597" cy="340080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8120">
                      <a:extLst>
                        <a:ext uri="{9D8B030D-6E8A-4147-A177-3AD203B41FA5}">
                          <a16:colId xmlns:a16="http://schemas.microsoft.com/office/drawing/2014/main" val="2385548837"/>
                        </a:ext>
                      </a:extLst>
                    </a:gridCol>
                    <a:gridCol w="3576320">
                      <a:extLst>
                        <a:ext uri="{9D8B030D-6E8A-4147-A177-3AD203B41FA5}">
                          <a16:colId xmlns:a16="http://schemas.microsoft.com/office/drawing/2014/main" val="774716148"/>
                        </a:ext>
                      </a:extLst>
                    </a:gridCol>
                    <a:gridCol w="4201157">
                      <a:extLst>
                        <a:ext uri="{9D8B030D-6E8A-4147-A177-3AD203B41FA5}">
                          <a16:colId xmlns:a16="http://schemas.microsoft.com/office/drawing/2014/main" val="19740769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t>Distribución</a:t>
                          </a:r>
                          <a:endParaRPr sz="1800" b="1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 err="1"/>
                            <a:t>Discret</a:t>
                          </a:r>
                          <a:r>
                            <a:rPr lang="es-ES" dirty="0"/>
                            <a:t>a</a:t>
                          </a:r>
                          <a:endParaRPr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/>
                            <a:t>Continu</a:t>
                          </a:r>
                          <a:r>
                            <a:rPr lang="es-ES" dirty="0"/>
                            <a:t>a</a:t>
                          </a:r>
                          <a:endParaRPr sz="18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435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dirty="0" err="1"/>
                            <a:t>Función</a:t>
                          </a:r>
                          <a:r>
                            <a:rPr dirty="0"/>
                            <a:t> de masa/</a:t>
                          </a:r>
                          <a:r>
                            <a:rPr dirty="0" err="1"/>
                            <a:t>densidad</a:t>
                          </a:r>
                          <a:r>
                            <a:rPr dirty="0"/>
                            <a:t> de </a:t>
                          </a:r>
                          <a:r>
                            <a:rPr dirty="0" err="1"/>
                            <a:t>probabilidad</a:t>
                          </a:r>
                          <a:r>
                            <a:rPr lang="es-ES" dirty="0"/>
                            <a:t> (</a:t>
                          </a:r>
                          <a:r>
                            <a:rPr lang="es-ES" dirty="0" err="1"/>
                            <a:t>pmf</a:t>
                          </a:r>
                          <a:r>
                            <a:rPr lang="es-ES" dirty="0"/>
                            <a:t>/</a:t>
                          </a:r>
                          <a:r>
                            <a:rPr lang="es-ES" dirty="0" err="1"/>
                            <a:t>pdf</a:t>
                          </a:r>
                          <a:r>
                            <a:rPr lang="es-ES" dirty="0"/>
                            <a:t>)</a:t>
                          </a:r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2474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t>Probabilidad de un rango</a:t>
                          </a:r>
                          <a:endParaRPr sz="18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sub>
                                  <m: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s-E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s-ES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s-ES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61756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dirty="0" err="1"/>
                            <a:t>Función</a:t>
                          </a:r>
                          <a:r>
                            <a:rPr dirty="0"/>
                            <a:t> de </a:t>
                          </a:r>
                          <a:r>
                            <a:rPr dirty="0" err="1"/>
                            <a:t>distribución</a:t>
                          </a:r>
                          <a:r>
                            <a:rPr dirty="0"/>
                            <a:t> </a:t>
                          </a:r>
                          <a:r>
                            <a:rPr dirty="0" err="1"/>
                            <a:t>acumula</a:t>
                          </a:r>
                          <a:r>
                            <a:rPr lang="es-ES" dirty="0"/>
                            <a:t>da (</a:t>
                          </a:r>
                          <a:r>
                            <a:rPr lang="es-ES" dirty="0" err="1"/>
                            <a:t>cdf</a:t>
                          </a:r>
                          <a:r>
                            <a:rPr lang="es-ES" dirty="0"/>
                            <a:t>)</a:t>
                          </a:r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in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⁡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b>
                                  <m: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5117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t>Probabilidad total</a:t>
                          </a:r>
                          <a:endParaRPr sz="18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b>
                                  <m: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e>
                                </m:nary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35016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AFACE5C-ED35-913F-FE32-480F657910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54632141"/>
                  </p:ext>
                </p:extLst>
              </p:nvPr>
            </p:nvGraphicFramePr>
            <p:xfrm>
              <a:off x="838200" y="1856105"/>
              <a:ext cx="10515597" cy="340080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8120">
                      <a:extLst>
                        <a:ext uri="{9D8B030D-6E8A-4147-A177-3AD203B41FA5}">
                          <a16:colId xmlns:a16="http://schemas.microsoft.com/office/drawing/2014/main" val="2385548837"/>
                        </a:ext>
                      </a:extLst>
                    </a:gridCol>
                    <a:gridCol w="3576320">
                      <a:extLst>
                        <a:ext uri="{9D8B030D-6E8A-4147-A177-3AD203B41FA5}">
                          <a16:colId xmlns:a16="http://schemas.microsoft.com/office/drawing/2014/main" val="774716148"/>
                        </a:ext>
                      </a:extLst>
                    </a:gridCol>
                    <a:gridCol w="4201157">
                      <a:extLst>
                        <a:ext uri="{9D8B030D-6E8A-4147-A177-3AD203B41FA5}">
                          <a16:colId xmlns:a16="http://schemas.microsoft.com/office/drawing/2014/main" val="19740769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t>Distribución</a:t>
                          </a:r>
                          <a:endParaRPr sz="1800" b="1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 err="1"/>
                            <a:t>Discret</a:t>
                          </a:r>
                          <a:r>
                            <a:rPr lang="es-ES" dirty="0"/>
                            <a:t>a</a:t>
                          </a:r>
                          <a:endParaRPr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/>
                            <a:t>Continu</a:t>
                          </a:r>
                          <a:r>
                            <a:rPr lang="es-ES" dirty="0"/>
                            <a:t>a</a:t>
                          </a:r>
                          <a:endParaRPr sz="18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4351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dirty="0" err="1"/>
                            <a:t>Función</a:t>
                          </a:r>
                          <a:r>
                            <a:rPr dirty="0"/>
                            <a:t> de masa/</a:t>
                          </a:r>
                          <a:r>
                            <a:rPr dirty="0" err="1"/>
                            <a:t>densidad</a:t>
                          </a:r>
                          <a:r>
                            <a:rPr dirty="0"/>
                            <a:t> de </a:t>
                          </a:r>
                          <a:r>
                            <a:rPr dirty="0" err="1"/>
                            <a:t>probabilidad</a:t>
                          </a:r>
                          <a:r>
                            <a:rPr lang="es-ES" dirty="0"/>
                            <a:t> (</a:t>
                          </a:r>
                          <a:r>
                            <a:rPr lang="es-ES" dirty="0" err="1"/>
                            <a:t>pmf</a:t>
                          </a:r>
                          <a:r>
                            <a:rPr lang="es-ES" dirty="0"/>
                            <a:t>/</a:t>
                          </a:r>
                          <a:r>
                            <a:rPr lang="es-ES" dirty="0" err="1"/>
                            <a:t>pdf</a:t>
                          </a:r>
                          <a:r>
                            <a:rPr lang="es-ES" dirty="0"/>
                            <a:t>)</a:t>
                          </a:r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661" t="-62857" r="-117888" b="-37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290" t="-62857" r="-290" b="-37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2474385"/>
                      </a:ext>
                    </a:extLst>
                  </a:tr>
                  <a:tr h="782003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t>Probabilidad de un rango</a:t>
                          </a:r>
                          <a:endParaRPr sz="18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661" t="-132558" r="-117888" b="-206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290" t="-132558" r="-290" b="-2062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6175626"/>
                      </a:ext>
                    </a:extLst>
                  </a:tr>
                  <a:tr h="788607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dirty="0" err="1"/>
                            <a:t>Función</a:t>
                          </a:r>
                          <a:r>
                            <a:rPr dirty="0"/>
                            <a:t> de </a:t>
                          </a:r>
                          <a:r>
                            <a:rPr dirty="0" err="1"/>
                            <a:t>distribución</a:t>
                          </a:r>
                          <a:r>
                            <a:rPr dirty="0"/>
                            <a:t> </a:t>
                          </a:r>
                          <a:r>
                            <a:rPr dirty="0" err="1"/>
                            <a:t>acumula</a:t>
                          </a:r>
                          <a:r>
                            <a:rPr lang="es-ES" dirty="0"/>
                            <a:t>da (</a:t>
                          </a:r>
                          <a:r>
                            <a:rPr lang="es-ES" dirty="0" err="1"/>
                            <a:t>cdf</a:t>
                          </a:r>
                          <a:r>
                            <a:rPr lang="es-ES" dirty="0"/>
                            <a:t>)</a:t>
                          </a:r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661" t="-232558" r="-117888" b="-106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290" t="-232558" r="-290" b="-1062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117032"/>
                      </a:ext>
                    </a:extLst>
                  </a:tr>
                  <a:tr h="819277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t>Probabilidad total</a:t>
                          </a:r>
                          <a:endParaRPr sz="18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661" t="-317778" r="-117888" b="-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0290" t="-317778" r="-290" b="-1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5016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F7660A-278E-E45C-9252-D9E25B65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025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3FFE1-8D34-0152-8CF3-C115AECA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4.1 (Vida de</a:t>
            </a:r>
            <a:r>
              <a:rPr lang="es-ES" dirty="0"/>
              <a:t> un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electrónico</a:t>
            </a:r>
            <a:r>
              <a:rPr dirty="0"/>
              <a:t>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0EF2AA-8BB2-B41D-8E24-12F5EA41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9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F221B2F0-9F51-A76E-C741-E3B5E0EA3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dirty="0"/>
                  <a:t>La </a:t>
                </a:r>
                <a:r>
                  <a:rPr dirty="0" err="1"/>
                  <a:t>vida</a:t>
                </a:r>
                <a:r>
                  <a:rPr dirty="0"/>
                  <a:t> </a:t>
                </a:r>
                <a:r>
                  <a:rPr dirty="0" err="1"/>
                  <a:t>útil</a:t>
                </a:r>
                <a:r>
                  <a:rPr dirty="0"/>
                  <a:t>, en </a:t>
                </a:r>
                <a:r>
                  <a:rPr dirty="0" err="1"/>
                  <a:t>años</a:t>
                </a:r>
                <a:r>
                  <a:rPr dirty="0"/>
                  <a:t>, de </a:t>
                </a:r>
                <a:r>
                  <a:rPr lang="es-ES" dirty="0"/>
                  <a:t>un</a:t>
                </a:r>
                <a:r>
                  <a:rPr dirty="0"/>
                  <a:t> </a:t>
                </a:r>
                <a:r>
                  <a:rPr dirty="0" err="1"/>
                  <a:t>componente</a:t>
                </a:r>
                <a:r>
                  <a:rPr dirty="0"/>
                  <a:t> </a:t>
                </a:r>
                <a:r>
                  <a:rPr dirty="0" err="1"/>
                  <a:t>electrónico</a:t>
                </a:r>
                <a:r>
                  <a:rPr dirty="0"/>
                  <a:t> es </a:t>
                </a:r>
                <a:r>
                  <a:rPr dirty="0" err="1"/>
                  <a:t>una</a:t>
                </a:r>
                <a:r>
                  <a:rPr dirty="0"/>
                  <a:t> variable </a:t>
                </a:r>
                <a:r>
                  <a:rPr dirty="0" err="1"/>
                  <a:t>aleatoria</a:t>
                </a:r>
                <a:r>
                  <a:rPr dirty="0"/>
                  <a:t> continua con la </a:t>
                </a:r>
                <a:r>
                  <a:rPr dirty="0" err="1"/>
                  <a:t>función</a:t>
                </a:r>
                <a:r>
                  <a:rPr dirty="0"/>
                  <a:t> de </a:t>
                </a:r>
                <a:r>
                  <a:rPr dirty="0" err="1"/>
                  <a:t>densidad</a:t>
                </a:r>
                <a:r>
                  <a:rPr dirty="0"/>
                  <a:t> de </a:t>
                </a:r>
                <a:r>
                  <a:rPr dirty="0" err="1"/>
                  <a:t>probabilidad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eqArr>
                      </m:e>
                    </m:d>
                  </m:oMath>
                </a14:m>
                <a:endParaRPr dirty="0"/>
              </a:p>
              <a:p>
                <a:r>
                  <a:rPr lang="es-ES" dirty="0"/>
                  <a:t>P</a:t>
                </a:r>
                <a:r>
                  <a:rPr dirty="0" err="1"/>
                  <a:t>reguntas</a:t>
                </a:r>
                <a:endParaRPr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dirty="0" err="1"/>
                  <a:t>Dibuj</a:t>
                </a:r>
                <a:r>
                  <a:rPr lang="es-ES" dirty="0"/>
                  <a:t>ar</a:t>
                </a:r>
                <a:r>
                  <a:rPr dirty="0"/>
                  <a:t> f(x) y F(x)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dirty="0" err="1"/>
                  <a:t>Calcular</a:t>
                </a:r>
                <a:r>
                  <a:rPr dirty="0"/>
                  <a:t> la </a:t>
                </a:r>
                <a:r>
                  <a:rPr dirty="0" err="1"/>
                  <a:t>probabilidad</a:t>
                </a:r>
                <a:r>
                  <a:rPr dirty="0"/>
                  <a:t> de que la </a:t>
                </a:r>
                <a:r>
                  <a:rPr dirty="0" err="1"/>
                  <a:t>vida</a:t>
                </a:r>
                <a:r>
                  <a:rPr dirty="0"/>
                  <a:t> </a:t>
                </a:r>
                <a:r>
                  <a:rPr dirty="0" err="1"/>
                  <a:t>útil</a:t>
                </a:r>
                <a:r>
                  <a:rPr dirty="0"/>
                  <a:t> </a:t>
                </a:r>
                <a:r>
                  <a:rPr dirty="0" err="1"/>
                  <a:t>supere</a:t>
                </a:r>
                <a:r>
                  <a:rPr dirty="0"/>
                  <a:t> los 5 </a:t>
                </a:r>
                <a:r>
                  <a:rPr dirty="0" err="1"/>
                  <a:t>años</a:t>
                </a:r>
                <a:endParaRPr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dirty="0" err="1"/>
                  <a:t>Calcular</a:t>
                </a:r>
                <a:r>
                  <a:rPr dirty="0"/>
                  <a:t> la </a:t>
                </a:r>
                <a:r>
                  <a:rPr dirty="0" err="1"/>
                  <a:t>probabilidad</a:t>
                </a:r>
                <a:r>
                  <a:rPr dirty="0"/>
                  <a:t> </a:t>
                </a:r>
                <a:r>
                  <a:rPr lang="es-ES" dirty="0"/>
                  <a:t>de que </a:t>
                </a:r>
                <a:r>
                  <a:rPr dirty="0"/>
                  <a:t>la </a:t>
                </a:r>
                <a:r>
                  <a:rPr dirty="0" err="1"/>
                  <a:t>vida</a:t>
                </a:r>
                <a:r>
                  <a:rPr dirty="0"/>
                  <a:t> </a:t>
                </a:r>
                <a:r>
                  <a:rPr dirty="0" err="1"/>
                  <a:t>útil</a:t>
                </a:r>
                <a:r>
                  <a:rPr dirty="0"/>
                  <a:t> </a:t>
                </a:r>
                <a:r>
                  <a:rPr lang="es-ES" dirty="0"/>
                  <a:t>sea </a:t>
                </a:r>
                <a:r>
                  <a:rPr dirty="0" err="1"/>
                  <a:t>menos</a:t>
                </a:r>
                <a:r>
                  <a:rPr dirty="0"/>
                  <a:t> de 3 </a:t>
                </a:r>
                <a:r>
                  <a:rPr dirty="0" err="1"/>
                  <a:t>años</a:t>
                </a:r>
                <a:endParaRPr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dirty="0" err="1"/>
                  <a:t>Calcular</a:t>
                </a:r>
                <a:r>
                  <a:rPr dirty="0"/>
                  <a:t> la </a:t>
                </a:r>
                <a:r>
                  <a:rPr dirty="0" err="1"/>
                  <a:t>probabilidad</a:t>
                </a:r>
                <a:r>
                  <a:rPr dirty="0"/>
                  <a:t> </a:t>
                </a:r>
                <a:r>
                  <a:rPr lang="es-ES" dirty="0"/>
                  <a:t>de que </a:t>
                </a:r>
                <a:r>
                  <a:rPr dirty="0"/>
                  <a:t>la </a:t>
                </a:r>
                <a:r>
                  <a:rPr dirty="0" err="1"/>
                  <a:t>vida</a:t>
                </a:r>
                <a:r>
                  <a:rPr dirty="0"/>
                  <a:t> </a:t>
                </a:r>
                <a:r>
                  <a:rPr dirty="0" err="1"/>
                  <a:t>útil</a:t>
                </a:r>
                <a:r>
                  <a:rPr dirty="0"/>
                  <a:t> </a:t>
                </a:r>
                <a:r>
                  <a:rPr lang="es-ES" dirty="0"/>
                  <a:t>esté </a:t>
                </a:r>
                <a:r>
                  <a:rPr dirty="0"/>
                  <a:t>entre 2 y 4 </a:t>
                </a:r>
                <a:r>
                  <a:rPr dirty="0" err="1"/>
                  <a:t>años</a:t>
                </a:r>
                <a:endParaRPr dirty="0"/>
              </a:p>
              <a:p>
                <a:pPr marL="914400" lvl="1" indent="-457200">
                  <a:buFont typeface="+mj-lt"/>
                  <a:buAutoNum type="alphaLcParenR"/>
                </a:pPr>
                <a:endParaRPr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F221B2F0-9F51-A76E-C741-E3B5E0EA3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79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3FFE1-8D34-0152-8CF3-C115AECA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4.1 (</a:t>
            </a:r>
            <a:r>
              <a:rPr dirty="0" err="1"/>
              <a:t>Solución</a:t>
            </a:r>
            <a:r>
              <a:rPr dirty="0"/>
              <a:t>)(a)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0EF2AA-8BB2-B41D-8E24-12F5EA41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10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F221B2F0-9F51-A76E-C741-E3B5E0EA3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1496695"/>
              </a:xfrm>
            </p:spPr>
            <p:txBody>
              <a:bodyPr>
                <a:normAutofit fontScale="77500" lnSpcReduction="20000"/>
              </a:bodyPr>
              <a:lstStyle/>
              <a:p>
                <a:pPr marL="514350" indent="-514350">
                  <a:buFont typeface="+mj-lt"/>
                  <a:buAutoNum type="alphaLcParenR"/>
                  <a:defRPr>
                    <a:latin typeface="Cambria Math" panose="02040503050406030204" pitchFamily="18" charset="0"/>
                  </a:defRPr>
                </a:pPr>
                <a:r>
                  <a:rPr dirty="0" err="1"/>
                  <a:t>Dibuj</a:t>
                </a:r>
                <a:r>
                  <a:rPr lang="es-ES" dirty="0"/>
                  <a:t>ar</a:t>
                </a:r>
                <a:r>
                  <a:rPr dirty="0"/>
                  <a:t> f(x) y F(x)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|"/>
                            <m:endChr m:val="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s-ES" b="0" dirty="0"/>
                  <a:t>       (Recordar el </a:t>
                </a:r>
                <a:r>
                  <a:rPr lang="es-ES" b="0" dirty="0">
                    <a:hlinkClick r:id="rId2"/>
                  </a:rPr>
                  <a:t>cálculo integral</a:t>
                </a:r>
                <a:r>
                  <a:rPr lang="es-ES" b="0" dirty="0"/>
                  <a:t>)</a:t>
                </a:r>
                <a:endParaRPr b="0" dirty="0"/>
              </a:p>
              <a:p>
                <a:pPr marL="457200" lvl="1" indent="0">
                  <a:buNone/>
                </a:pPr>
                <a:endParaRPr b="0" dirty="0"/>
              </a:p>
              <a:p>
                <a:pPr marL="457200" lvl="1" indent="0">
                  <a:buNone/>
                </a:pPr>
                <a:endParaRPr b="0" dirty="0"/>
              </a:p>
              <a:p>
                <a:endParaRPr b="0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F221B2F0-9F51-A76E-C741-E3B5E0EA3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1496695"/>
              </a:xfrm>
              <a:blipFill>
                <a:blip r:embed="rId3"/>
                <a:stretch>
                  <a:fillRect l="-754" t="-8943" b="-20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516E31F5-055B-D942-691B-6A75745F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085" y="3429000"/>
            <a:ext cx="5659915" cy="347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3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3316554-66AA-D059-B8E8-3D49C7561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05" y="1944264"/>
            <a:ext cx="8322076" cy="491373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CD039D-B780-79BE-15D6-E68756DB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4.1 (</a:t>
            </a:r>
            <a:r>
              <a:rPr dirty="0" err="1"/>
              <a:t>Solución</a:t>
            </a:r>
            <a:r>
              <a:rPr dirty="0"/>
              <a:t>) 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452C54B-28DC-D6F1-5D19-5EDB2EE02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lphaLcParenR" startAt="2"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=1−0.96=0.04</m:t>
                    </m:r>
                  </m:oMath>
                </a14:m>
                <a:endParaRPr b="0"/>
              </a:p>
              <a:p>
                <a:pPr marL="0" indent="0">
                  <a:buNone/>
                </a:pPr>
                <a:endParaRPr b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452C54B-28DC-D6F1-5D19-5EDB2EE02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0E21B9-86CA-BF1E-0C92-1CD97667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96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8227C55-974F-BCF3-7297-D1B804EBF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46" y="1985961"/>
            <a:ext cx="8254142" cy="48736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CD039D-B780-79BE-15D6-E68756DB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4.1 (</a:t>
            </a:r>
            <a:r>
              <a:rPr dirty="0" err="1"/>
              <a:t>Solución</a:t>
            </a:r>
            <a:r>
              <a:rPr dirty="0"/>
              <a:t>) 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452C54B-28DC-D6F1-5D19-5EDB2EE02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lphaLcParenR" startAt="3"/>
                </a:pP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&lt;2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452C54B-28DC-D6F1-5D19-5EDB2EE02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0E21B9-86CA-BF1E-0C92-1CD97667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995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672BC6-0B66-7A64-D36A-9C2E14D0A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85" y="1870382"/>
            <a:ext cx="8875796" cy="52406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CD039D-B780-79BE-15D6-E68756DB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</a:t>
            </a:r>
            <a:r>
              <a:rPr dirty="0" err="1"/>
              <a:t>Distribución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</a:t>
            </a:r>
            <a:r>
              <a:rPr dirty="0" err="1"/>
              <a:t>aleatoria</a:t>
            </a:r>
            <a:r>
              <a:rPr dirty="0"/>
              <a:t>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4.1 (</a:t>
            </a:r>
            <a:r>
              <a:rPr dirty="0" err="1"/>
              <a:t>Solución</a:t>
            </a:r>
            <a:r>
              <a:rPr dirty="0"/>
              <a:t>) (d)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452C54B-28DC-D6F1-5D19-5EDB2EE02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41655"/>
              </a:xfrm>
            </p:spPr>
            <p:txBody>
              <a:bodyPr>
                <a:normAutofit fontScale="77500" lnSpcReduction="20000"/>
              </a:bodyPr>
              <a:lstStyle/>
              <a:p>
                <a:pPr marL="514350" indent="-514350">
                  <a:buFont typeface="+mj-lt"/>
                  <a:buAutoNum type="alphaLcParenR" startAt="4"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&lt;4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(4)−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=0.937−0.75=0.187</m:t>
                    </m:r>
                  </m:oMath>
                </a14:m>
                <a:endParaRPr b="0"/>
              </a:p>
              <a:p>
                <a:pPr marL="0" indent="0">
                  <a:buNone/>
                </a:pPr>
                <a:endParaRPr b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452C54B-28DC-D6F1-5D19-5EDB2EE02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41655"/>
              </a:xfrm>
              <a:blipFill>
                <a:blip r:embed="rId3"/>
                <a:stretch>
                  <a:fillRect t="-6742"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0E21B9-86CA-BF1E-0C92-1CD97667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338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21D58-856D-6824-1577-9C2F8693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Características de una variable continua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1AE1BF-FBF6-747F-9913-A837FAF06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dirty="0" err="1"/>
                  <a:t>Expe</a:t>
                </a:r>
                <a:r>
                  <a:rPr lang="es-ES" dirty="0" err="1"/>
                  <a:t>ranza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dirty="0"/>
              </a:p>
              <a:p>
                <a:r>
                  <a:rPr dirty="0"/>
                  <a:t>Varia</a:t>
                </a:r>
                <a:r>
                  <a:rPr lang="es-ES" dirty="0" err="1"/>
                  <a:t>nza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dirty="0"/>
              </a:p>
              <a:p>
                <a:r>
                  <a:rPr dirty="0" err="1"/>
                  <a:t>Desviación</a:t>
                </a:r>
                <a:r>
                  <a:rPr dirty="0"/>
                  <a:t> </a:t>
                </a:r>
                <a:r>
                  <a:rPr dirty="0" err="1"/>
                  <a:t>estándar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dirty="0"/>
              </a:p>
              <a:p>
                <a:pPr marL="0" indent="0">
                  <a:buNone/>
                </a:pPr>
                <a:endParaRPr dirty="0"/>
              </a:p>
              <a:p>
                <a:pPr lvl="1"/>
                <a:endParaRPr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1AE1BF-FBF6-747F-9913-A837FAF06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30DDBE-2FCB-46B5-D1E0-5C40A81F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EF350-EA1B-B86F-985D-0C7F1822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3. </a:t>
            </a:r>
            <a:r>
              <a:rPr dirty="0" err="1"/>
              <a:t>Características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continua</a:t>
            </a:r>
            <a:br>
              <a:rPr lang="es-ES" dirty="0"/>
            </a:br>
            <a:r>
              <a:rPr dirty="0" err="1"/>
              <a:t>Comparación</a:t>
            </a:r>
            <a:r>
              <a:rPr dirty="0"/>
              <a:t> con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discreta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AFACE5C-ED35-913F-FE32-480F657910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58396783"/>
                  </p:ext>
                </p:extLst>
              </p:nvPr>
            </p:nvGraphicFramePr>
            <p:xfrm>
              <a:off x="838200" y="2374265"/>
              <a:ext cx="10515597" cy="17371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8120">
                      <a:extLst>
                        <a:ext uri="{9D8B030D-6E8A-4147-A177-3AD203B41FA5}">
                          <a16:colId xmlns:a16="http://schemas.microsoft.com/office/drawing/2014/main" val="2385548837"/>
                        </a:ext>
                      </a:extLst>
                    </a:gridCol>
                    <a:gridCol w="3576320">
                      <a:extLst>
                        <a:ext uri="{9D8B030D-6E8A-4147-A177-3AD203B41FA5}">
                          <a16:colId xmlns:a16="http://schemas.microsoft.com/office/drawing/2014/main" val="774716148"/>
                        </a:ext>
                      </a:extLst>
                    </a:gridCol>
                    <a:gridCol w="4201157">
                      <a:extLst>
                        <a:ext uri="{9D8B030D-6E8A-4147-A177-3AD203B41FA5}">
                          <a16:colId xmlns:a16="http://schemas.microsoft.com/office/drawing/2014/main" val="19740769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 err="1"/>
                            <a:t>Distribución</a:t>
                          </a:r>
                          <a:endParaRPr sz="18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 err="1"/>
                            <a:t>Discret</a:t>
                          </a:r>
                          <a:r>
                            <a:rPr lang="es-ES" dirty="0"/>
                            <a:t>a</a:t>
                          </a:r>
                          <a:endParaRPr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/>
                            <a:t>Continu</a:t>
                          </a:r>
                          <a:r>
                            <a:rPr lang="es-ES" dirty="0"/>
                            <a:t>a</a:t>
                          </a:r>
                          <a:endParaRPr sz="18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435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lang="es-ES" dirty="0"/>
                            <a:t>Esperanza</a:t>
                          </a:r>
                          <a:endParaRPr sz="1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/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𝑥𝑃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b>
                                  <m: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𝑥𝑓</m:t>
                                    </m:r>
                                    <m:d>
                                      <m:dPr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𝑑𝑥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8875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dirty="0"/>
                            <a:t>Varia</a:t>
                          </a:r>
                          <a:r>
                            <a:rPr lang="es-ES" dirty="0" err="1"/>
                            <a:t>nza</a:t>
                          </a:r>
                          <a:endParaRPr sz="1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s-E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b>
                                  <m: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𝑑𝑥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55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AFACE5C-ED35-913F-FE32-480F657910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58396783"/>
                  </p:ext>
                </p:extLst>
              </p:nvPr>
            </p:nvGraphicFramePr>
            <p:xfrm>
              <a:off x="838200" y="2374265"/>
              <a:ext cx="10515597" cy="17371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38120">
                      <a:extLst>
                        <a:ext uri="{9D8B030D-6E8A-4147-A177-3AD203B41FA5}">
                          <a16:colId xmlns:a16="http://schemas.microsoft.com/office/drawing/2014/main" val="2385548837"/>
                        </a:ext>
                      </a:extLst>
                    </a:gridCol>
                    <a:gridCol w="3576320">
                      <a:extLst>
                        <a:ext uri="{9D8B030D-6E8A-4147-A177-3AD203B41FA5}">
                          <a16:colId xmlns:a16="http://schemas.microsoft.com/office/drawing/2014/main" val="774716148"/>
                        </a:ext>
                      </a:extLst>
                    </a:gridCol>
                    <a:gridCol w="4201157">
                      <a:extLst>
                        <a:ext uri="{9D8B030D-6E8A-4147-A177-3AD203B41FA5}">
                          <a16:colId xmlns:a16="http://schemas.microsoft.com/office/drawing/2014/main" val="19740769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 err="1"/>
                            <a:t>Distribución</a:t>
                          </a:r>
                          <a:endParaRPr sz="18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 err="1"/>
                            <a:t>Discret</a:t>
                          </a:r>
                          <a:r>
                            <a:rPr lang="es-ES" dirty="0"/>
                            <a:t>a</a:t>
                          </a:r>
                          <a:endParaRPr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b="1"/>
                          </a:pPr>
                          <a:r>
                            <a:rPr dirty="0"/>
                            <a:t>Continu</a:t>
                          </a:r>
                          <a:r>
                            <a:rPr lang="es-ES" dirty="0"/>
                            <a:t>a</a:t>
                          </a:r>
                          <a:endParaRPr sz="18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435185"/>
                      </a:ext>
                    </a:extLst>
                  </a:tr>
                  <a:tr h="683133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lang="es-ES" dirty="0"/>
                            <a:t>Esperanza</a:t>
                          </a:r>
                          <a:endParaRPr sz="1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76661" t="-58407" r="-117888" b="-1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50290" t="-58407" r="-290" b="-1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1887521"/>
                      </a:ext>
                    </a:extLst>
                  </a:tr>
                  <a:tr h="683133">
                    <a:tc>
                      <a:txBody>
                        <a:bodyPr/>
                        <a:lstStyle/>
                        <a:p>
                          <a:pPr algn="l">
                            <a:defRPr b="1"/>
                          </a:pPr>
                          <a:r>
                            <a:rPr dirty="0"/>
                            <a:t>Varia</a:t>
                          </a:r>
                          <a:r>
                            <a:rPr lang="es-ES" dirty="0" err="1"/>
                            <a:t>nza</a:t>
                          </a:r>
                          <a:endParaRPr sz="1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76661" t="-159821" r="-117888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50290" t="-159821" r="-290" b="-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49553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F7660A-278E-E45C-9252-D9E25B65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922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21D58-856D-6824-1577-9C2F8693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Características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1AE1BF-FBF6-747F-9913-A837FAF06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dirty="0" err="1"/>
                  <a:t>Continuación</a:t>
                </a:r>
                <a:r>
                  <a:rPr dirty="0"/>
                  <a:t> del </a:t>
                </a:r>
                <a:r>
                  <a:rPr dirty="0" err="1"/>
                  <a:t>ejemplo</a:t>
                </a:r>
                <a:r>
                  <a:rPr dirty="0"/>
                  <a:t> 4.1</a:t>
                </a:r>
              </a:p>
              <a:p>
                <a:r>
                  <a:rPr dirty="0"/>
                  <a:t>Una variable </a:t>
                </a:r>
                <a:r>
                  <a:rPr dirty="0" err="1"/>
                  <a:t>aleatoria</a:t>
                </a:r>
                <a:r>
                  <a:rPr dirty="0"/>
                  <a:t> </a:t>
                </a:r>
                <a:r>
                  <a:rPr dirty="0" err="1"/>
                  <a:t>discreta</a:t>
                </a:r>
                <a:r>
                  <a:rPr dirty="0"/>
                  <a:t> X </a:t>
                </a:r>
                <a:r>
                  <a:rPr dirty="0" err="1"/>
                  <a:t>tiene</a:t>
                </a:r>
                <a:r>
                  <a:rPr dirty="0"/>
                  <a:t> </a:t>
                </a:r>
                <a:r>
                  <a:rPr dirty="0" err="1"/>
                  <a:t>función</a:t>
                </a:r>
                <a:r>
                  <a:rPr dirty="0"/>
                  <a:t> de </a:t>
                </a:r>
                <a:r>
                  <a:rPr dirty="0" err="1"/>
                  <a:t>densidad</a:t>
                </a:r>
                <a:r>
                  <a:rPr dirty="0"/>
                  <a:t> de </a:t>
                </a:r>
                <a:r>
                  <a:rPr dirty="0" err="1"/>
                  <a:t>probabilidad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eqArr>
                      </m:e>
                    </m:d>
                  </m:oMath>
                </a14:m>
                <a:endParaRPr dirty="0"/>
              </a:p>
              <a:p>
                <a:r>
                  <a:rPr dirty="0" err="1"/>
                  <a:t>Calcular</a:t>
                </a:r>
                <a:r>
                  <a:rPr dirty="0"/>
                  <a:t> la </a:t>
                </a:r>
                <a:r>
                  <a:rPr lang="es-ES" dirty="0"/>
                  <a:t>Esperanza</a:t>
                </a:r>
                <a:r>
                  <a:rPr dirty="0"/>
                  <a:t> y la </a:t>
                </a:r>
                <a:r>
                  <a:rPr lang="es-ES" dirty="0"/>
                  <a:t>V</a:t>
                </a:r>
                <a:r>
                  <a:rPr dirty="0" err="1"/>
                  <a:t>arianza</a:t>
                </a:r>
                <a:r>
                  <a:rPr dirty="0"/>
                  <a:t>  </a:t>
                </a:r>
              </a:p>
              <a:p>
                <a:pPr lvl="1"/>
                <a:endParaRPr dirty="0"/>
              </a:p>
              <a:p>
                <a:pPr lvl="1"/>
                <a:endParaRPr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1AE1BF-FBF6-747F-9913-A837FAF06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30DDBE-2FCB-46B5-D1E0-5C40A81F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479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21D58-856D-6824-1577-9C2F8693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Características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variable continua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4.2 (</a:t>
            </a:r>
            <a:r>
              <a:rPr dirty="0" err="1"/>
              <a:t>Solución</a:t>
            </a:r>
            <a:r>
              <a:rPr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1AE1BF-FBF6-747F-9913-A837FAF06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Esperanza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|"/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ñ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𝑜𝑠</m:t>
                        </m:r>
                      </m:e>
                    </m:nary>
                  </m:oMath>
                </a14:m>
                <a:endParaRPr lang="ar-AE" dirty="0"/>
              </a:p>
              <a:p>
                <a:r>
                  <a:rPr lang="es-ES" dirty="0"/>
                  <a:t>Varia</a:t>
                </a:r>
                <a:r>
                  <a:rPr lang="es-ES" dirty="0" err="1"/>
                  <a:t>nza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ñ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𝑜𝑠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endParaRPr dirty="0"/>
              </a:p>
              <a:p>
                <a:pPr lvl="1"/>
                <a:endParaRPr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1AE1BF-FBF6-747F-9913-A837FAF06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30DDBE-2FCB-46B5-D1E0-5C40A81F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4151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CCD44-580C-2349-7CEE-F5FF8F4F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dirty="0">
                <a:latin typeface="Calibri Light" panose="020F0302020204030204" pitchFamily="34" charset="0"/>
              </a:rPr>
              <a:t>4</a:t>
            </a:r>
            <a:r>
              <a:rPr lang="es-ES" altLang="es-ES" sz="4400" dirty="0">
                <a:latin typeface="Calibri Light" panose="020F0302020204030204" pitchFamily="34" charset="0"/>
              </a:rPr>
              <a:t>. Distribución Uniforme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AB056D-72CF-52F5-8FF5-B85155761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Uniforme</a:t>
            </a:r>
            <a:r>
              <a:rPr lang="en-US" altLang="es-ES" sz="2800" dirty="0"/>
              <a:t> se </a:t>
            </a:r>
            <a:r>
              <a:rPr lang="en-US" altLang="es-ES" sz="2800" dirty="0" err="1"/>
              <a:t>utiliza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cuando</a:t>
            </a:r>
            <a:r>
              <a:rPr lang="en-US" altLang="es-ES" sz="2800" dirty="0"/>
              <a:t> un valor se </a:t>
            </a:r>
            <a:r>
              <a:rPr lang="en-US" altLang="es-ES" sz="2800" dirty="0" err="1"/>
              <a:t>elige</a:t>
            </a:r>
            <a:r>
              <a:rPr lang="en-US" altLang="es-ES" sz="2800" dirty="0"/>
              <a:t> “al azar” de un </a:t>
            </a:r>
            <a:r>
              <a:rPr lang="en-US" altLang="es-ES" sz="2800" dirty="0" err="1"/>
              <a:t>intervalo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valores</a:t>
            </a:r>
            <a:endParaRPr lang="en-US" altLang="es-ES" sz="2800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Sus </a:t>
            </a:r>
            <a:r>
              <a:rPr lang="en-US" altLang="es-ES" sz="2800" dirty="0" err="1"/>
              <a:t>parámetros</a:t>
            </a:r>
            <a:r>
              <a:rPr lang="en-US" altLang="es-ES" sz="2800" dirty="0"/>
              <a:t> son: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 err="1"/>
              <a:t>límite</a:t>
            </a:r>
            <a:r>
              <a:rPr lang="en-US" altLang="es-ES" sz="2400" dirty="0"/>
              <a:t> inferior del </a:t>
            </a:r>
            <a:r>
              <a:rPr lang="en-US" altLang="es-ES" sz="2400" dirty="0" err="1"/>
              <a:t>intervalo</a:t>
            </a:r>
            <a:endParaRPr lang="en-US" altLang="es-ES" sz="24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 err="1"/>
              <a:t>límite</a:t>
            </a:r>
            <a:r>
              <a:rPr lang="en-US" altLang="es-ES" sz="2400" dirty="0"/>
              <a:t> superior del </a:t>
            </a:r>
            <a:r>
              <a:rPr lang="en-US" altLang="es-ES" sz="2400" dirty="0" err="1"/>
              <a:t>intervalo</a:t>
            </a:r>
            <a:endParaRPr lang="en-US" altLang="es-ES" sz="2400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Uniforme</a:t>
            </a:r>
            <a:r>
              <a:rPr lang="en-US" altLang="es-ES" sz="2800" dirty="0"/>
              <a:t> con </a:t>
            </a:r>
            <a:r>
              <a:rPr lang="en-US" altLang="es-ES" sz="2800" dirty="0" err="1"/>
              <a:t>intervalo</a:t>
            </a:r>
            <a:r>
              <a:rPr lang="en-US" altLang="es-ES" sz="2800" dirty="0"/>
              <a:t> (0,1) se llama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Uniforme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Estándar</a:t>
            </a:r>
            <a:endParaRPr lang="en-US" altLang="es-ES" sz="28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3D8405-81F4-D68B-4EC1-54B53561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4612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dirty="0">
                <a:latin typeface="Calibri Light" panose="020F0302020204030204" pitchFamily="34" charset="0"/>
              </a:rPr>
              <a:t>4</a:t>
            </a:r>
            <a:r>
              <a:rPr lang="es-ES" altLang="es-ES" sz="4400" dirty="0">
                <a:latin typeface="Calibri Light" panose="020F0302020204030204" pitchFamily="34" charset="0"/>
              </a:rPr>
              <a:t>. Distribución Uniforme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Resumen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7500" lnSpcReduction="20000"/>
              </a:bodyPr>
              <a:lstStyle/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X: Variable aleatoria con distribución Uniforme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:r>
                  <a:rPr lang="es-ES" i="1" dirty="0" err="1"/>
                  <a:t>Uniform</a:t>
                </a:r>
                <a:r>
                  <a:rPr lang="es-ES" i="1" dirty="0"/>
                  <a:t>(a, b)</a:t>
                </a:r>
              </a:p>
              <a:p>
                <a:pPr marL="671513" lvl="1" indent="-271463">
                  <a:buFont typeface="Arial" panose="020B0604020202020204" pitchFamily="34" charset="0"/>
                  <a:buChar char="•"/>
                </a:pPr>
                <a:r>
                  <a:rPr lang="en-US" i="1" dirty="0" err="1"/>
                  <a:t>Número</a:t>
                </a:r>
                <a:r>
                  <a:rPr lang="en-US" i="1" dirty="0"/>
                  <a:t> </a:t>
                </a:r>
                <a:r>
                  <a:rPr lang="en-US" i="1" dirty="0" err="1"/>
                  <a:t>elegido</a:t>
                </a:r>
                <a:r>
                  <a:rPr lang="en-US" i="1" dirty="0"/>
                  <a:t> “al azar” en </a:t>
                </a:r>
                <a:r>
                  <a:rPr lang="en-US" i="1" dirty="0" err="1"/>
                  <a:t>el</a:t>
                </a:r>
                <a:r>
                  <a:rPr lang="en-US" i="1" dirty="0"/>
                  <a:t> </a:t>
                </a:r>
                <a:r>
                  <a:rPr lang="en-US" i="1" dirty="0" err="1"/>
                  <a:t>intervalo</a:t>
                </a:r>
                <a:r>
                  <a:rPr lang="en-US" i="1" dirty="0"/>
                  <a:t> (</a:t>
                </a:r>
                <a:r>
                  <a:rPr lang="en-US" i="1" dirty="0" err="1"/>
                  <a:t>a,b</a:t>
                </a:r>
                <a:r>
                  <a:rPr lang="en-US" i="1" dirty="0"/>
                  <a:t>)</a:t>
                </a:r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Parámetros</a:t>
                </a:r>
              </a:p>
              <a:p>
                <a:pPr marL="671513" lvl="2" indent="-271463">
                  <a:buFont typeface="Arial" panose="020B0604020202020204" pitchFamily="34" charset="0"/>
                  <a:buChar char="•"/>
                </a:pPr>
                <a:r>
                  <a:rPr lang="es-ES" i="1" dirty="0"/>
                  <a:t>a = límite inferior del intervalo &lt; b</a:t>
                </a:r>
              </a:p>
              <a:p>
                <a:pPr marL="671513" lvl="2" indent="-271463">
                  <a:buFont typeface="Arial" panose="020B0604020202020204" pitchFamily="34" charset="0"/>
                  <a:buChar char="•"/>
                </a:pPr>
                <a:r>
                  <a:rPr lang="es-ES" i="1" dirty="0"/>
                  <a:t>b = límite superior de intervalo &gt; a </a:t>
                </a:r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Rango de valores</a:t>
                </a:r>
              </a:p>
              <a:p>
                <a:pPr marL="728663" lvl="2" indent="-27146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marL="671513" lvl="2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s-ES" dirty="0"/>
                  <a:t>	</a:t>
                </a:r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marL="728663" lvl="2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marL="728663" lvl="1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marL="728663" lvl="1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696" t="-25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996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AEAF4D1-1657-1F36-20F7-9916A20A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897" y="2266774"/>
            <a:ext cx="5801103" cy="31120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dirty="0">
                <a:latin typeface="Calibri Light" panose="020F0302020204030204" pitchFamily="34" charset="0"/>
              </a:rPr>
              <a:t>4</a:t>
            </a:r>
            <a:r>
              <a:rPr lang="es-ES" altLang="es-ES" sz="4400" dirty="0">
                <a:latin typeface="Calibri Light" panose="020F0302020204030204" pitchFamily="34" charset="0"/>
              </a:rPr>
              <a:t>. Distribución Uniforme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820785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X: </a:t>
                </a:r>
                <a:r>
                  <a:rPr lang="es-ES" dirty="0" err="1"/>
                  <a:t>Uniform</a:t>
                </a:r>
                <a:r>
                  <a:rPr lang="es-ES" dirty="0"/>
                  <a:t>(1,3)</a:t>
                </a:r>
              </a:p>
              <a:p>
                <a:pPr lvl="1"/>
                <a:r>
                  <a:rPr lang="es-ES" i="1" dirty="0"/>
                  <a:t>a</a:t>
                </a:r>
                <a:r>
                  <a:rPr lang="es-ES" dirty="0"/>
                  <a:t> = 1</a:t>
                </a:r>
              </a:p>
              <a:p>
                <a:pPr lvl="1"/>
                <a:r>
                  <a:rPr lang="es-ES" i="1" dirty="0"/>
                  <a:t>b </a:t>
                </a:r>
                <a:r>
                  <a:rPr lang="es-ES" dirty="0"/>
                  <a:t>= 3 </a:t>
                </a:r>
              </a:p>
              <a:p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s-ES" dirty="0"/>
                  <a:t>	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dirty="0"/>
                  <a:t> 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820785" cy="4351338"/>
              </a:xfrm>
              <a:blipFill>
                <a:blip r:embed="rId3"/>
                <a:stretch>
                  <a:fillRect l="-1571" t="-3501" r="-12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65F8A9-7CE3-277A-67A3-0A8C2EB8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24474" y="3870090"/>
            <a:ext cx="625139" cy="276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E(X)=2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0253F30A-A38B-7935-D44F-5FF57A2F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318811" y="3596212"/>
            <a:ext cx="131756" cy="27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2458867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CCD44-580C-2349-7CEE-F5FF8F4F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Distribución Exponencial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AB056D-72CF-52F5-8FF5-B85155761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</a:t>
            </a:r>
            <a:r>
              <a:rPr lang="en-US" altLang="es-ES" dirty="0" err="1"/>
              <a:t>E</a:t>
            </a:r>
            <a:r>
              <a:rPr lang="en-US" altLang="es-ES" sz="2800" dirty="0" err="1"/>
              <a:t>xponencial</a:t>
            </a:r>
            <a:r>
              <a:rPr lang="en-US" altLang="es-ES" sz="2800" dirty="0"/>
              <a:t> se </a:t>
            </a:r>
            <a:r>
              <a:rPr lang="en-US" altLang="es-ES" sz="2800" dirty="0" err="1"/>
              <a:t>utiliza</a:t>
            </a:r>
            <a:r>
              <a:rPr lang="en-US" altLang="es-ES" sz="2800" dirty="0"/>
              <a:t> para </a:t>
            </a:r>
            <a:r>
              <a:rPr lang="en-US" altLang="es-ES" sz="2800" dirty="0" err="1"/>
              <a:t>modelar</a:t>
            </a:r>
            <a:r>
              <a:rPr lang="en-US" altLang="es-ES" sz="2800" dirty="0"/>
              <a:t> </a:t>
            </a:r>
            <a:r>
              <a:rPr lang="en-US" altLang="es-ES" sz="2800" dirty="0" err="1"/>
              <a:t>medidas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tiempo</a:t>
            </a:r>
            <a:endParaRPr lang="en-US" altLang="es-ES" sz="2800" dirty="0"/>
          </a:p>
          <a:p>
            <a:pPr lvl="1">
              <a:spcBef>
                <a:spcPts val="1000"/>
              </a:spcBef>
            </a:pPr>
            <a:r>
              <a:rPr lang="en-US" altLang="es-ES" dirty="0"/>
              <a:t>Por </a:t>
            </a:r>
            <a:r>
              <a:rPr lang="en-US" altLang="es-ES" dirty="0" err="1"/>
              <a:t>ejemplo</a:t>
            </a:r>
            <a:r>
              <a:rPr lang="en-US" altLang="es-ES" dirty="0"/>
              <a:t>, </a:t>
            </a:r>
            <a:r>
              <a:rPr lang="en-US" altLang="es-ES" dirty="0" err="1"/>
              <a:t>tiempo</a:t>
            </a:r>
            <a:r>
              <a:rPr lang="en-US" altLang="es-ES" dirty="0"/>
              <a:t> de </a:t>
            </a:r>
            <a:r>
              <a:rPr lang="en-US" altLang="es-ES" dirty="0" err="1"/>
              <a:t>espera</a:t>
            </a:r>
            <a:r>
              <a:rPr lang="en-US" altLang="es-ES" dirty="0"/>
              <a:t>, </a:t>
            </a:r>
            <a:r>
              <a:rPr lang="en-US" altLang="es-ES" dirty="0" err="1"/>
              <a:t>tiempo</a:t>
            </a:r>
            <a:r>
              <a:rPr lang="en-US" altLang="es-ES" dirty="0"/>
              <a:t> de </a:t>
            </a:r>
            <a:r>
              <a:rPr lang="en-US" altLang="es-ES" dirty="0" err="1"/>
              <a:t>llegada</a:t>
            </a:r>
            <a:r>
              <a:rPr lang="en-US" altLang="es-ES" dirty="0"/>
              <a:t>, </a:t>
            </a:r>
            <a:r>
              <a:rPr lang="en-US" altLang="es-ES" dirty="0" err="1"/>
              <a:t>vida</a:t>
            </a:r>
            <a:r>
              <a:rPr lang="en-US" altLang="es-ES" dirty="0"/>
              <a:t> </a:t>
            </a:r>
            <a:r>
              <a:rPr lang="en-US" altLang="es-ES" dirty="0" err="1"/>
              <a:t>útil</a:t>
            </a:r>
            <a:r>
              <a:rPr lang="en-US" altLang="es-ES" dirty="0"/>
              <a:t> del hardware, </a:t>
            </a:r>
            <a:r>
              <a:rPr lang="en-US" altLang="es-ES" dirty="0" err="1"/>
              <a:t>tiempo</a:t>
            </a:r>
            <a:r>
              <a:rPr lang="en-US" altLang="es-ES" dirty="0"/>
              <a:t> entre </a:t>
            </a:r>
            <a:r>
              <a:rPr lang="en-US" altLang="es-ES" dirty="0" err="1"/>
              <a:t>fallos</a:t>
            </a:r>
            <a:r>
              <a:rPr lang="en-US" altLang="es-ES" dirty="0"/>
              <a:t>, </a:t>
            </a:r>
            <a:r>
              <a:rPr lang="en-US" altLang="es-ES" dirty="0" err="1"/>
              <a:t>tiempo</a:t>
            </a:r>
            <a:r>
              <a:rPr lang="en-US" altLang="es-ES" dirty="0"/>
              <a:t> entre </a:t>
            </a:r>
            <a:r>
              <a:rPr lang="en-US" altLang="es-ES" dirty="0" err="1"/>
              <a:t>llamadas</a:t>
            </a:r>
            <a:r>
              <a:rPr lang="en-US" altLang="es-ES" dirty="0"/>
              <a:t> </a:t>
            </a:r>
            <a:r>
              <a:rPr lang="en-US" altLang="es-ES" dirty="0" err="1"/>
              <a:t>telefónicas</a:t>
            </a:r>
            <a:r>
              <a:rPr lang="en-US" altLang="es-ES" dirty="0"/>
              <a:t>, etc. 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dirty="0" err="1"/>
              <a:t>Está</a:t>
            </a:r>
            <a:r>
              <a:rPr lang="en-US" altLang="es-ES" dirty="0"/>
              <a:t> </a:t>
            </a:r>
            <a:r>
              <a:rPr lang="en-US" altLang="es-ES" dirty="0" err="1"/>
              <a:t>relacionada</a:t>
            </a:r>
            <a:r>
              <a:rPr lang="en-US" altLang="es-ES" dirty="0"/>
              <a:t> con la </a:t>
            </a:r>
            <a:r>
              <a:rPr lang="en-US" altLang="es-ES" dirty="0" err="1"/>
              <a:t>distribución</a:t>
            </a:r>
            <a:r>
              <a:rPr lang="en-US" altLang="es-ES" dirty="0"/>
              <a:t> de Poisson de variables </a:t>
            </a:r>
            <a:r>
              <a:rPr lang="en-US" altLang="es-ES" dirty="0" err="1"/>
              <a:t>discretas</a:t>
            </a:r>
            <a:endParaRPr lang="en-US" altLang="es-ES" dirty="0"/>
          </a:p>
          <a:p>
            <a:pPr lvl="1">
              <a:spcBef>
                <a:spcPts val="1000"/>
              </a:spcBef>
            </a:pPr>
            <a:r>
              <a:rPr lang="en-US" altLang="es-ES" dirty="0"/>
              <a:t>Si </a:t>
            </a:r>
            <a:r>
              <a:rPr lang="en-US" altLang="es-ES" dirty="0" err="1"/>
              <a:t>una</a:t>
            </a:r>
            <a:r>
              <a:rPr lang="en-US" altLang="es-ES" dirty="0"/>
              <a:t> variable </a:t>
            </a:r>
            <a:r>
              <a:rPr lang="en-US" altLang="es-ES" dirty="0" err="1"/>
              <a:t>aleatoria</a:t>
            </a:r>
            <a:r>
              <a:rPr lang="en-US" altLang="es-ES" dirty="0"/>
              <a:t> </a:t>
            </a:r>
            <a:r>
              <a:rPr lang="en-US" altLang="es-ES" dirty="0" err="1"/>
              <a:t>discreta</a:t>
            </a:r>
            <a:r>
              <a:rPr lang="en-US" altLang="es-ES" dirty="0"/>
              <a:t> que </a:t>
            </a:r>
            <a:r>
              <a:rPr lang="en-US" altLang="es-ES" dirty="0" err="1"/>
              <a:t>representa</a:t>
            </a:r>
            <a:r>
              <a:rPr lang="en-US" altLang="es-ES" dirty="0"/>
              <a:t> </a:t>
            </a:r>
            <a:r>
              <a:rPr lang="es-ES" altLang="es-ES" dirty="0"/>
              <a:t>el número de eventos raros que ocurren dentro de un período de tiempo fijo tiene distribución de Poisson,</a:t>
            </a:r>
          </a:p>
          <a:p>
            <a:pPr lvl="1">
              <a:spcBef>
                <a:spcPts val="1000"/>
              </a:spcBef>
            </a:pPr>
            <a:r>
              <a:rPr lang="es-ES" altLang="es-ES" dirty="0"/>
              <a:t>en</a:t>
            </a:r>
            <a:r>
              <a:rPr lang="en-US" altLang="es-ES" dirty="0" err="1"/>
              <a:t>tonces</a:t>
            </a:r>
            <a:r>
              <a:rPr lang="en-US" altLang="es-ES" dirty="0"/>
              <a:t> </a:t>
            </a:r>
            <a:r>
              <a:rPr lang="en-US" altLang="es-ES" dirty="0" err="1"/>
              <a:t>el</a:t>
            </a:r>
            <a:r>
              <a:rPr lang="en-US" altLang="es-ES" dirty="0"/>
              <a:t> </a:t>
            </a:r>
            <a:r>
              <a:rPr lang="en-US" altLang="es-ES" dirty="0" err="1"/>
              <a:t>tiempo</a:t>
            </a:r>
            <a:r>
              <a:rPr lang="en-US" altLang="es-ES" dirty="0"/>
              <a:t> entre dos </a:t>
            </a:r>
            <a:r>
              <a:rPr lang="en-US" altLang="es-ES" dirty="0" err="1"/>
              <a:t>eventos</a:t>
            </a:r>
            <a:r>
              <a:rPr lang="en-US" altLang="es-ES" dirty="0"/>
              <a:t> </a:t>
            </a:r>
            <a:r>
              <a:rPr lang="en-US" altLang="es-ES" dirty="0" err="1"/>
              <a:t>consecutivos</a:t>
            </a:r>
            <a:r>
              <a:rPr lang="en-US" altLang="es-ES" dirty="0"/>
              <a:t> es </a:t>
            </a:r>
            <a:r>
              <a:rPr lang="en-US" altLang="es-ES" dirty="0" err="1"/>
              <a:t>una</a:t>
            </a:r>
            <a:r>
              <a:rPr lang="en-US" altLang="es-ES" dirty="0"/>
              <a:t> variable </a:t>
            </a:r>
            <a:r>
              <a:rPr lang="en-US" altLang="es-ES" dirty="0" err="1"/>
              <a:t>aleatoria</a:t>
            </a:r>
            <a:r>
              <a:rPr lang="en-US" altLang="es-ES" dirty="0"/>
              <a:t> continua con </a:t>
            </a:r>
            <a:r>
              <a:rPr lang="en-US" altLang="es-ES" dirty="0" err="1"/>
              <a:t>distribución</a:t>
            </a:r>
            <a:r>
              <a:rPr lang="en-US" altLang="es-ES" dirty="0"/>
              <a:t> </a:t>
            </a:r>
            <a:r>
              <a:rPr lang="en-US" altLang="es-ES" dirty="0" err="1"/>
              <a:t>Exponencial</a:t>
            </a:r>
            <a:endParaRPr lang="en-US" altLang="es-ES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Su </a:t>
            </a:r>
            <a:r>
              <a:rPr lang="en-US" altLang="es-ES" sz="2800" dirty="0" err="1"/>
              <a:t>único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parámetro</a:t>
            </a:r>
            <a:r>
              <a:rPr lang="en-US" altLang="es-ES" sz="2800" dirty="0"/>
              <a:t> es:</a:t>
            </a:r>
          </a:p>
          <a:p>
            <a:pPr lvl="1"/>
            <a:r>
              <a:rPr lang="el-GR" dirty="0"/>
              <a:t>λ</a:t>
            </a:r>
            <a:r>
              <a:rPr lang="es-ES" dirty="0"/>
              <a:t>, la frecuencia de los eventos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3D8405-81F4-D68B-4EC1-54B53561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9669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Distribución Exponencial</a:t>
            </a:r>
            <a:br>
              <a:rPr lang="es-ES" dirty="0"/>
            </a:br>
            <a:r>
              <a:rPr lang="es-ES" dirty="0"/>
              <a:t>Resumen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X: Variable aleatoria con distribución Exponencial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:r>
                  <a:rPr lang="es-ES" i="1" dirty="0" err="1"/>
                  <a:t>Exponential</a:t>
                </a:r>
                <a:r>
                  <a:rPr lang="es-ES" i="1" dirty="0"/>
                  <a:t>(</a:t>
                </a:r>
                <a:r>
                  <a:rPr lang="el-GR" i="1" dirty="0"/>
                  <a:t>λ</a:t>
                </a:r>
                <a:r>
                  <a:rPr lang="es-ES" i="1" dirty="0"/>
                  <a:t>)</a:t>
                </a:r>
              </a:p>
              <a:p>
                <a:pPr lvl="1"/>
                <a:r>
                  <a:rPr lang="en-US" i="1" dirty="0" err="1"/>
                  <a:t>Tiempo</a:t>
                </a:r>
                <a:r>
                  <a:rPr lang="en-US" i="1" dirty="0"/>
                  <a:t> entre dos </a:t>
                </a:r>
                <a:r>
                  <a:rPr lang="en-US" i="1" dirty="0" err="1"/>
                  <a:t>eventos</a:t>
                </a:r>
                <a:r>
                  <a:rPr lang="en-US" i="1" dirty="0"/>
                  <a:t> con </a:t>
                </a:r>
                <a:r>
                  <a:rPr lang="en-US" i="1" dirty="0" err="1"/>
                  <a:t>distribución</a:t>
                </a:r>
                <a:r>
                  <a:rPr lang="en-US" i="1" dirty="0"/>
                  <a:t> de Poisson(</a:t>
                </a:r>
                <a:r>
                  <a:rPr lang="el-GR" i="1" dirty="0"/>
                  <a:t>λ</a:t>
                </a:r>
                <a:r>
                  <a:rPr lang="es-ES" i="1" dirty="0"/>
                  <a:t>)</a:t>
                </a:r>
                <a:r>
                  <a:rPr lang="en-US" i="1" dirty="0"/>
                  <a:t> </a:t>
                </a:r>
                <a:endParaRPr lang="es-ES" i="1" dirty="0"/>
              </a:p>
              <a:p>
                <a:r>
                  <a:rPr lang="es-ES" dirty="0"/>
                  <a:t>Parámetros</a:t>
                </a:r>
              </a:p>
              <a:p>
                <a:pPr lvl="1"/>
                <a:r>
                  <a:rPr lang="el-GR" i="1" dirty="0"/>
                  <a:t>λ</a:t>
                </a:r>
                <a:r>
                  <a:rPr lang="es-ES" i="1" dirty="0"/>
                  <a:t> </a:t>
                </a:r>
                <a:r>
                  <a:rPr lang="es-ES" dirty="0"/>
                  <a:t>= frecuencia de ocurrencia de eventos &gt; 0</a:t>
                </a:r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Rango de valores</a:t>
                </a:r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i="1" dirty="0"/>
                      <m:t>λ</m:t>
                    </m:r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    (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donde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=2.7183)</m:t>
                    </m:r>
                  </m:oMath>
                </a14:m>
                <a:r>
                  <a:rPr lang="es-ES" dirty="0"/>
                  <a:t>	</a:t>
                </a:r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812" t="-2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420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DFAC82E-1D23-1CD3-8EA6-1BA1C4E7D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52" y="1690688"/>
            <a:ext cx="7993447" cy="51673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4F2A3C-A822-D107-CD22-6F278B51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5. Distribución Exponencial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Efectos de diferentes valores para </a:t>
            </a:r>
            <a:r>
              <a:rPr lang="el-GR" dirty="0"/>
              <a:t>λ</a:t>
            </a:r>
            <a:endParaRPr lang="es-ES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B8B8DF-8762-B3DD-9965-23D04231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9180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18683-4B6B-2E23-4C95-467631C5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sz="4400" dirty="0">
                <a:latin typeface="Calibri Light" panose="020F0302020204030204" pitchFamily="34" charset="0"/>
              </a:rPr>
              <a:t>5. Distribución Exponencial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4.5 (Impresora)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35089-B599-40BF-015B-469384D4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Los </a:t>
            </a:r>
            <a:r>
              <a:rPr lang="en-US" altLang="es-ES" sz="2800" dirty="0" err="1"/>
              <a:t>trabajos</a:t>
            </a:r>
            <a:r>
              <a:rPr lang="en-US" altLang="es-ES" sz="2800" dirty="0"/>
              <a:t> se </a:t>
            </a:r>
            <a:r>
              <a:rPr lang="en-US" altLang="es-ES" sz="2800" dirty="0" err="1"/>
              <a:t>envían</a:t>
            </a:r>
            <a:r>
              <a:rPr lang="en-US" altLang="es-ES" sz="2800" dirty="0"/>
              <a:t> a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impresora</a:t>
            </a:r>
            <a:r>
              <a:rPr lang="en-US" altLang="es-ES" sz="2800" dirty="0"/>
              <a:t> a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tasa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promedio</a:t>
            </a:r>
            <a:r>
              <a:rPr lang="en-US" altLang="es-ES" sz="2800" dirty="0"/>
              <a:t> de 3 </a:t>
            </a:r>
            <a:r>
              <a:rPr lang="en-US" altLang="es-ES" sz="2800" dirty="0" err="1"/>
              <a:t>trabajos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por</a:t>
            </a:r>
            <a:r>
              <a:rPr lang="en-US" altLang="es-ES" sz="2800" dirty="0"/>
              <a:t> hora.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StarSymbol" charset="0"/>
              <a:buAutoNum type="alphaLcParenR"/>
            </a:pPr>
            <a:r>
              <a:rPr lang="en-US" altLang="es-ES" sz="2400" dirty="0"/>
              <a:t>¿</a:t>
            </a:r>
            <a:r>
              <a:rPr lang="en-US" altLang="es-ES" sz="2400" dirty="0" err="1"/>
              <a:t>Cuál</a:t>
            </a:r>
            <a:r>
              <a:rPr lang="en-US" altLang="es-ES" sz="2400" dirty="0"/>
              <a:t> es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tiempo</a:t>
            </a:r>
            <a:r>
              <a:rPr lang="en-US" altLang="es-ES" sz="2400" dirty="0"/>
              <a:t> </a:t>
            </a:r>
            <a:r>
              <a:rPr lang="en-US" altLang="es-ES" sz="2400" dirty="0" err="1"/>
              <a:t>esperado</a:t>
            </a:r>
            <a:r>
              <a:rPr lang="en-US" altLang="es-ES" sz="2400" dirty="0"/>
              <a:t> (en </a:t>
            </a:r>
            <a:r>
              <a:rPr lang="en-US" altLang="es-ES" sz="2400" dirty="0" err="1"/>
              <a:t>minutos</a:t>
            </a:r>
            <a:r>
              <a:rPr lang="en-US" altLang="es-ES" sz="2400" dirty="0"/>
              <a:t>) entre los </a:t>
            </a:r>
            <a:r>
              <a:rPr lang="en-US" altLang="es-ES" sz="2400" dirty="0" err="1"/>
              <a:t>trabajos</a:t>
            </a:r>
            <a:r>
              <a:rPr lang="en-US" altLang="es-ES" sz="2400" dirty="0"/>
              <a:t>?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StarSymbol" charset="0"/>
              <a:buAutoNum type="alphaLcParenR"/>
            </a:pPr>
            <a:r>
              <a:rPr lang="en-US" altLang="es-ES" sz="2400" dirty="0"/>
              <a:t>¿</a:t>
            </a:r>
            <a:r>
              <a:rPr lang="en-US" altLang="es-ES" sz="2400" dirty="0" err="1"/>
              <a:t>Cuál</a:t>
            </a:r>
            <a:r>
              <a:rPr lang="en-US" altLang="es-ES" sz="2400" dirty="0"/>
              <a:t> es la </a:t>
            </a:r>
            <a:r>
              <a:rPr lang="en-US" altLang="es-ES" sz="2400" dirty="0" err="1"/>
              <a:t>probabilidad</a:t>
            </a:r>
            <a:r>
              <a:rPr lang="en-US" altLang="es-ES" sz="2400" dirty="0"/>
              <a:t> de que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próximo</a:t>
            </a:r>
            <a:r>
              <a:rPr lang="en-US" altLang="es-ES" sz="2400" dirty="0"/>
              <a:t> </a:t>
            </a:r>
            <a:r>
              <a:rPr lang="en-US" altLang="es-ES" sz="2400" dirty="0" err="1"/>
              <a:t>trabajo</a:t>
            </a:r>
            <a:r>
              <a:rPr lang="en-US" altLang="es-ES" sz="2400" dirty="0"/>
              <a:t> se </a:t>
            </a:r>
            <a:r>
              <a:rPr lang="en-US" altLang="es-ES" sz="2400" dirty="0" err="1"/>
              <a:t>envíe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dentro</a:t>
            </a:r>
            <a:r>
              <a:rPr lang="en-US" altLang="es-ES" sz="2400" dirty="0"/>
              <a:t> de 5 </a:t>
            </a:r>
            <a:r>
              <a:rPr lang="en-US" altLang="es-ES" sz="2400" dirty="0" err="1"/>
              <a:t>minutos</a:t>
            </a:r>
            <a:r>
              <a:rPr lang="en-US" altLang="es-ES" sz="2400" dirty="0"/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1EA8FD-818D-DAF6-AA58-93C5BF0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6236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7A265DB-C543-F4D7-0F00-E7525C22A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669" y="1855902"/>
            <a:ext cx="5995595" cy="38758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sz="4400" dirty="0">
                <a:latin typeface="Calibri Light" panose="020F0302020204030204" pitchFamily="34" charset="0"/>
              </a:rPr>
              <a:t>5. Distribución Exponencial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4.5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0622" y="1855902"/>
                <a:ext cx="5820785" cy="3026073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s-ES" i="1" dirty="0"/>
                  <a:t>λ</a:t>
                </a:r>
                <a:r>
                  <a:rPr lang="es-ES" dirty="0"/>
                  <a:t> = 3 trabajos por hora</a:t>
                </a:r>
              </a:p>
              <a:p>
                <a:r>
                  <a:rPr lang="es-ES" dirty="0"/>
                  <a:t>X: Número de trabajos en una hora </a:t>
                </a:r>
                <a:r>
                  <a:rPr lang="es-ES" dirty="0">
                    <a:sym typeface="Wingdings" panose="05000000000000000000" pitchFamily="2" charset="2"/>
                  </a:rPr>
                  <a:t> Poisson(3)</a:t>
                </a:r>
                <a:endParaRPr lang="es-ES" dirty="0"/>
              </a:p>
              <a:p>
                <a:r>
                  <a:rPr lang="es-ES" dirty="0"/>
                  <a:t>T: Tiempo entre trabajos (en horas)  </a:t>
                </a:r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:r>
                  <a:rPr lang="es-ES" dirty="0" err="1">
                    <a:sym typeface="Wingdings" panose="05000000000000000000" pitchFamily="2" charset="2"/>
                  </a:rPr>
                  <a:t>Exponential</a:t>
                </a:r>
                <a:r>
                  <a:rPr lang="es-ES" dirty="0">
                    <a:sym typeface="Wingdings" panose="05000000000000000000" pitchFamily="2" charset="2"/>
                  </a:rPr>
                  <a:t>(3)</a:t>
                </a:r>
                <a:endParaRPr lang="es-ES" dirty="0"/>
              </a:p>
              <a:p>
                <a:pPr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s-E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s-ES" dirty="0"/>
                  <a:t>	</a:t>
                </a:r>
              </a:p>
              <a:p>
                <a:pPr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s-E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s-ES" dirty="0"/>
              </a:p>
              <a:p>
                <a:pPr marL="0" indent="0">
                  <a:buNone/>
                  <a:tabLst>
                    <a:tab pos="2784475" algn="l"/>
                  </a:tabLst>
                </a:pPr>
                <a:endParaRPr lang="es-ES" dirty="0"/>
              </a:p>
              <a:p>
                <a:pPr marL="514350" indent="-514350">
                  <a:buFont typeface="+mj-lt"/>
                  <a:buAutoNum type="alphaLcParenR"/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horas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=0.33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horas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entre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trabajos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(20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:pPr marL="514350" indent="-514350">
                  <a:buFont typeface="+mj-lt"/>
                  <a:buAutoNum type="alphaLcParenR"/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horas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=0.083 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horas</m:t>
                        </m:r>
                      </m:e>
                    </m:func>
                  </m:oMath>
                </a14:m>
                <a:endParaRPr lang="es-ES" dirty="0"/>
              </a:p>
              <a:p>
                <a:pPr marL="0" indent="0">
                  <a:buNone/>
                  <a:tabLst>
                    <a:tab pos="2784475" algn="l"/>
                  </a:tabLst>
                </a:pPr>
                <a:r>
                  <a:rPr lang="es-ES" dirty="0"/>
                  <a:t>          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E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2.7183</m:t>
                        </m:r>
                      </m:e>
                      <m: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−0.25</m:t>
                        </m:r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=0.2212</m:t>
                    </m:r>
                  </m:oMath>
                </a14:m>
                <a:endParaRPr lang="es-ES" dirty="0"/>
              </a:p>
              <a:p>
                <a:pPr marL="514350" indent="-514350">
                  <a:buFont typeface="+mj-lt"/>
                  <a:buAutoNum type="alphaLcParenR"/>
                  <a:tabLst>
                    <a:tab pos="2784475" algn="l"/>
                  </a:tabLst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0622" y="1855902"/>
                <a:ext cx="5820785" cy="3026073"/>
              </a:xfrm>
              <a:blipFill>
                <a:blip r:embed="rId3"/>
                <a:stretch>
                  <a:fillRect l="-419" t="-22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25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65F8A9-7CE3-277A-67A3-0A8C2EB8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8698" y="3558108"/>
            <a:ext cx="808015" cy="276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E(T)=0.33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0253F30A-A38B-7935-D44F-5FF57A2F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76067" y="3284230"/>
            <a:ext cx="131756" cy="27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1691178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46E17-43CD-1F9E-E4C5-8690DFD7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5. Distribución Exponencial</a:t>
            </a:r>
            <a:br>
              <a:rPr lang="es-ES" dirty="0"/>
            </a:br>
            <a:r>
              <a:rPr lang="es-ES" dirty="0"/>
              <a:t>Propiedad “sin memoria”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5F861E1-0329-6B55-30F2-71392D521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Se dice que “las variables exponenciales pierden memoria”.</a:t>
                </a:r>
              </a:p>
              <a:p>
                <a:r>
                  <a:rPr lang="es-ES" dirty="0"/>
                  <a:t>Supongamos que una variable exponencial T representa un tiempo de espera.</a:t>
                </a:r>
              </a:p>
              <a:p>
                <a:r>
                  <a:rPr lang="es-ES" dirty="0"/>
                  <a:t>La propiedad sin memoria significa que el hecho de haber esperado t minutos se “olvida” y no afecta el tiempo de espera futuro.</a:t>
                </a:r>
              </a:p>
              <a:p>
                <a:r>
                  <a:rPr lang="es-ES" dirty="0"/>
                  <a:t>Independientemente del evento T &gt; t, cuando el tiempo de espera total excede de t, el tiempo de espera restante aún tiene distribución exponencial con el mismo parámetro.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para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En esta fórmula, t es la parte ya transcurrida del tiempo de espera y x es el tiempo restante adicional.</a:t>
                </a:r>
              </a:p>
              <a:p>
                <a:r>
                  <a:rPr lang="es-ES" dirty="0"/>
                  <a:t>Esta propiedad es única para la distribución exponencial.</a:t>
                </a:r>
              </a:p>
              <a:p>
                <a:pPr lvl="1"/>
                <a:r>
                  <a:rPr lang="es-ES" dirty="0"/>
                  <a:t>Ninguna otra variable continua X ∈ (0,∞) es “sin memoria”.</a:t>
                </a:r>
              </a:p>
              <a:p>
                <a:pPr lvl="1"/>
                <a:r>
                  <a:rPr lang="es-ES" dirty="0"/>
                  <a:t>Entre las variables discretas, esta propiedad la tiene la distribución Geométrica</a:t>
                </a:r>
                <a:r>
                  <a:rPr lang="en-US" dirty="0"/>
                  <a:t>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5F861E1-0329-6B55-30F2-71392D521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3264" b="-130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B6B64-E60A-230C-2946-8E5D0062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1143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CCD44-580C-2349-7CEE-F5FF8F4F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AB056D-72CF-52F5-8FF5-B85155761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Una variable aleatoria Gamma es la suma de α variables aleatorias Exponenciales independientes con el mismo parámetro </a:t>
            </a:r>
            <a:r>
              <a:rPr lang="el-GR" dirty="0"/>
              <a:t>λ</a:t>
            </a:r>
            <a:endParaRPr lang="es-ES" dirty="0"/>
          </a:p>
          <a:p>
            <a:r>
              <a:rPr lang="es-ES" dirty="0"/>
              <a:t>Cuando el tiempo entre dos eventos consecutivos tiene distribución Exponencial, el tiempo entre dos secuencias de α eventos tiene distribución Gamma</a:t>
            </a:r>
          </a:p>
          <a:p>
            <a:r>
              <a:rPr lang="es-ES" dirty="0"/>
              <a:t>Parámetros</a:t>
            </a:r>
          </a:p>
          <a:p>
            <a:pPr lvl="1"/>
            <a:r>
              <a:rPr lang="es-ES" dirty="0"/>
              <a:t>α, el número de eventos</a:t>
            </a:r>
          </a:p>
          <a:p>
            <a:pPr lvl="1"/>
            <a:r>
              <a:rPr lang="el-GR" dirty="0"/>
              <a:t>λ</a:t>
            </a:r>
            <a:r>
              <a:rPr lang="es-ES" dirty="0"/>
              <a:t>, la frecuencia de los eventos</a:t>
            </a:r>
          </a:p>
          <a:p>
            <a:r>
              <a:rPr lang="es-ES" dirty="0"/>
              <a:t>La distribución Gamma se puede utilizar para el tiempo total de un proceso de varios pasos, por ejemplo, relacionado con la descarga o instalación de una serie de archivos.</a:t>
            </a:r>
          </a:p>
          <a:p>
            <a:r>
              <a:rPr lang="es-ES" dirty="0"/>
              <a:t>Cuando un determinado proceso consiste en α pasos independientes y cada paso toma un tiempo Exponencial, entonces el tiempo total tiene distribución Gamma con parámetros α y </a:t>
            </a:r>
            <a:r>
              <a:rPr lang="el-GR" dirty="0"/>
              <a:t>λ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3D8405-81F4-D68B-4EC1-54B53561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8876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dirty="0"/>
              <a:t>Resumen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0318"/>
                <a:ext cx="10515600" cy="4857311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s-ES" dirty="0"/>
                  <a:t>X: Variable aleatoria con distribución Gamma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:r>
                  <a:rPr lang="es-ES" i="1" dirty="0"/>
                  <a:t>Gamma(</a:t>
                </a:r>
                <a:r>
                  <a:rPr lang="el-GR" i="1" dirty="0"/>
                  <a:t>α</a:t>
                </a:r>
                <a:r>
                  <a:rPr lang="es-ES" i="1" dirty="0"/>
                  <a:t>, </a:t>
                </a:r>
                <a:r>
                  <a:rPr lang="el-GR" i="1" dirty="0"/>
                  <a:t>λ</a:t>
                </a:r>
                <a:r>
                  <a:rPr lang="es-ES" i="1" dirty="0"/>
                  <a:t>)</a:t>
                </a:r>
              </a:p>
              <a:p>
                <a:pPr lvl="1"/>
                <a:r>
                  <a:rPr lang="es-ES" i="1" dirty="0"/>
                  <a:t>Tiempo entre dos secuencias de α eventos con distribución de Poisson(</a:t>
                </a:r>
                <a:r>
                  <a:rPr lang="el-GR" i="1" dirty="0"/>
                  <a:t>λ)</a:t>
                </a:r>
                <a:r>
                  <a:rPr lang="en-US" i="1" dirty="0"/>
                  <a:t> </a:t>
                </a:r>
                <a:endParaRPr lang="es-ES" i="1" dirty="0"/>
              </a:p>
              <a:p>
                <a:r>
                  <a:rPr lang="es-ES" dirty="0"/>
                  <a:t>Parámetros</a:t>
                </a:r>
              </a:p>
              <a:p>
                <a:pPr lvl="1"/>
                <a:r>
                  <a:rPr lang="el-GR" i="1" dirty="0"/>
                  <a:t>α</a:t>
                </a:r>
                <a:r>
                  <a:rPr lang="es-ES" i="1" dirty="0"/>
                  <a:t> = número de eventos en una secuencia &gt; 0</a:t>
                </a:r>
              </a:p>
              <a:p>
                <a:pPr lvl="1"/>
                <a:r>
                  <a:rPr lang="el-GR" i="1" dirty="0"/>
                  <a:t>λ</a:t>
                </a:r>
                <a:r>
                  <a:rPr lang="es-ES" i="1" dirty="0"/>
                  <a:t> = frecuencia de ocurrencia de eventos &gt; 0 </a:t>
                </a:r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Rango de valores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i="1" dirty="0"/>
                              <m:t>λ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</a:rPr>
                          <m:t>donde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d>
                  </m:oMath>
                </a14:m>
                <a:r>
                  <a:rPr lang="es-ES" dirty="0"/>
                  <a:t>	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s-ES" dirty="0"/>
                  <a:t> se denomina </a:t>
                </a:r>
                <a:r>
                  <a:rPr lang="es-ES" dirty="0">
                    <a:hlinkClick r:id="rId2"/>
                  </a:rPr>
                  <a:t>función Gamma</a:t>
                </a:r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l-GR" i="1" dirty="0"/>
                                  <m:t>λ</m:t>
                                </m:r>
                              </m:e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sSup>
                          <m:sSup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s-E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s-E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Relación con otras distribuciones</a:t>
                </a:r>
              </a:p>
              <a:p>
                <a:pPr lvl="1">
                  <a:tabLst>
                    <a:tab pos="2784475" algn="l"/>
                  </a:tabLst>
                </a:pPr>
                <a:r>
                  <a:rPr lang="en-US" dirty="0"/>
                  <a:t>Gamma(α, λ) es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suma</a:t>
                </a:r>
                <a:r>
                  <a:rPr lang="en-US" dirty="0"/>
                  <a:t> de α variables Exponential(λ) </a:t>
                </a:r>
                <a:r>
                  <a:rPr lang="en-US" dirty="0" err="1"/>
                  <a:t>independientes</a:t>
                </a:r>
                <a:endParaRPr lang="en-US" dirty="0"/>
              </a:p>
              <a:p>
                <a:pPr lvl="1">
                  <a:tabLst>
                    <a:tab pos="2784475" algn="l"/>
                  </a:tabLst>
                </a:pPr>
                <a:r>
                  <a:rPr lang="en-US" dirty="0"/>
                  <a:t>Gamma(1,</a:t>
                </a:r>
                <a:r>
                  <a:rPr lang="el-GR" dirty="0"/>
                  <a:t>λ</a:t>
                </a:r>
                <a:r>
                  <a:rPr lang="es-ES" dirty="0"/>
                  <a:t>) = </a:t>
                </a:r>
                <a:r>
                  <a:rPr lang="es-ES" dirty="0" err="1"/>
                  <a:t>Exponential</a:t>
                </a:r>
                <a:r>
                  <a:rPr lang="es-ES" dirty="0"/>
                  <a:t>(</a:t>
                </a:r>
                <a:r>
                  <a:rPr lang="el-GR" dirty="0"/>
                  <a:t>λ</a:t>
                </a:r>
                <a:r>
                  <a:rPr lang="es-ES" dirty="0"/>
                  <a:t>)</a:t>
                </a:r>
                <a:endParaRPr lang="en-US" dirty="0"/>
              </a:p>
              <a:p>
                <a:pPr lvl="1">
                  <a:tabLst>
                    <a:tab pos="2784475" algn="l"/>
                  </a:tabLst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0318"/>
                <a:ext cx="10515600" cy="4857311"/>
              </a:xfrm>
              <a:blipFill>
                <a:blip r:embed="rId3"/>
                <a:stretch>
                  <a:fillRect l="-174" t="-15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8857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316C5-CE09-05F2-80E4-54E86AF1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dirty="0"/>
              <a:t>Fórmula Gamma-Poisson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62AC354-FCB4-9AAB-33C7-E40762CAE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El cálculo de las probabilidades de Gamma se puede simplificar significativamente haciendo una transformación de la variable Gamma en una variable de Poisson</a:t>
                </a:r>
              </a:p>
              <a:p>
                <a:pPr lvl="1"/>
                <a:r>
                  <a:rPr lang="en-US" dirty="0"/>
                  <a:t>T: Gamma(α, λ) </a:t>
                </a:r>
              </a:p>
              <a:p>
                <a:pPr lvl="1"/>
                <a:r>
                  <a:rPr lang="en-US" dirty="0"/>
                  <a:t>X: Poisson(</a:t>
                </a:r>
                <a:r>
                  <a:rPr lang="en-US" dirty="0" err="1"/>
                  <a:t>λt</a:t>
                </a:r>
                <a:r>
                  <a:rPr lang="en-US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62AC354-FCB4-9AAB-33C7-E40762CAE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E1CA3B-65DB-F960-2293-895AC2A8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4112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18683-4B6B-2E23-4C95-467631C5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dirty="0"/>
              <a:t>Ejemplo 4.6 (Anuncios en Internet)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35089-B599-40BF-015B-469384D4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Los </a:t>
            </a:r>
            <a:r>
              <a:rPr lang="en-US" altLang="es-ES" sz="2800" dirty="0" err="1"/>
              <a:t>usuarios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visitan</a:t>
            </a:r>
            <a:r>
              <a:rPr lang="en-US" altLang="es-ES" sz="2800" dirty="0"/>
              <a:t> un </a:t>
            </a:r>
            <a:r>
              <a:rPr lang="en-US" altLang="es-ES" sz="2800" dirty="0" err="1"/>
              <a:t>determinado</a:t>
            </a:r>
            <a:r>
              <a:rPr lang="en-US" altLang="es-ES" sz="2800" dirty="0"/>
              <a:t> sitio de Internet a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tasa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promedio</a:t>
            </a:r>
            <a:r>
              <a:rPr lang="en-US" altLang="es-ES" sz="2800" dirty="0"/>
              <a:t> de 12 </a:t>
            </a:r>
            <a:r>
              <a:rPr lang="en-US" altLang="es-ES" sz="2800" dirty="0" err="1"/>
              <a:t>visitas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por</a:t>
            </a:r>
            <a:r>
              <a:rPr lang="en-US" altLang="es-ES" sz="2800" dirty="0"/>
              <a:t> </a:t>
            </a:r>
            <a:r>
              <a:rPr lang="en-US" altLang="es-ES" sz="2800" dirty="0" err="1"/>
              <a:t>minuto</a:t>
            </a:r>
            <a:r>
              <a:rPr lang="en-US" altLang="es-ES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Cada</a:t>
            </a:r>
            <a:r>
              <a:rPr lang="en-US" altLang="es-ES" sz="2800" dirty="0"/>
              <a:t> sexto </a:t>
            </a:r>
            <a:r>
              <a:rPr lang="en-US" altLang="es-ES" sz="2800" dirty="0" err="1"/>
              <a:t>visitante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recibe</a:t>
            </a:r>
            <a:r>
              <a:rPr lang="en-US" altLang="es-ES" sz="2800" dirty="0"/>
              <a:t> un </a:t>
            </a:r>
            <a:r>
              <a:rPr lang="en-US" altLang="es-ES" sz="2800" dirty="0" err="1"/>
              <a:t>anuncio</a:t>
            </a:r>
            <a:r>
              <a:rPr lang="en-US" altLang="es-ES" sz="2800" dirty="0"/>
              <a:t> en forma de un banner </a:t>
            </a:r>
            <a:r>
              <a:rPr lang="en-US" altLang="es-ES" sz="2800" dirty="0" err="1"/>
              <a:t>parpadeante</a:t>
            </a:r>
            <a:r>
              <a:rPr lang="en-US" altLang="es-ES" sz="28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StarSymbol" charset="0"/>
              <a:buAutoNum type="alphaLcParenR"/>
            </a:pPr>
            <a:r>
              <a:rPr lang="en-US" altLang="es-ES" sz="2400" dirty="0" err="1"/>
              <a:t>Calcular</a:t>
            </a:r>
            <a:r>
              <a:rPr lang="en-US" altLang="es-ES" sz="2400" dirty="0"/>
              <a:t> la </a:t>
            </a:r>
            <a:r>
              <a:rPr lang="en-US" altLang="es-ES" sz="2400" dirty="0" err="1"/>
              <a:t>esperanza</a:t>
            </a:r>
            <a:r>
              <a:rPr lang="en-US" altLang="es-ES" sz="2400" dirty="0"/>
              <a:t> del </a:t>
            </a:r>
            <a:r>
              <a:rPr lang="en-US" altLang="es-ES" sz="2400" dirty="0" err="1"/>
              <a:t>tiempo</a:t>
            </a:r>
            <a:r>
              <a:rPr lang="en-US" altLang="es-ES" sz="2400" dirty="0"/>
              <a:t> entre </a:t>
            </a:r>
            <a:r>
              <a:rPr lang="en-US" altLang="es-ES" sz="2400" dirty="0" err="1"/>
              <a:t>anuncios</a:t>
            </a:r>
            <a:r>
              <a:rPr lang="en-US" altLang="es-ES" sz="2400" dirty="0"/>
              <a:t> </a:t>
            </a:r>
            <a:r>
              <a:rPr lang="en-US" altLang="es-ES" sz="2400" dirty="0" err="1"/>
              <a:t>consecutivos</a:t>
            </a:r>
            <a:r>
              <a:rPr lang="en-US" altLang="es-ES" sz="24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StarSymbol" charset="0"/>
              <a:buAutoNum type="alphaLcParenR"/>
            </a:pPr>
            <a:r>
              <a:rPr lang="en-US" altLang="es-ES" sz="2400" dirty="0" err="1"/>
              <a:t>Calcular</a:t>
            </a:r>
            <a:r>
              <a:rPr lang="en-US" altLang="es-ES" sz="2400" dirty="0"/>
              <a:t> la </a:t>
            </a:r>
            <a:r>
              <a:rPr lang="en-US" altLang="es-ES" sz="2400" dirty="0" err="1"/>
              <a:t>probabilidad</a:t>
            </a:r>
            <a:r>
              <a:rPr lang="en-US" altLang="es-ES" sz="2400" dirty="0"/>
              <a:t> de que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tiempo</a:t>
            </a:r>
            <a:r>
              <a:rPr lang="en-US" altLang="es-ES" sz="2400" dirty="0"/>
              <a:t> entre </a:t>
            </a:r>
            <a:r>
              <a:rPr lang="en-US" altLang="es-ES" sz="2400" dirty="0" err="1"/>
              <a:t>anuncios</a:t>
            </a:r>
            <a:r>
              <a:rPr lang="en-US" altLang="es-ES" sz="2400" dirty="0"/>
              <a:t> </a:t>
            </a:r>
            <a:r>
              <a:rPr lang="en-US" altLang="es-ES" sz="2400" dirty="0" err="1"/>
              <a:t>consecutivos</a:t>
            </a:r>
            <a:r>
              <a:rPr lang="en-US" altLang="es-ES" sz="2400" dirty="0"/>
              <a:t> sea inferior a 0.2 </a:t>
            </a:r>
            <a:r>
              <a:rPr lang="en-US" altLang="es-ES" sz="2400" dirty="0" err="1"/>
              <a:t>minutos</a:t>
            </a:r>
            <a:r>
              <a:rPr lang="en-US" altLang="es-ES" sz="2400" dirty="0"/>
              <a:t> (12 </a:t>
            </a:r>
            <a:r>
              <a:rPr lang="en-US" altLang="es-ES" sz="2400" dirty="0" err="1"/>
              <a:t>segundos</a:t>
            </a:r>
            <a:r>
              <a:rPr lang="en-US" altLang="es-ES" sz="2400" dirty="0"/>
              <a:t>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1EA8FD-818D-DAF6-AA58-93C5BF0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9192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18683-4B6B-2E23-4C95-467631C5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dirty="0"/>
              <a:t>Ejemplo 4.6 (Variables implicadas)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35089-B599-40BF-015B-469384D4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P = </a:t>
            </a:r>
            <a:r>
              <a:rPr lang="en-US" altLang="es-ES" sz="2800" dirty="0" err="1"/>
              <a:t>Número</a:t>
            </a:r>
            <a:r>
              <a:rPr lang="en-US" altLang="es-ES" sz="2800" dirty="0"/>
              <a:t> de </a:t>
            </a:r>
            <a:r>
              <a:rPr lang="en-US" altLang="es-ES" dirty="0" err="1"/>
              <a:t>visitas</a:t>
            </a:r>
            <a:r>
              <a:rPr lang="en-US" altLang="es-ES" dirty="0"/>
              <a:t> al sitio web en un </a:t>
            </a:r>
            <a:r>
              <a:rPr lang="en-US" altLang="es-ES" dirty="0" err="1"/>
              <a:t>minuto</a:t>
            </a:r>
            <a:endParaRPr lang="en-US" altLang="es-ES" dirty="0"/>
          </a:p>
          <a:p>
            <a:pPr lvl="1">
              <a:spcBef>
                <a:spcPts val="1000"/>
              </a:spcBef>
            </a:pPr>
            <a:r>
              <a:rPr lang="en-US" altLang="es-ES" dirty="0"/>
              <a:t>P: Poisson(</a:t>
            </a:r>
            <a:r>
              <a:rPr lang="en-US" dirty="0"/>
              <a:t>λ), con λ=12 </a:t>
            </a:r>
            <a:r>
              <a:rPr lang="en-US" dirty="0" err="1"/>
              <a:t>visitas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minuto</a:t>
            </a:r>
            <a:endParaRPr lang="en-US" altLang="es-ES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dirty="0"/>
              <a:t>E </a:t>
            </a:r>
            <a:r>
              <a:rPr lang="en-US" altLang="es-ES" sz="2800" dirty="0"/>
              <a:t>= </a:t>
            </a:r>
            <a:r>
              <a:rPr lang="en-US" altLang="es-ES" sz="2800" dirty="0" err="1"/>
              <a:t>Tiempo</a:t>
            </a:r>
            <a:r>
              <a:rPr lang="en-US" altLang="es-ES" sz="2800" dirty="0"/>
              <a:t> entre dos </a:t>
            </a:r>
            <a:r>
              <a:rPr lang="en-US" altLang="es-ES" sz="2800" dirty="0" err="1"/>
              <a:t>visitas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consecutivas</a:t>
            </a:r>
            <a:endParaRPr lang="en-US" altLang="es-ES" dirty="0"/>
          </a:p>
          <a:p>
            <a:pPr lvl="1">
              <a:spcBef>
                <a:spcPts val="1000"/>
              </a:spcBef>
            </a:pPr>
            <a:r>
              <a:rPr lang="en-US" altLang="es-ES" dirty="0"/>
              <a:t>E: </a:t>
            </a:r>
            <a:r>
              <a:rPr lang="en-US" altLang="es-ES" dirty="0" err="1"/>
              <a:t>Exponencial</a:t>
            </a:r>
            <a:r>
              <a:rPr lang="en-US" altLang="es-ES" dirty="0"/>
              <a:t>(</a:t>
            </a:r>
            <a:r>
              <a:rPr lang="en-US" dirty="0"/>
              <a:t>λ), con λ=12 </a:t>
            </a:r>
            <a:r>
              <a:rPr lang="en-US" dirty="0" err="1"/>
              <a:t>visitas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minuto</a:t>
            </a:r>
            <a:endParaRPr lang="en-US" altLang="es-ES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dirty="0"/>
              <a:t>T </a:t>
            </a:r>
            <a:r>
              <a:rPr lang="en-US" altLang="es-ES" sz="2800" dirty="0"/>
              <a:t>= </a:t>
            </a:r>
            <a:r>
              <a:rPr lang="en-US" altLang="es-ES" dirty="0" err="1"/>
              <a:t>T</a:t>
            </a:r>
            <a:r>
              <a:rPr lang="en-US" altLang="es-ES" sz="2800" dirty="0" err="1"/>
              <a:t>iempo</a:t>
            </a:r>
            <a:r>
              <a:rPr lang="en-US" altLang="es-ES" sz="2800" dirty="0"/>
              <a:t> entre dos </a:t>
            </a:r>
            <a:r>
              <a:rPr lang="en-US" altLang="es-ES" sz="2800" dirty="0" err="1"/>
              <a:t>anuncios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consecutivos</a:t>
            </a:r>
            <a:endParaRPr lang="en-US" altLang="es-ES" dirty="0"/>
          </a:p>
          <a:p>
            <a:pPr lvl="1">
              <a:spcBef>
                <a:spcPts val="1000"/>
              </a:spcBef>
            </a:pPr>
            <a:r>
              <a:rPr lang="en-US" altLang="es-ES" dirty="0"/>
              <a:t>T: Gamma(</a:t>
            </a:r>
            <a:r>
              <a:rPr lang="en-US" dirty="0"/>
              <a:t>α,λ), con α=6 </a:t>
            </a:r>
            <a:r>
              <a:rPr lang="en-US" dirty="0" err="1"/>
              <a:t>visitas</a:t>
            </a:r>
            <a:r>
              <a:rPr lang="en-US" dirty="0"/>
              <a:t> entre </a:t>
            </a:r>
            <a:r>
              <a:rPr lang="en-US" dirty="0" err="1"/>
              <a:t>anuncios</a:t>
            </a:r>
            <a:r>
              <a:rPr lang="en-US" dirty="0"/>
              <a:t>, λ=12 </a:t>
            </a:r>
            <a:r>
              <a:rPr lang="en-US" dirty="0" err="1"/>
              <a:t>visitas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minuto</a:t>
            </a:r>
            <a:endParaRPr lang="en-US" alt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1EA8FD-818D-DAF6-AA58-93C5BF0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850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02"/>
    </mc:Choice>
    <mc:Fallback xmlns="">
      <p:transition spd="slow" advTm="30802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80B7578-0ADC-01B1-26FD-4BDDF996F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883" y="1648893"/>
            <a:ext cx="6017285" cy="39544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918683-4B6B-2E23-4C95-467631C5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Ejemplo 4.6 (Solución)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F35089-B599-40BF-015B-469384D4F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0025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𝐺𝑎𝑚𝑚𝑎</m:t>
                      </m:r>
                      <m:d>
                        <m:dPr>
                          <m:ctrlPr>
                            <a:rPr lang="es-E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l-GR" i="1" dirty="0"/>
                            <m:t>λ</m:t>
                          </m:r>
                        </m:e>
                      </m: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𝐺𝑎𝑚𝑚𝑎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sec</m:t>
                    </m:r>
                  </m:oMath>
                </a14:m>
                <a:r>
                  <a:rPr lang="es-ES" dirty="0"/>
                  <a:t>  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s-ES" dirty="0"/>
                  <a:t> t=0.2. Definimos una variable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  <m: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dirty="0"/>
                  <a:t>, y aplicamos la fórmula Gamma-Poisson: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964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𝟎𝟑𝟔</m:t>
                    </m:r>
                  </m:oMath>
                </a14:m>
                <a:endParaRPr lang="es-ES" b="1" dirty="0"/>
              </a:p>
              <a:p>
                <a:pPr lvl="2"/>
                <a:r>
                  <a:rPr lang="es-ES" dirty="0"/>
                  <a:t>P{X≤5} puede obtenerse en la Tabla A3 del libro, buscando </a:t>
                </a:r>
                <a:r>
                  <a:rPr lang="el-GR" dirty="0"/>
                  <a:t>λ</a:t>
                </a:r>
                <a:r>
                  <a:rPr lang="es-ES" dirty="0"/>
                  <a:t>=2.4, x=5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F35089-B599-40BF-015B-469384D4F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0025" cy="4351338"/>
              </a:xfrm>
              <a:blipFill>
                <a:blip r:embed="rId3"/>
                <a:stretch>
                  <a:fillRect l="-1994" b="-798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1EA8FD-818D-DAF6-AA58-93C5BF0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32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75758F-7203-48E5-2AA9-60B597A8E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56286" y="5326306"/>
            <a:ext cx="743469" cy="276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E(T)=0.5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D979745A-F5B5-A9EA-7285-E58C229C7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93655" y="5052428"/>
            <a:ext cx="131756" cy="27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2701289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AC7BB-6330-6FA2-FAD1-E8B71D5B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dirty="0"/>
              <a:t>Ejemplos 4.7 y 4.8 (Tiempo de compilación)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F180D4-0226-5C0D-B4AB-4868551A4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compilación</a:t>
            </a:r>
            <a:r>
              <a:rPr lang="en-US" altLang="es-ES" sz="2800" dirty="0"/>
              <a:t> de un </a:t>
            </a:r>
            <a:r>
              <a:rPr lang="en-US" altLang="es-ES" sz="2800" dirty="0" err="1"/>
              <a:t>programa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informático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consta</a:t>
            </a:r>
            <a:r>
              <a:rPr lang="en-US" altLang="es-ES" sz="2800" dirty="0"/>
              <a:t> de 3 </a:t>
            </a:r>
            <a:r>
              <a:rPr lang="en-US" altLang="es-ES" sz="2800" dirty="0" err="1"/>
              <a:t>bloques</a:t>
            </a:r>
            <a:r>
              <a:rPr lang="en-US" altLang="es-ES" sz="2800" dirty="0"/>
              <a:t> que se </a:t>
            </a:r>
            <a:r>
              <a:rPr lang="en-US" altLang="es-ES" sz="2800" dirty="0" err="1"/>
              <a:t>procesan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secuencialmente</a:t>
            </a:r>
            <a:r>
              <a:rPr lang="en-US" altLang="es-ES" sz="2800" dirty="0"/>
              <a:t>, uno </a:t>
            </a:r>
            <a:r>
              <a:rPr lang="en-US" altLang="es-ES" sz="2800" dirty="0" err="1"/>
              <a:t>tras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otro</a:t>
            </a:r>
            <a:r>
              <a:rPr lang="en-US" altLang="es-ES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dirty="0"/>
              <a:t>La </a:t>
            </a:r>
            <a:r>
              <a:rPr lang="en-US" altLang="es-ES" dirty="0" err="1"/>
              <a:t>compilación</a:t>
            </a:r>
            <a:r>
              <a:rPr lang="en-US" altLang="es-ES" dirty="0"/>
              <a:t> de </a:t>
            </a:r>
            <a:r>
              <a:rPr lang="en-US" altLang="es-ES" dirty="0" err="1"/>
              <a:t>c</a:t>
            </a:r>
            <a:r>
              <a:rPr lang="en-US" altLang="es-ES" sz="2800" dirty="0" err="1"/>
              <a:t>ada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bloque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tiene</a:t>
            </a:r>
            <a:r>
              <a:rPr lang="en-US" altLang="es-ES" sz="2800" dirty="0"/>
              <a:t> un </a:t>
            </a:r>
            <a:r>
              <a:rPr lang="en-US" altLang="es-ES" sz="2800" dirty="0" err="1"/>
              <a:t>tiempo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exponencial</a:t>
            </a:r>
            <a:r>
              <a:rPr lang="en-US" altLang="es-ES" sz="2800" dirty="0"/>
              <a:t> con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media de 5 </a:t>
            </a:r>
            <a:r>
              <a:rPr lang="en-US" altLang="es-ES" sz="2800" dirty="0" err="1"/>
              <a:t>minutos</a:t>
            </a:r>
            <a:r>
              <a:rPr lang="en-US" altLang="es-ES" sz="2800" dirty="0"/>
              <a:t>, </a:t>
            </a:r>
            <a:r>
              <a:rPr lang="en-US" altLang="es-ES" sz="2800" dirty="0" err="1"/>
              <a:t>independientemente</a:t>
            </a:r>
            <a:r>
              <a:rPr lang="en-US" altLang="es-ES" sz="2800" dirty="0"/>
              <a:t> de los </a:t>
            </a:r>
            <a:r>
              <a:rPr lang="en-US" altLang="es-ES" sz="2800" dirty="0" err="1"/>
              <a:t>otros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bloques</a:t>
            </a:r>
            <a:r>
              <a:rPr lang="en-US" altLang="es-ES" sz="28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StarSymbol" charset="0"/>
              <a:buAutoNum type="alphaLcParenR"/>
            </a:pPr>
            <a:r>
              <a:rPr lang="en-US" altLang="es-ES" sz="2400" dirty="0" err="1"/>
              <a:t>Calcular</a:t>
            </a:r>
            <a:r>
              <a:rPr lang="en-US" altLang="es-ES" sz="2400" dirty="0"/>
              <a:t> la </a:t>
            </a:r>
            <a:r>
              <a:rPr lang="en-US" altLang="es-ES" sz="2400" dirty="0" err="1"/>
              <a:t>esperanza</a:t>
            </a:r>
            <a:r>
              <a:rPr lang="en-US" altLang="es-ES" sz="2400" dirty="0"/>
              <a:t> y </a:t>
            </a:r>
            <a:r>
              <a:rPr lang="en-US" altLang="es-ES" sz="2400" dirty="0" err="1"/>
              <a:t>varianza</a:t>
            </a:r>
            <a:r>
              <a:rPr lang="en-US" altLang="es-ES" sz="2400" dirty="0"/>
              <a:t> del </a:t>
            </a:r>
            <a:r>
              <a:rPr lang="en-US" altLang="es-ES" sz="2400" dirty="0" err="1"/>
              <a:t>tiempo</a:t>
            </a:r>
            <a:r>
              <a:rPr lang="en-US" altLang="es-ES" sz="2400" dirty="0"/>
              <a:t> total de </a:t>
            </a:r>
            <a:r>
              <a:rPr lang="en-US" altLang="es-ES" sz="2400" dirty="0" err="1"/>
              <a:t>compilación</a:t>
            </a:r>
            <a:r>
              <a:rPr lang="en-US" altLang="es-ES" sz="24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StarSymbol" charset="0"/>
              <a:buAutoNum type="alphaLcParenR"/>
            </a:pPr>
            <a:r>
              <a:rPr lang="en-US" altLang="es-ES" sz="2400" dirty="0" err="1"/>
              <a:t>Calcular</a:t>
            </a:r>
            <a:r>
              <a:rPr lang="en-US" altLang="es-ES" sz="2400" dirty="0"/>
              <a:t> la </a:t>
            </a:r>
            <a:r>
              <a:rPr lang="en-US" altLang="es-ES" sz="2400" dirty="0" err="1"/>
              <a:t>probabilidad</a:t>
            </a:r>
            <a:r>
              <a:rPr lang="en-US" altLang="es-ES" sz="2400" dirty="0"/>
              <a:t> de </a:t>
            </a:r>
            <a:r>
              <a:rPr lang="en-US" altLang="es-ES" sz="2400" dirty="0" err="1"/>
              <a:t>compilar</a:t>
            </a:r>
            <a:r>
              <a:rPr lang="en-US" altLang="es-ES" sz="2400" dirty="0"/>
              <a:t> </a:t>
            </a:r>
            <a:r>
              <a:rPr lang="en-US" altLang="es-ES" sz="2400" dirty="0" err="1"/>
              <a:t>todo</a:t>
            </a:r>
            <a:r>
              <a:rPr lang="en-US" altLang="es-ES" sz="2400" dirty="0"/>
              <a:t>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programa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menos</a:t>
            </a:r>
            <a:r>
              <a:rPr lang="en-US" altLang="es-ES" sz="2400" dirty="0"/>
              <a:t> de 12 </a:t>
            </a:r>
            <a:r>
              <a:rPr lang="en-US" altLang="es-ES" sz="2400" dirty="0" err="1"/>
              <a:t>minutos</a:t>
            </a:r>
            <a:r>
              <a:rPr lang="en-US" altLang="es-ES" sz="2400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9E5D2-69E8-C8ED-7AC8-2F12B1B7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9041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AC7BB-6330-6FA2-FAD1-E8B71D5B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Ejemplos 4.7 y 4.8 (Solución)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F180D4-0226-5C0D-B4AB-4868551A4D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30327" cy="43513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T: </a:t>
                </a:r>
                <a:r>
                  <a:rPr lang="en-US" dirty="0" err="1"/>
                  <a:t>Tiempo</a:t>
                </a:r>
                <a:r>
                  <a:rPr lang="en-US" dirty="0"/>
                  <a:t> total de </a:t>
                </a:r>
                <a:r>
                  <a:rPr lang="en-US" dirty="0" err="1"/>
                  <a:t>compilación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Gamma(α=3, λ=1/5)</a:t>
                </a:r>
              </a:p>
              <a:p>
                <a:pPr lvl="1"/>
                <a:r>
                  <a:rPr lang="en-US" dirty="0"/>
                  <a:t>T es la </a:t>
                </a:r>
                <a:r>
                  <a:rPr lang="en-US" dirty="0" err="1"/>
                  <a:t>suma</a:t>
                </a:r>
                <a:r>
                  <a:rPr lang="en-US" dirty="0"/>
                  <a:t> de 3 </a:t>
                </a:r>
                <a:r>
                  <a:rPr lang="en-US" dirty="0" err="1"/>
                  <a:t>tiempos</a:t>
                </a:r>
                <a:r>
                  <a:rPr lang="en-US" dirty="0"/>
                  <a:t> </a:t>
                </a:r>
                <a:r>
                  <a:rPr lang="en-US" dirty="0" err="1"/>
                  <a:t>exponenciales</a:t>
                </a:r>
                <a:r>
                  <a:rPr lang="en-US" dirty="0"/>
                  <a:t> </a:t>
                </a:r>
                <a:r>
                  <a:rPr lang="en-US" dirty="0" err="1"/>
                  <a:t>independientes</a:t>
                </a:r>
                <a:r>
                  <a:rPr lang="en-US" dirty="0"/>
                  <a:t>; </a:t>
                </a:r>
                <a:r>
                  <a:rPr lang="en-US" dirty="0" err="1"/>
                  <a:t>por</a:t>
                </a:r>
                <a:r>
                  <a:rPr lang="en-US" dirty="0"/>
                  <a:t> lo que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Gamma con α = 3. </a:t>
                </a:r>
              </a:p>
              <a:p>
                <a:pPr lvl="1"/>
                <a:r>
                  <a:rPr lang="en-US" dirty="0"/>
                  <a:t>La </a:t>
                </a:r>
                <a:r>
                  <a:rPr lang="en-US" dirty="0" err="1"/>
                  <a:t>frecuencia</a:t>
                </a:r>
                <a:r>
                  <a:rPr lang="en-US" dirty="0"/>
                  <a:t> λ es (1/5) min</a:t>
                </a:r>
                <a:r>
                  <a:rPr lang="en-US" baseline="30000" dirty="0"/>
                  <a:t>−1</a:t>
                </a:r>
                <a:r>
                  <a:rPr lang="en-US" dirty="0"/>
                  <a:t> </a:t>
                </a:r>
                <a:r>
                  <a:rPr lang="en-US" dirty="0" err="1"/>
                  <a:t>porque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tiempo</a:t>
                </a:r>
                <a:r>
                  <a:rPr lang="en-US" dirty="0"/>
                  <a:t> </a:t>
                </a:r>
                <a:r>
                  <a:rPr lang="en-US" dirty="0" err="1"/>
                  <a:t>exponencial</a:t>
                </a:r>
                <a:r>
                  <a:rPr lang="en-US" dirty="0"/>
                  <a:t> de </a:t>
                </a:r>
                <a:r>
                  <a:rPr lang="en-US" dirty="0" err="1"/>
                  <a:t>compilación</a:t>
                </a:r>
                <a:r>
                  <a:rPr lang="en-US" dirty="0"/>
                  <a:t> de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bloque</a:t>
                </a:r>
                <a:r>
                  <a:rPr lang="en-US" dirty="0"/>
                  <a:t>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esperanza</a:t>
                </a:r>
                <a:r>
                  <a:rPr lang="en-US" dirty="0"/>
                  <a:t> 1/λ = 5 min</a:t>
                </a:r>
                <a:endParaRPr lang="es-E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1/5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=15 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       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sSup>
                          <m:sSupPr>
                            <m:ctrlPr>
                              <a:rPr lang="el-G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i="1" dirty="0"/>
                              <m:t>λ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(1/5)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=75 </m:t>
                    </m:r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dirty="0"/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es-ES" dirty="0"/>
                  <a:t>t=12. Si definimos una variable X: Poisson(1/5·12=2.4), aplicando la fórmula Gamma-Poisson: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&lt;12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≥3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0.570=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𝟒𝟑</m:t>
                    </m:r>
                  </m:oMath>
                </a14:m>
                <a:endParaRPr lang="es-ES" b="1" dirty="0"/>
              </a:p>
              <a:p>
                <a:pPr lvl="2"/>
                <a:r>
                  <a:rPr lang="es-ES" dirty="0"/>
                  <a:t>P{X≤2} puede obtenerse en la Tabla A3 del libro, buscando </a:t>
                </a:r>
                <a:r>
                  <a:rPr lang="el-GR" dirty="0"/>
                  <a:t>λ</a:t>
                </a:r>
                <a:r>
                  <a:rPr lang="es-ES" dirty="0"/>
                  <a:t>=2.4, x=2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F180D4-0226-5C0D-B4AB-4868551A4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30327" cy="4351338"/>
              </a:xfrm>
              <a:blipFill>
                <a:blip r:embed="rId2"/>
                <a:stretch>
                  <a:fillRect l="-1213" t="-2661" r="-882" b="-56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9E5D2-69E8-C8ED-7AC8-2F12B1B7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479C81-A45D-E8F4-372A-ACAC54DA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680" y="2262897"/>
            <a:ext cx="5290510" cy="34767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BABAE04-9341-658E-9520-469168514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34771" y="5251224"/>
            <a:ext cx="743469" cy="276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E(T)=15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1DB3BE05-8ED9-4F43-9F05-473E65598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72140" y="4977346"/>
            <a:ext cx="131756" cy="27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2796459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C7694-6E40-D7BD-CCE2-F536AE4B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Ejemplo 4.9 (Chips de memoria)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0D4689-F9E3-37AA-525D-AD4221FDC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vida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útil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unos</a:t>
            </a:r>
            <a:r>
              <a:rPr lang="en-US" altLang="es-ES" sz="2800" dirty="0"/>
              <a:t> chips de </a:t>
            </a:r>
            <a:r>
              <a:rPr lang="en-US" altLang="es-ES" sz="2800" dirty="0" err="1"/>
              <a:t>memoria</a:t>
            </a:r>
            <a:r>
              <a:rPr lang="en-US" altLang="es-ES" sz="2800" dirty="0"/>
              <a:t> para </a:t>
            </a:r>
            <a:r>
              <a:rPr lang="en-US" altLang="es-ES" sz="2800" dirty="0" err="1"/>
              <a:t>ordenadores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tiene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Gamma con </a:t>
            </a:r>
            <a:r>
              <a:rPr lang="en-US" altLang="es-ES" sz="2800" dirty="0" err="1"/>
              <a:t>esperanza</a:t>
            </a:r>
            <a:r>
              <a:rPr lang="en-US" altLang="es-ES" sz="2800" dirty="0"/>
              <a:t> μ = 12 </a:t>
            </a:r>
            <a:r>
              <a:rPr lang="en-US" altLang="es-ES" sz="2800" dirty="0" err="1"/>
              <a:t>años</a:t>
            </a:r>
            <a:r>
              <a:rPr lang="en-US" altLang="es-ES" sz="2800" dirty="0"/>
              <a:t> y </a:t>
            </a:r>
            <a:r>
              <a:rPr lang="en-US" altLang="es-ES" sz="2800" dirty="0" err="1"/>
              <a:t>desviación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estándar</a:t>
            </a:r>
            <a:r>
              <a:rPr lang="en-US" altLang="es-ES" sz="2800" dirty="0"/>
              <a:t> = 4 </a:t>
            </a:r>
            <a:r>
              <a:rPr lang="en-US" altLang="es-ES" sz="2800" dirty="0" err="1"/>
              <a:t>años</a:t>
            </a:r>
            <a:r>
              <a:rPr lang="en-US" altLang="es-ES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¿</a:t>
            </a:r>
            <a:r>
              <a:rPr lang="en-US" altLang="es-ES" sz="2800" dirty="0" err="1"/>
              <a:t>Cuál</a:t>
            </a:r>
            <a:r>
              <a:rPr lang="en-US" altLang="es-ES" sz="2800" dirty="0"/>
              <a:t> es la </a:t>
            </a:r>
            <a:r>
              <a:rPr lang="en-US" altLang="es-ES" sz="2800" dirty="0" err="1"/>
              <a:t>probabilidad</a:t>
            </a:r>
            <a:r>
              <a:rPr lang="en-US" altLang="es-ES" sz="2800" dirty="0"/>
              <a:t> de que un chip </a:t>
            </a:r>
            <a:r>
              <a:rPr lang="en-US" altLang="es-ES" sz="2800" dirty="0" err="1"/>
              <a:t>tenga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vida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útil</a:t>
            </a:r>
            <a:r>
              <a:rPr lang="en-US" altLang="es-ES" sz="2800" dirty="0"/>
              <a:t> de entre 8 y 10 </a:t>
            </a:r>
            <a:r>
              <a:rPr lang="en-US" altLang="es-ES" sz="2800" dirty="0" err="1"/>
              <a:t>años</a:t>
            </a:r>
            <a:r>
              <a:rPr lang="en-US" altLang="es-ES" sz="2800" dirty="0"/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24C13E-125F-FD02-1C1C-84790C25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3157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4F798-8919-15B2-AFD3-F8164B9F3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691" y="1964565"/>
            <a:ext cx="5372549" cy="353070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54AC7BB-6330-6FA2-FAD1-E8B71D5B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Ejemplo 4.9 (Solución)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F180D4-0226-5C0D-B4AB-4868551A4D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100491" cy="503237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T: Vida </a:t>
                </a:r>
                <a:r>
                  <a:rPr lang="en-US" dirty="0" err="1"/>
                  <a:t>útil</a:t>
                </a:r>
                <a:r>
                  <a:rPr lang="en-US" dirty="0"/>
                  <a:t> de un chip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Gamma(α, λ)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i="1" dirty="0"/>
                          <m:t>λ</m:t>
                        </m:r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sSup>
                          <m:sSupPr>
                            <m:ctrlPr>
                              <a:rPr lang="el-G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i="1" dirty="0"/>
                              <m:t>λ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75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1"/>
                <a:endParaRPr lang="es-ES" dirty="0"/>
              </a:p>
              <a:p>
                <a:r>
                  <a:rPr lang="es-ES" dirty="0"/>
                  <a:t>t</a:t>
                </a:r>
                <a:r>
                  <a:rPr lang="es-ES" baseline="-25000" dirty="0"/>
                  <a:t>1</a:t>
                </a:r>
                <a:r>
                  <a:rPr lang="es-ES" dirty="0"/>
                  <a:t>=8; t</a:t>
                </a:r>
                <a:r>
                  <a:rPr lang="es-ES" baseline="-25000" dirty="0"/>
                  <a:t>2</a:t>
                </a:r>
                <a:r>
                  <a:rPr lang="es-ES" dirty="0"/>
                  <a:t>=10. </a:t>
                </a:r>
              </a:p>
              <a:p>
                <a:pPr lvl="1"/>
                <a:r>
                  <a:rPr lang="es-ES" dirty="0"/>
                  <a:t>X</a:t>
                </a:r>
                <a:r>
                  <a:rPr lang="es-ES" baseline="-25000" dirty="0"/>
                  <a:t>1</a:t>
                </a:r>
                <a:r>
                  <a:rPr lang="es-ES" dirty="0"/>
                  <a:t>: Poisson(0.75·8=6)</a:t>
                </a:r>
              </a:p>
              <a:p>
                <a:pPr lvl="1"/>
                <a:r>
                  <a:rPr lang="es-ES" dirty="0"/>
                  <a:t>X</a:t>
                </a:r>
                <a:r>
                  <a:rPr lang="es-ES" baseline="-25000" dirty="0"/>
                  <a:t>2</a:t>
                </a:r>
                <a:r>
                  <a:rPr lang="es-ES" dirty="0"/>
                  <a:t>: Poisson(0.75·10=7.5)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662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847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𝟏𝟖𝟓</m:t>
                    </m:r>
                  </m:oMath>
                </a14:m>
                <a:endParaRPr lang="es-ES" b="1" dirty="0"/>
              </a:p>
              <a:p>
                <a:pPr lvl="2"/>
                <a:r>
                  <a:rPr lang="es-ES" dirty="0"/>
                  <a:t>P{X</a:t>
                </a:r>
                <a:r>
                  <a:rPr lang="es-ES" baseline="-25000" dirty="0"/>
                  <a:t>1</a:t>
                </a:r>
                <a:r>
                  <a:rPr lang="es-ES" dirty="0"/>
                  <a:t>≤8} and P{X</a:t>
                </a:r>
                <a:r>
                  <a:rPr lang="es-ES" baseline="-25000" dirty="0"/>
                  <a:t>2</a:t>
                </a:r>
                <a:r>
                  <a:rPr lang="es-ES" dirty="0"/>
                  <a:t>≤8} pueden obtenerse en la Tabla A3 del libro, buscando </a:t>
                </a:r>
                <a:r>
                  <a:rPr lang="el-GR" dirty="0"/>
                  <a:t>λ</a:t>
                </a:r>
                <a:r>
                  <a:rPr lang="es-ES" baseline="-25000" dirty="0"/>
                  <a:t>1</a:t>
                </a:r>
                <a:r>
                  <a:rPr lang="es-ES" dirty="0"/>
                  <a:t>=6, </a:t>
                </a:r>
                <a:r>
                  <a:rPr lang="el-GR" dirty="0"/>
                  <a:t>λ</a:t>
                </a:r>
                <a:r>
                  <a:rPr lang="es-ES" baseline="-25000" dirty="0"/>
                  <a:t>2</a:t>
                </a:r>
                <a:r>
                  <a:rPr lang="es-ES" dirty="0"/>
                  <a:t>=7.5, x=8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F180D4-0226-5C0D-B4AB-4868551A4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100491" cy="5032375"/>
              </a:xfrm>
              <a:blipFill>
                <a:blip r:embed="rId3"/>
                <a:stretch>
                  <a:fillRect l="-1400" t="-24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9E5D2-69E8-C8ED-7AC8-2F12B1B7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36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ABAE04-9341-658E-9520-469168514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83420" y="5025314"/>
            <a:ext cx="743469" cy="276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E(T)=12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1DB3BE05-8ED9-4F43-9F05-473E65598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920789" y="4751436"/>
            <a:ext cx="131756" cy="27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3550924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6. Distribución Gamma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Ejercicios propuestos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4.7, 4.12, 4.13 y 4.14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respuestas</a:t>
            </a:r>
            <a:r>
              <a:rPr lang="en-US" altLang="es-ES" sz="2400" dirty="0"/>
              <a:t> de 4.7, 4.14 </a:t>
            </a:r>
            <a:r>
              <a:rPr lang="en-US" altLang="es-ES" sz="2400" dirty="0" err="1"/>
              <a:t>están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disponibles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7553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EED61-F7FD-1597-17F1-6832CD18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33F474-AB9B-9CEE-B181-2CF1971E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Fue propuesta por </a:t>
            </a:r>
            <a:r>
              <a:rPr lang="es-ES" dirty="0">
                <a:hlinkClick r:id="rId2"/>
              </a:rPr>
              <a:t>Abraham de Moivre</a:t>
            </a:r>
            <a:r>
              <a:rPr lang="es-ES" dirty="0"/>
              <a:t> </a:t>
            </a:r>
          </a:p>
          <a:p>
            <a:r>
              <a:rPr lang="es-ES" dirty="0"/>
              <a:t>Se suele utilizar en las Ciencias Naturales y Sociales para representar variables aleatorias cuyas distribuciones no se conocen</a:t>
            </a:r>
          </a:p>
          <a:p>
            <a:r>
              <a:rPr lang="es-ES" dirty="0"/>
              <a:t>Es un buen modelo para</a:t>
            </a:r>
          </a:p>
          <a:p>
            <a:pPr lvl="1"/>
            <a:r>
              <a:rPr lang="es-ES" dirty="0"/>
              <a:t>variables físicas como el peso, la altura, la temperatura, el voltaje, el nivel de contaminación, </a:t>
            </a:r>
          </a:p>
          <a:p>
            <a:pPr lvl="1"/>
            <a:r>
              <a:rPr lang="es-ES" dirty="0"/>
              <a:t>y también para otras variables como los ingresos de los hogares o las calificaciones de los estudiantes</a:t>
            </a:r>
          </a:p>
          <a:p>
            <a:r>
              <a:rPr lang="es-ES" dirty="0"/>
              <a:t>La distribución Normal juega un papel muy importante en la Probabilidad y la Estadística, principalmente debido al Teorema Central del Límite, según el cual las sumas y los promedios de valores suelen tener una distribución aproximadamente Normal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C58374-A685-3E27-5DCD-DCE3EDBA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6350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dirty="0"/>
            </a:br>
            <a:r>
              <a:rPr lang="es-ES" dirty="0"/>
              <a:t>Resumen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0318"/>
                <a:ext cx="9177169" cy="524215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s-ES" dirty="0"/>
                  <a:t>X: Variable aleatoria con distribución Normal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:r>
                  <a:rPr lang="es-ES" i="1" dirty="0"/>
                  <a:t>N(</a:t>
                </a:r>
                <a:r>
                  <a:rPr lang="el-GR" i="1" dirty="0"/>
                  <a:t>μ</a:t>
                </a:r>
                <a:r>
                  <a:rPr lang="es-ES" i="1" dirty="0"/>
                  <a:t>, </a:t>
                </a:r>
                <a:r>
                  <a:rPr lang="el-GR" i="1" dirty="0"/>
                  <a:t>σ</a:t>
                </a:r>
                <a:r>
                  <a:rPr lang="es-ES" i="1" dirty="0"/>
                  <a:t>)</a:t>
                </a:r>
              </a:p>
              <a:p>
                <a:r>
                  <a:rPr lang="es-ES" dirty="0"/>
                  <a:t>Parámetros</a:t>
                </a:r>
              </a:p>
              <a:p>
                <a:pPr lvl="1"/>
                <a:r>
                  <a:rPr lang="el-GR" i="1" dirty="0"/>
                  <a:t>μ</a:t>
                </a:r>
                <a:r>
                  <a:rPr lang="es-ES" i="1" dirty="0"/>
                  <a:t> = esperanza ∈ (-∞, + ∞)</a:t>
                </a:r>
              </a:p>
              <a:p>
                <a:pPr lvl="1"/>
                <a:r>
                  <a:rPr lang="el-GR" i="1" dirty="0"/>
                  <a:t>σ</a:t>
                </a:r>
                <a:r>
                  <a:rPr lang="es-ES" i="1" dirty="0"/>
                  <a:t> = desviación estándar  ∈ (0, + ∞) </a:t>
                </a:r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Rango de valores</a:t>
                </a:r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&lt;∞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E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E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E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b="0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s-ES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 dirty="0"/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Relación con otras distribuciones</a:t>
                </a:r>
              </a:p>
              <a:p>
                <a:pPr lvl="1">
                  <a:tabLst>
                    <a:tab pos="2784475" algn="l"/>
                  </a:tabLst>
                </a:pPr>
                <a:r>
                  <a:rPr lang="en-US" dirty="0"/>
                  <a:t>La </a:t>
                </a:r>
                <a:r>
                  <a:rPr lang="en-US" dirty="0" err="1"/>
                  <a:t>suma</a:t>
                </a:r>
                <a:r>
                  <a:rPr lang="en-US" dirty="0"/>
                  <a:t> de variables </a:t>
                </a:r>
                <a:r>
                  <a:rPr lang="en-US" dirty="0" err="1"/>
                  <a:t>aleatorias</a:t>
                </a:r>
                <a:r>
                  <a:rPr lang="en-US" dirty="0"/>
                  <a:t> </a:t>
                </a:r>
                <a:r>
                  <a:rPr lang="en-US" dirty="0" err="1"/>
                  <a:t>independientes</a:t>
                </a:r>
                <a:r>
                  <a:rPr lang="en-US" dirty="0"/>
                  <a:t> con </a:t>
                </a:r>
                <a:r>
                  <a:rPr lang="en-US" dirty="0" err="1"/>
                  <a:t>distribución</a:t>
                </a:r>
                <a:r>
                  <a:rPr lang="en-US" dirty="0"/>
                  <a:t> Binomial(n, p), NB(k, p), o Gamma(α, λ), se </a:t>
                </a:r>
                <a:r>
                  <a:rPr lang="en-US" dirty="0" err="1"/>
                  <a:t>aproxima</a:t>
                </a:r>
                <a:r>
                  <a:rPr lang="en-US" dirty="0"/>
                  <a:t> a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Normal </a:t>
                </a:r>
                <a:r>
                  <a:rPr lang="en-US" dirty="0" err="1"/>
                  <a:t>cuando</a:t>
                </a:r>
                <a:r>
                  <a:rPr lang="en-US" dirty="0"/>
                  <a:t> n, k, α → ∞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0318"/>
                <a:ext cx="9177169" cy="5242150"/>
              </a:xfrm>
              <a:blipFill>
                <a:blip r:embed="rId2"/>
                <a:stretch>
                  <a:fillRect l="-465" t="-1977" r="-26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3226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53BC1C7-039C-7552-CCC2-AC6B35B47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206" y="2875614"/>
            <a:ext cx="6639876" cy="39823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356CA6-E15A-8403-7CBB-921953CC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Efectos de diferentes valores para </a:t>
            </a:r>
            <a:r>
              <a:rPr lang="el-GR" altLang="es-ES" sz="4400" dirty="0">
                <a:latin typeface="Calibri Light" panose="020F0302020204030204" pitchFamily="34" charset="0"/>
              </a:rPr>
              <a:t>μ</a:t>
            </a:r>
            <a:r>
              <a:rPr lang="es-ES" altLang="es-ES" sz="4400" dirty="0">
                <a:latin typeface="Calibri Light" panose="020F0302020204030204" pitchFamily="34" charset="0"/>
              </a:rPr>
              <a:t> y</a:t>
            </a:r>
            <a:r>
              <a:rPr lang="el-GR" altLang="es-ES" sz="4400" dirty="0">
                <a:latin typeface="Calibri Light" panose="020F0302020204030204" pitchFamily="34" charset="0"/>
              </a:rPr>
              <a:t> </a:t>
            </a:r>
            <a:r>
              <a:rPr lang="el-GR" dirty="0"/>
              <a:t>σ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D3DAD3-5D99-9392-E93F-F03CFDBB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94518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La función de densidad de probabilidad tiene forma de campana, simétrica y centrada en μ.</a:t>
            </a:r>
          </a:p>
          <a:p>
            <a:r>
              <a:rPr lang="es-ES" dirty="0"/>
              <a:t>El cambio de μ desplaza la curva hacia la izquierda o hacia la derecha sin afectar a su forma, mientras que el cambio de </a:t>
            </a:r>
            <a:r>
              <a:rPr lang="el-GR" dirty="0"/>
              <a:t>σ</a:t>
            </a:r>
            <a:r>
              <a:rPr lang="es-ES" dirty="0"/>
              <a:t> la hace más concentrada o más aplanada.</a:t>
            </a:r>
          </a:p>
          <a:p>
            <a:r>
              <a:rPr lang="es-ES" dirty="0"/>
              <a:t>μ se considera un parámetro de ubicación, y </a:t>
            </a:r>
            <a:r>
              <a:rPr lang="el-GR" dirty="0"/>
              <a:t>σ </a:t>
            </a:r>
            <a:r>
              <a:rPr lang="es-ES" dirty="0"/>
              <a:t>un parámetro de escala.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17BEA8-9C21-B911-1EEE-5BB9D85A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5892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dirty="0"/>
            </a:br>
            <a:r>
              <a:rPr lang="es-ES" dirty="0"/>
              <a:t>Distribución Normal estándar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Una </a:t>
                </a:r>
                <a:r>
                  <a:rPr lang="en-US" dirty="0" err="1"/>
                  <a:t>distribución</a:t>
                </a:r>
                <a:r>
                  <a:rPr lang="en-US" dirty="0"/>
                  <a:t> Normal con “</a:t>
                </a:r>
                <a:r>
                  <a:rPr lang="en-US" dirty="0" err="1"/>
                  <a:t>parámetros</a:t>
                </a:r>
                <a:r>
                  <a:rPr lang="en-US" dirty="0"/>
                  <a:t> </a:t>
                </a:r>
                <a:r>
                  <a:rPr lang="en-US" dirty="0" err="1"/>
                  <a:t>estándar</a:t>
                </a:r>
                <a:r>
                  <a:rPr lang="en-US" dirty="0"/>
                  <a:t>” μ = 0 y σ = 1 se </a:t>
                </a:r>
                <a:r>
                  <a:rPr lang="en-US" dirty="0" err="1"/>
                  <a:t>denomina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Normal </a:t>
                </a:r>
                <a:r>
                  <a:rPr lang="en-US" dirty="0" err="1"/>
                  <a:t>estándar</a:t>
                </a:r>
                <a:r>
                  <a:rPr lang="en-US" dirty="0"/>
                  <a:t> </a:t>
                </a:r>
                <a:endParaRPr lang="es-ES" dirty="0"/>
              </a:p>
              <a:p>
                <a:r>
                  <a:rPr lang="es-ES" dirty="0"/>
                  <a:t>Una variable aleatoria Normal estándar N(0,1), generalmente denotada por Z, se puede obtener de una variable aleatoria X N(μ, σ) estandarizando, es decir, restando la esperanza y dividiendo por la desviación estándar</a:t>
                </a:r>
                <a:endParaRPr lang="es-ES" i="1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p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E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Cualquier variable aleatoria Normal se puede obtener de una variable Normal estándar Z; por lo tanto, sólo se necesita una tabla de distribución Normal estándar (Tabla A4 del libro).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696" t="-26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222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48B48-E20E-CBED-67C5-31369801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4.11 (Ingresos de los hogares)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342D5-6C94-5A4A-3B99-09031B7CE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Suponer</a:t>
            </a:r>
            <a:r>
              <a:rPr lang="en-US" altLang="es-ES" sz="2800" dirty="0"/>
              <a:t> que </a:t>
            </a:r>
            <a:r>
              <a:rPr lang="en-US" altLang="es-ES" sz="2800" dirty="0" err="1"/>
              <a:t>el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ingreso</a:t>
            </a:r>
            <a:r>
              <a:rPr lang="en-US" altLang="es-ES" sz="2800" dirty="0"/>
              <a:t> familiar </a:t>
            </a:r>
            <a:r>
              <a:rPr lang="en-US" altLang="es-ES" sz="2800" dirty="0" err="1"/>
              <a:t>promedio</a:t>
            </a:r>
            <a:r>
              <a:rPr lang="en-US" altLang="es-ES" sz="2800" dirty="0"/>
              <a:t> en </a:t>
            </a:r>
            <a:r>
              <a:rPr lang="en-US" altLang="es-ES" sz="2800" dirty="0" err="1"/>
              <a:t>algún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país</a:t>
            </a:r>
            <a:r>
              <a:rPr lang="en-US" altLang="es-ES" sz="2800" dirty="0"/>
              <a:t> es de 900 euros, y la </a:t>
            </a:r>
            <a:r>
              <a:rPr lang="en-US" altLang="es-ES" sz="2800" dirty="0" err="1"/>
              <a:t>desviación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estándar</a:t>
            </a:r>
            <a:r>
              <a:rPr lang="en-US" altLang="es-ES" sz="2800" dirty="0"/>
              <a:t> es de 200 euros.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Asumiendo</a:t>
            </a:r>
            <a:r>
              <a:rPr lang="en-US" altLang="es-ES" sz="2800" dirty="0"/>
              <a:t> 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Normal de los </a:t>
            </a:r>
            <a:r>
              <a:rPr lang="en-US" altLang="es-ES" sz="2800" dirty="0" err="1"/>
              <a:t>ingresos</a:t>
            </a:r>
            <a:r>
              <a:rPr lang="en-US" altLang="es-ES" sz="2800" dirty="0"/>
              <a:t>, </a:t>
            </a:r>
            <a:r>
              <a:rPr lang="en-US" altLang="es-ES" sz="2800" dirty="0" err="1"/>
              <a:t>calcular</a:t>
            </a:r>
            <a:r>
              <a:rPr lang="en-US" altLang="es-ES" sz="2800" dirty="0"/>
              <a:t> la </a:t>
            </a:r>
            <a:r>
              <a:rPr lang="en-US" altLang="es-ES" sz="2800" dirty="0" err="1"/>
              <a:t>proporción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hogares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cuyos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ingresos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están</a:t>
            </a:r>
            <a:r>
              <a:rPr lang="en-US" altLang="es-ES" sz="2800" dirty="0"/>
              <a:t> entre 600 y 1200 euros.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9F0180-E87B-94E1-C6EC-F658288B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44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14"/>
    </mc:Choice>
    <mc:Fallback xmlns="">
      <p:transition spd="slow" advTm="33414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48B48-E20E-CBED-67C5-31369801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4.11 </a:t>
            </a:r>
            <a:r>
              <a:rPr lang="es-ES" dirty="0"/>
              <a:t>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342D5-6C94-5A4A-3B99-09031B7CE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53809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X: </a:t>
                </a:r>
                <a:r>
                  <a:rPr lang="en-US" dirty="0" err="1"/>
                  <a:t>Ingresos</a:t>
                </a:r>
                <a:r>
                  <a:rPr lang="en-US" dirty="0"/>
                  <a:t> de los </a:t>
                </a:r>
                <a:r>
                  <a:rPr lang="en-US" dirty="0" err="1"/>
                  <a:t>hogares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N(900, 200)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¿</a:t>
                </a:r>
                <a:r>
                  <a:rPr lang="es-ES" b="0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600&lt;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&lt;1200</m:t>
                        </m:r>
                      </m:e>
                    </m:d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?</a:t>
                </a:r>
              </a:p>
              <a:p>
                <a:r>
                  <a:rPr lang="en-US" dirty="0" err="1">
                    <a:sym typeface="Wingdings" panose="05000000000000000000" pitchFamily="2" charset="2"/>
                  </a:rPr>
                  <a:t>Transformando</a:t>
                </a:r>
                <a:r>
                  <a:rPr lang="en-US" dirty="0">
                    <a:sym typeface="Wingdings" panose="05000000000000000000" pitchFamily="2" charset="2"/>
                  </a:rPr>
                  <a:t> en </a:t>
                </a:r>
                <a:r>
                  <a:rPr lang="en-US" dirty="0" err="1">
                    <a:sym typeface="Wingdings" panose="05000000000000000000" pitchFamily="2" charset="2"/>
                  </a:rPr>
                  <a:t>una</a:t>
                </a:r>
                <a:r>
                  <a:rPr lang="en-US" dirty="0">
                    <a:sym typeface="Wingdings" panose="05000000000000000000" pitchFamily="2" charset="2"/>
                  </a:rPr>
                  <a:t> variable Normal </a:t>
                </a:r>
                <a:r>
                  <a:rPr lang="en-US" dirty="0" err="1">
                    <a:sym typeface="Wingdings" panose="05000000000000000000" pitchFamily="2" charset="2"/>
                  </a:rPr>
                  <a:t>estándar</a:t>
                </a:r>
                <a:r>
                  <a:rPr lang="en-US" dirty="0">
                    <a:sym typeface="Wingdings" panose="05000000000000000000" pitchFamily="2" charset="2"/>
                  </a:rPr>
                  <a:t> Z  N(0,1)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−900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600&lt;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&lt;1200</m:t>
                        </m:r>
                      </m:e>
                    </m:d>
                  </m:oMath>
                </a14:m>
                <a:br>
                  <a:rPr lang="es-E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600−900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1200−900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−1.5&lt;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&lt;1.5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&lt;1.5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&lt;−1.5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=0.9332−0.0668=0.8664→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𝟖𝟔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𝟔𝟒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𝒅𝒆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𝒍𝒐𝒔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𝒉𝒐𝒈𝒂𝒓𝒆𝒔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 err="1"/>
                  <a:t>Usando</a:t>
                </a:r>
                <a:r>
                  <a:rPr lang="en-US" dirty="0"/>
                  <a:t> la </a:t>
                </a:r>
                <a:r>
                  <a:rPr lang="en-US" dirty="0" err="1"/>
                  <a:t>Tabla</a:t>
                </a:r>
                <a:r>
                  <a:rPr lang="en-US" dirty="0"/>
                  <a:t> A4 (fila 1.5 con </a:t>
                </a:r>
                <a:r>
                  <a:rPr lang="en-US" dirty="0" err="1"/>
                  <a:t>columna</a:t>
                </a:r>
                <a:r>
                  <a:rPr lang="en-US" dirty="0"/>
                  <a:t> 0.0, y fila -1.5 con </a:t>
                </a:r>
                <a:r>
                  <a:rPr lang="en-US" dirty="0" err="1"/>
                  <a:t>columna</a:t>
                </a:r>
                <a:r>
                  <a:rPr lang="en-US" dirty="0"/>
                  <a:t> -0.0)  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342D5-6C94-5A4A-3B99-09031B7CE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53809" cy="4667250"/>
              </a:xfrm>
              <a:blipFill>
                <a:blip r:embed="rId2"/>
                <a:stretch>
                  <a:fillRect l="-1420" t="-2742" b="-9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9F0180-E87B-94E1-C6EC-F658288B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43</a:t>
            </a:fld>
            <a:endParaRPr lang="es-ES" dirty="0"/>
          </a:p>
        </p:txBody>
      </p:sp>
      <p:pic>
        <p:nvPicPr>
          <p:cNvPr id="5" name="Imagen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435" y="1825625"/>
            <a:ext cx="5732565" cy="42588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BABAE04-9341-658E-9520-469168514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26320" y="3427914"/>
            <a:ext cx="7796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E(X)=900</a:t>
            </a:r>
          </a:p>
        </p:txBody>
      </p:sp>
      <p:sp>
        <p:nvSpPr>
          <p:cNvPr id="7" name="Flecha: hacia abajo 7">
            <a:extLst>
              <a:ext uri="{FF2B5EF4-FFF2-40B4-BE49-F238E27FC236}">
                <a16:creationId xmlns:a16="http://schemas.microsoft.com/office/drawing/2014/main" id="{1DB3BE05-8ED9-4F43-9F05-473E65598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435138" y="3322683"/>
            <a:ext cx="74621" cy="1787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ABAE04-9341-658E-9520-469168514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12020" y="5473500"/>
            <a:ext cx="7796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E(Z)=0</a:t>
            </a:r>
          </a:p>
        </p:txBody>
      </p:sp>
    </p:spTree>
    <p:extLst>
      <p:ext uri="{BB962C8B-B14F-4D97-AF65-F5344CB8AC3E}">
        <p14:creationId xmlns:p14="http://schemas.microsoft.com/office/powerpoint/2010/main" val="392937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896"/>
    </mc:Choice>
    <mc:Fallback xmlns="">
      <p:transition spd="slow" advTm="464896"/>
    </mc:Fallback>
  </mc:AlternateContent>
  <p:extLst>
    <p:ext uri="{3A86A75C-4F4B-4683-9AE1-C65F6400EC91}">
      <p14:laserTraceLst xmlns:p14="http://schemas.microsoft.com/office/powerpoint/2010/main">
        <p14:tracePtLst>
          <p14:tracePt t="2950" x="1755775" y="1703388"/>
          <p14:tracePt t="3007" x="1746250" y="1703388"/>
          <p14:tracePt t="3015" x="1728788" y="1703388"/>
          <p14:tracePt t="3024" x="1720850" y="1703388"/>
          <p14:tracePt t="3032" x="1711325" y="1695450"/>
          <p14:tracePt t="3049" x="1676400" y="1695450"/>
          <p14:tracePt t="3066" x="1641475" y="1695450"/>
          <p14:tracePt t="3083" x="1563688" y="1677988"/>
          <p14:tracePt t="3099" x="1466850" y="1677988"/>
          <p14:tracePt t="3116" x="1371600" y="1677988"/>
          <p14:tracePt t="3133" x="1292225" y="1668463"/>
          <p14:tracePt t="3149" x="1257300" y="1668463"/>
          <p14:tracePt t="3166" x="1249363" y="1660525"/>
          <p14:tracePt t="3240" x="1239838" y="1660525"/>
          <p14:tracePt t="3256" x="1231900" y="1660525"/>
          <p14:tracePt t="3264" x="1222375" y="1660525"/>
          <p14:tracePt t="3280" x="1214438" y="1660525"/>
          <p14:tracePt t="3304" x="1196975" y="1668463"/>
          <p14:tracePt t="3320" x="1187450" y="1668463"/>
          <p14:tracePt t="3328" x="1179513" y="1677988"/>
          <p14:tracePt t="3336" x="1169988" y="1685925"/>
          <p14:tracePt t="3376" x="1162050" y="1695450"/>
          <p14:tracePt t="3384" x="1144588" y="1703388"/>
          <p14:tracePt t="3392" x="1144588" y="1712913"/>
          <p14:tracePt t="3408" x="1135063" y="1720850"/>
          <p14:tracePt t="3416" x="1127125" y="1730375"/>
          <p14:tracePt t="3432" x="1109663" y="1747838"/>
          <p14:tracePt t="3449" x="1082675" y="1782763"/>
          <p14:tracePt t="3466" x="1057275" y="1808163"/>
          <p14:tracePt t="3482" x="1030288" y="1835150"/>
          <p14:tracePt t="3499" x="1012825" y="1870075"/>
          <p14:tracePt t="3516" x="987425" y="1905000"/>
          <p14:tracePt t="3532" x="960438" y="1939925"/>
          <p14:tracePt t="3549" x="942975" y="2000250"/>
          <p14:tracePt t="3566" x="925513" y="2035175"/>
          <p14:tracePt t="3568" x="917575" y="2070100"/>
          <p14:tracePt t="3582" x="908050" y="2087563"/>
          <p14:tracePt t="3583" x="900113" y="2114550"/>
          <p14:tracePt t="3599" x="900113" y="2122488"/>
          <p14:tracePt t="3600" x="900113" y="2139950"/>
          <p14:tracePt t="3615" x="908050" y="2157413"/>
          <p14:tracePt t="3632" x="917575" y="2201863"/>
          <p14:tracePt t="3649" x="942975" y="2219325"/>
          <p14:tracePt t="3666" x="977900" y="2236788"/>
          <p14:tracePt t="3682" x="1065213" y="2244725"/>
          <p14:tracePt t="3699" x="1127125" y="2254250"/>
          <p14:tracePt t="3716" x="1144588" y="2254250"/>
          <p14:tracePt t="3732" x="1162050" y="2254250"/>
          <p14:tracePt t="3749" x="1169988" y="2254250"/>
          <p14:tracePt t="3800" x="1179513" y="2254250"/>
          <p14:tracePt t="3832" x="1179513" y="2244725"/>
          <p14:tracePt t="3840" x="1187450" y="2244725"/>
          <p14:tracePt t="3849" x="1204913" y="2236788"/>
          <p14:tracePt t="3866" x="1239838" y="2209800"/>
          <p14:tracePt t="3882" x="1266825" y="2174875"/>
          <p14:tracePt t="3899" x="1309688" y="2132013"/>
          <p14:tracePt t="3916" x="1327150" y="2105025"/>
          <p14:tracePt t="3932" x="1344613" y="2070100"/>
          <p14:tracePt t="3949" x="1362075" y="2044700"/>
          <p14:tracePt t="3951" x="1362075" y="2027238"/>
          <p14:tracePt t="3968" x="1371600" y="2009775"/>
          <p14:tracePt t="3982" x="1371600" y="2000250"/>
          <p14:tracePt t="3984" x="1371600" y="1992313"/>
          <p14:tracePt t="3999" x="1371600" y="1974850"/>
          <p14:tracePt t="4016" x="1371600" y="1965325"/>
          <p14:tracePt t="4032" x="1371600" y="1947863"/>
          <p14:tracePt t="4049" x="1362075" y="1939925"/>
          <p14:tracePt t="4065" x="1354138" y="1912938"/>
          <p14:tracePt t="4082" x="1344613" y="1887538"/>
          <p14:tracePt t="4098" x="1336675" y="1852613"/>
          <p14:tracePt t="4115" x="1327150" y="1835150"/>
          <p14:tracePt t="4132" x="1319213" y="1817688"/>
          <p14:tracePt t="4149" x="1319213" y="1800225"/>
          <p14:tracePt t="4151" x="1309688" y="1800225"/>
          <p14:tracePt t="4409" x="0" y="0"/>
        </p14:tracePtLst>
        <p14:tracePtLst>
          <p14:tracePt t="5284" x="1466850" y="2044700"/>
          <p14:tracePt t="5312" x="1476375" y="2044700"/>
          <p14:tracePt t="5328" x="1484313" y="2044700"/>
          <p14:tracePt t="5336" x="1493838" y="2044700"/>
          <p14:tracePt t="5360" x="1501775" y="2035175"/>
          <p14:tracePt t="5368" x="1511300" y="2035175"/>
          <p14:tracePt t="5382" x="1519238" y="2035175"/>
          <p14:tracePt t="5400" x="1536700" y="2035175"/>
          <p14:tracePt t="5416" x="1546225" y="2035175"/>
          <p14:tracePt t="5432" x="1563688" y="2035175"/>
          <p14:tracePt t="5449" x="1571625" y="2035175"/>
          <p14:tracePt t="5465" x="1598613" y="2035175"/>
          <p14:tracePt t="5482" x="1781175" y="2035175"/>
          <p14:tracePt t="5499" x="2070100" y="2035175"/>
          <p14:tracePt t="5515" x="2332038" y="2035175"/>
          <p14:tracePt t="5532" x="2479675" y="2017713"/>
          <p14:tracePt t="5548" x="2593975" y="2009775"/>
          <p14:tracePt t="5565" x="2619375" y="2009775"/>
          <p14:tracePt t="5728" x="2628900" y="2009775"/>
          <p14:tracePt t="5736" x="2646363" y="2000250"/>
          <p14:tracePt t="5744" x="2838450" y="2000250"/>
          <p14:tracePt t="5752" x="3170238" y="2000250"/>
          <p14:tracePt t="5765" x="3554413" y="2000250"/>
          <p14:tracePt t="5767" x="4025900" y="2000250"/>
          <p14:tracePt t="5782" x="4471988" y="2000250"/>
          <p14:tracePt t="5784" x="4856163" y="2000250"/>
          <p14:tracePt t="5799" x="5475288" y="2000250"/>
          <p14:tracePt t="5815" x="5754688" y="2000250"/>
          <p14:tracePt t="5832" x="5834063" y="2009775"/>
          <p14:tracePt t="5968" x="5764213" y="2009775"/>
          <p14:tracePt t="5976" x="5719763" y="2009775"/>
          <p14:tracePt t="5984" x="5572125" y="2009775"/>
          <p14:tracePt t="5999" x="5248275" y="2009775"/>
          <p14:tracePt t="6016" x="4951413" y="2000250"/>
          <p14:tracePt t="6032" x="4759325" y="1992313"/>
          <p14:tracePt t="6049" x="4602163" y="1982788"/>
          <p14:tracePt t="6065" x="4567238" y="1965325"/>
          <p14:tracePt t="6082" x="4559300" y="1957388"/>
          <p14:tracePt t="6152" x="4514850" y="1974850"/>
          <p14:tracePt t="6160" x="4506913" y="1982788"/>
          <p14:tracePt t="6168" x="4497388" y="1982788"/>
          <p14:tracePt t="6182" x="4479925" y="1982788"/>
          <p14:tracePt t="6183" x="4462463" y="1992313"/>
          <p14:tracePt t="6199" x="4437063" y="2000250"/>
          <p14:tracePt t="6200" x="4410075" y="2000250"/>
          <p14:tracePt t="6216" x="4357688" y="2000250"/>
          <p14:tracePt t="6232" x="4287838" y="2009775"/>
          <p14:tracePt t="6248" x="4227513" y="2027238"/>
          <p14:tracePt t="6265" x="4200525" y="2027238"/>
          <p14:tracePt t="6282" x="4183063" y="2027238"/>
          <p14:tracePt t="6664" x="0" y="0"/>
        </p14:tracePtLst>
        <p14:tracePtLst>
          <p14:tracePt t="7948" x="4706938" y="2087563"/>
          <p14:tracePt t="7960" x="4716463" y="2097088"/>
          <p14:tracePt t="7968" x="4724400" y="2097088"/>
          <p14:tracePt t="7992" x="4733925" y="2105025"/>
          <p14:tracePt t="8000" x="4741863" y="2105025"/>
          <p14:tracePt t="8015" x="4751388" y="2105025"/>
          <p14:tracePt t="8032" x="4768850" y="2114550"/>
          <p14:tracePt t="8048" x="4776788" y="2122488"/>
          <p14:tracePt t="8065" x="4803775" y="2132013"/>
          <p14:tracePt t="8082" x="4856163" y="2139950"/>
          <p14:tracePt t="8098" x="4986338" y="2149475"/>
          <p14:tracePt t="8115" x="5170488" y="2149475"/>
          <p14:tracePt t="8132" x="5292725" y="2149475"/>
          <p14:tracePt t="8148" x="5362575" y="2149475"/>
          <p14:tracePt t="8165" x="5387975" y="2149475"/>
          <p14:tracePt t="8296" x="5397500" y="2149475"/>
          <p14:tracePt t="8304" x="5422900" y="2157413"/>
          <p14:tracePt t="8315" x="5467350" y="2166938"/>
          <p14:tracePt t="8332" x="5649913" y="2184400"/>
          <p14:tracePt t="8348" x="5754688" y="2192338"/>
          <p14:tracePt t="8365" x="5911850" y="2192338"/>
          <p14:tracePt t="8381" x="6051550" y="2192338"/>
          <p14:tracePt t="8383" x="6069013" y="2192338"/>
          <p14:tracePt t="8398" x="6086475" y="2192338"/>
          <p14:tracePt t="8400" x="6096000" y="2192338"/>
          <p14:tracePt t="8432" x="6096000" y="2184400"/>
          <p14:tracePt t="8448" x="6096000" y="2174875"/>
          <p14:tracePt t="8456" x="6096000" y="2166938"/>
          <p14:tracePt t="8464" x="6086475" y="2157413"/>
          <p14:tracePt t="8481" x="6086475" y="2132013"/>
          <p14:tracePt t="8498" x="6086475" y="2087563"/>
          <p14:tracePt t="8515" x="6086475" y="2052638"/>
          <p14:tracePt t="8532" x="6086475" y="2009775"/>
          <p14:tracePt t="8548" x="6086475" y="1974850"/>
          <p14:tracePt t="8565" x="6086475" y="1939925"/>
          <p14:tracePt t="8582" x="6069013" y="1905000"/>
          <p14:tracePt t="8584" x="6061075" y="1887538"/>
          <p14:tracePt t="8598" x="6051550" y="1870075"/>
          <p14:tracePt t="8600" x="6043613" y="1852613"/>
          <p14:tracePt t="8615" x="6016625" y="1835150"/>
          <p14:tracePt t="8632" x="5991225" y="1808163"/>
          <p14:tracePt t="8648" x="5964238" y="1790700"/>
          <p14:tracePt t="8665" x="5956300" y="1782763"/>
          <p14:tracePt t="8682" x="5938838" y="1773238"/>
          <p14:tracePt t="8698" x="5911850" y="1747838"/>
          <p14:tracePt t="8715" x="5824538" y="1720850"/>
          <p14:tracePt t="8732" x="5729288" y="1685925"/>
          <p14:tracePt t="8748" x="5614988" y="1660525"/>
          <p14:tracePt t="8765" x="5484813" y="1625600"/>
          <p14:tracePt t="8768" x="5467350" y="1625600"/>
          <p14:tracePt t="8782" x="5397500" y="1616075"/>
          <p14:tracePt t="8783" x="5345113" y="1598613"/>
          <p14:tracePt t="8798" x="5318125" y="1590675"/>
          <p14:tracePt t="8800" x="5310188" y="1590675"/>
          <p14:tracePt t="8815" x="5292725" y="1581150"/>
          <p14:tracePt t="8832" x="5265738" y="1573213"/>
          <p14:tracePt t="8848" x="5257800" y="1573213"/>
          <p14:tracePt t="8865" x="5240338" y="1573213"/>
          <p14:tracePt t="8882" x="5222875" y="1573213"/>
          <p14:tracePt t="8898" x="5178425" y="1573213"/>
          <p14:tracePt t="8915" x="5153025" y="1573213"/>
          <p14:tracePt t="8931" x="5091113" y="1573213"/>
          <p14:tracePt t="8948" x="5003800" y="1573213"/>
          <p14:tracePt t="8965" x="4933950" y="1581150"/>
          <p14:tracePt t="8981" x="4873625" y="1590675"/>
          <p14:tracePt t="8998" x="4838700" y="1598613"/>
          <p14:tracePt t="9000" x="4811713" y="1616075"/>
          <p14:tracePt t="9015" x="4759325" y="1633538"/>
          <p14:tracePt t="9032" x="4733925" y="1643063"/>
          <p14:tracePt t="9048" x="4699000" y="1668463"/>
          <p14:tracePt t="9065" x="4681538" y="1685925"/>
          <p14:tracePt t="9082" x="4664075" y="1712913"/>
          <p14:tracePt t="9098" x="4646613" y="1730375"/>
          <p14:tracePt t="9115" x="4619625" y="1765300"/>
          <p14:tracePt t="9132" x="4594225" y="1790700"/>
          <p14:tracePt t="9148" x="4567238" y="1825625"/>
          <p14:tracePt t="9165" x="4549775" y="1895475"/>
          <p14:tracePt t="9167" x="4532313" y="1930400"/>
          <p14:tracePt t="9182" x="4532313" y="1947863"/>
          <p14:tracePt t="9198" x="4514850" y="2035175"/>
          <p14:tracePt t="9200" x="4514850" y="2052638"/>
          <p14:tracePt t="9215" x="4514850" y="2087563"/>
          <p14:tracePt t="9232" x="4541838" y="2139950"/>
          <p14:tracePt t="9248" x="4584700" y="2166938"/>
          <p14:tracePt t="9265" x="4646613" y="2219325"/>
          <p14:tracePt t="9282" x="4786313" y="2262188"/>
          <p14:tracePt t="9298" x="4864100" y="2314575"/>
          <p14:tracePt t="9315" x="4978400" y="2349500"/>
          <p14:tracePt t="9331" x="5118100" y="2376488"/>
          <p14:tracePt t="9348" x="5143500" y="2384425"/>
          <p14:tracePt t="9365" x="5153025" y="2384425"/>
          <p14:tracePt t="9520" x="5160963" y="2384425"/>
          <p14:tracePt t="9528" x="5230813" y="2366963"/>
          <p14:tracePt t="9536" x="5292725" y="2349500"/>
          <p14:tracePt t="9548" x="5405438" y="2341563"/>
          <p14:tracePt t="9565" x="5597525" y="2332038"/>
          <p14:tracePt t="9581" x="5851525" y="2306638"/>
          <p14:tracePt t="9583" x="5991225" y="2306638"/>
          <p14:tracePt t="9598" x="6105525" y="2306638"/>
          <p14:tracePt t="9599" x="6192838" y="2306638"/>
          <p14:tracePt t="9615" x="6270625" y="2297113"/>
          <p14:tracePt t="9632" x="6288088" y="2297113"/>
          <p14:tracePt t="9696" x="6288088" y="2289175"/>
          <p14:tracePt t="9713" x="6280150" y="2289175"/>
          <p14:tracePt t="9728" x="6270625" y="2289175"/>
          <p14:tracePt t="9743" x="6253163" y="2289175"/>
          <p14:tracePt t="9752" x="6245225" y="2279650"/>
          <p14:tracePt t="9776" x="6235700" y="2279650"/>
          <p14:tracePt t="9792" x="6227763" y="2279650"/>
          <p14:tracePt t="9800" x="6218238" y="2279650"/>
          <p14:tracePt t="9816" x="6210300" y="2279650"/>
          <p14:tracePt t="9832" x="6192838" y="2271713"/>
          <p14:tracePt t="9848" x="6175375" y="2271713"/>
          <p14:tracePt t="9865" x="6157913" y="2271713"/>
          <p14:tracePt t="9881" x="6130925" y="2271713"/>
          <p14:tracePt t="9898" x="6086475" y="2271713"/>
          <p14:tracePt t="9915" x="6026150" y="2271713"/>
          <p14:tracePt t="9931" x="6008688" y="2271713"/>
          <p14:tracePt t="9948" x="5999163" y="2271713"/>
          <p14:tracePt t="10056" x="5991225" y="2271713"/>
          <p14:tracePt t="10064" x="5981700" y="2271713"/>
          <p14:tracePt t="10112" x="5981700" y="2279650"/>
          <p14:tracePt t="10169" x="0" y="0"/>
        </p14:tracePtLst>
        <p14:tracePtLst>
          <p14:tracePt t="10660" x="4759325" y="2201863"/>
          <p14:tracePt t="10704" x="4768850" y="2201863"/>
          <p14:tracePt t="10712" x="4794250" y="2201863"/>
          <p14:tracePt t="10720" x="4811713" y="2201863"/>
          <p14:tracePt t="10736" x="4829175" y="2201863"/>
          <p14:tracePt t="10748" x="4846638" y="2209800"/>
          <p14:tracePt t="10765" x="4864100" y="2209800"/>
          <p14:tracePt t="10781" x="4891088" y="2209800"/>
          <p14:tracePt t="10798" x="4908550" y="2219325"/>
          <p14:tracePt t="10799" x="4933950" y="2219325"/>
          <p14:tracePt t="10815" x="4943475" y="2219325"/>
          <p14:tracePt t="10817" x="4968875" y="2219325"/>
          <p14:tracePt t="10831" x="4995863" y="2219325"/>
          <p14:tracePt t="10848" x="5038725" y="2219325"/>
          <p14:tracePt t="10865" x="5091113" y="2219325"/>
          <p14:tracePt t="10881" x="5118100" y="2219325"/>
          <p14:tracePt t="10898" x="5126038" y="2219325"/>
          <p14:tracePt t="10915" x="5153025" y="2219325"/>
          <p14:tracePt t="10932" x="5160963" y="2209800"/>
          <p14:tracePt t="10952" x="5170488" y="2209800"/>
          <p14:tracePt t="10965" x="5178425" y="2209800"/>
          <p14:tracePt t="10981" x="5178425" y="2201863"/>
          <p14:tracePt t="11000" x="5187950" y="2201863"/>
          <p14:tracePt t="11016" x="5195888" y="2192338"/>
          <p14:tracePt t="11032" x="5195888" y="2184400"/>
          <p14:tracePt t="11048" x="5213350" y="2166938"/>
          <p14:tracePt t="11064" x="5222875" y="2149475"/>
          <p14:tracePt t="11081" x="5230813" y="2132013"/>
          <p14:tracePt t="11098" x="5248275" y="2097088"/>
          <p14:tracePt t="11115" x="5248275" y="2079625"/>
          <p14:tracePt t="11131" x="5248275" y="2062163"/>
          <p14:tracePt t="11148" x="5257800" y="2027238"/>
          <p14:tracePt t="11164" x="5257800" y="2009775"/>
          <p14:tracePt t="11181" x="5257800" y="2000250"/>
          <p14:tracePt t="11198" x="5257800" y="1974850"/>
          <p14:tracePt t="11199" x="5257800" y="1965325"/>
          <p14:tracePt t="11214" x="5240338" y="1947863"/>
          <p14:tracePt t="11216" x="5230813" y="1939925"/>
          <p14:tracePt t="11231" x="5222875" y="1922463"/>
          <p14:tracePt t="11248" x="5205413" y="1905000"/>
          <p14:tracePt t="11265" x="5178425" y="1887538"/>
          <p14:tracePt t="11281" x="5160963" y="1878013"/>
          <p14:tracePt t="11298" x="5143500" y="1860550"/>
          <p14:tracePt t="11315" x="5118100" y="1852613"/>
          <p14:tracePt t="11331" x="5108575" y="1843088"/>
          <p14:tracePt t="11348" x="5083175" y="1825625"/>
          <p14:tracePt t="11365" x="5056188" y="1825625"/>
          <p14:tracePt t="11381" x="5038725" y="1825625"/>
          <p14:tracePt t="11398" x="4995863" y="1817688"/>
          <p14:tracePt t="11399" x="4968875" y="1817688"/>
          <p14:tracePt t="11415" x="4891088" y="1817688"/>
          <p14:tracePt t="11432" x="4846638" y="1817688"/>
          <p14:tracePt t="11448" x="4829175" y="1817688"/>
          <p14:tracePt t="11465" x="4811713" y="1817688"/>
          <p14:tracePt t="11496" x="4803775" y="1825625"/>
          <p14:tracePt t="11504" x="4794250" y="1825625"/>
          <p14:tracePt t="11515" x="4786313" y="1825625"/>
          <p14:tracePt t="11531" x="4786313" y="1852613"/>
          <p14:tracePt t="11548" x="4768850" y="1887538"/>
          <p14:tracePt t="11565" x="4759325" y="1939925"/>
          <p14:tracePt t="11581" x="4759325" y="1965325"/>
          <p14:tracePt t="11598" x="4768850" y="1992313"/>
          <p14:tracePt t="11599" x="4776788" y="2009775"/>
          <p14:tracePt t="11615" x="4786313" y="2017713"/>
          <p14:tracePt t="11616" x="4794250" y="2027238"/>
          <p14:tracePt t="11632" x="4811713" y="2044700"/>
          <p14:tracePt t="11648" x="4856163" y="2062163"/>
          <p14:tracePt t="11664" x="4899025" y="2087563"/>
          <p14:tracePt t="11681" x="4951413" y="2105025"/>
          <p14:tracePt t="11698" x="5003800" y="2114550"/>
          <p14:tracePt t="11714" x="5030788" y="2114550"/>
          <p14:tracePt t="11731" x="5065713" y="2114550"/>
          <p14:tracePt t="11748" x="5073650" y="2114550"/>
          <p14:tracePt t="11765" x="5083175" y="2114550"/>
          <p14:tracePt t="12473" x="0" y="0"/>
        </p14:tracePtLst>
        <p14:tracePtLst>
          <p14:tracePt t="14483" x="4856163" y="2132013"/>
          <p14:tracePt t="14528" x="4873625" y="2132013"/>
          <p14:tracePt t="14536" x="4881563" y="2132013"/>
          <p14:tracePt t="14547" x="4891088" y="2132013"/>
          <p14:tracePt t="14564" x="4908550" y="2132013"/>
          <p14:tracePt t="14581" x="4943475" y="2132013"/>
          <p14:tracePt t="14597" x="4960938" y="2139950"/>
          <p14:tracePt t="14614" x="4968875" y="2139950"/>
          <p14:tracePt t="14615" x="4978400" y="2139950"/>
          <p14:tracePt t="14631" x="4986338" y="2139950"/>
          <p14:tracePt t="14656" x="4995863" y="2139950"/>
          <p14:tracePt t="14680" x="5003800" y="2149475"/>
          <p14:tracePt t="14720" x="5021263" y="2149475"/>
          <p14:tracePt t="14736" x="5030788" y="2149475"/>
          <p14:tracePt t="14776" x="5048250" y="2149475"/>
          <p14:tracePt t="14784" x="5073650" y="2149475"/>
          <p14:tracePt t="14792" x="5083175" y="2149475"/>
          <p14:tracePt t="14800" x="5100638" y="2149475"/>
          <p14:tracePt t="14814" x="5126038" y="2139950"/>
          <p14:tracePt t="14816" x="5135563" y="2132013"/>
          <p14:tracePt t="14831" x="5170488" y="2132013"/>
          <p14:tracePt t="14833" x="5178425" y="2122488"/>
          <p14:tracePt t="14847" x="5195888" y="2114550"/>
          <p14:tracePt t="14864" x="5205413" y="2105025"/>
          <p14:tracePt t="14983" x="5195888" y="2097088"/>
          <p14:tracePt t="14991" x="5178425" y="2097088"/>
          <p14:tracePt t="15000" x="5170488" y="2097088"/>
          <p14:tracePt t="15014" x="5160963" y="2097088"/>
          <p14:tracePt t="15015" x="5153025" y="2097088"/>
          <p14:tracePt t="15031" x="5135563" y="2097088"/>
          <p14:tracePt t="15047" x="5126038" y="2097088"/>
          <p14:tracePt t="15064" x="5118100" y="2097088"/>
          <p14:tracePt t="15200" x="5118100" y="2087563"/>
          <p14:tracePt t="15273" x="0" y="0"/>
        </p14:tracePtLst>
        <p14:tracePtLst>
          <p14:tracePt t="16084" x="5300663" y="2044700"/>
          <p14:tracePt t="16256" x="5310188" y="2044700"/>
          <p14:tracePt t="16272" x="5318125" y="2052638"/>
          <p14:tracePt t="16280" x="5327650" y="2052638"/>
          <p14:tracePt t="16288" x="5335588" y="2062163"/>
          <p14:tracePt t="16297" x="5345113" y="2079625"/>
          <p14:tracePt t="16314" x="5380038" y="2087563"/>
          <p14:tracePt t="16331" x="5405438" y="2114550"/>
          <p14:tracePt t="16347" x="5422900" y="2132013"/>
          <p14:tracePt t="16364" x="5432425" y="2132013"/>
          <p14:tracePt t="16440" x="5440363" y="2132013"/>
          <p14:tracePt t="16447" x="5449888" y="2139950"/>
          <p14:tracePt t="16456" x="5475288" y="2149475"/>
          <p14:tracePt t="16464" x="5492750" y="2149475"/>
          <p14:tracePt t="16481" x="5519738" y="2149475"/>
          <p14:tracePt t="16497" x="5562600" y="2149475"/>
          <p14:tracePt t="16514" x="5589588" y="2149475"/>
          <p14:tracePt t="16530" x="5624513" y="2149475"/>
          <p14:tracePt t="16560" x="5632450" y="2149475"/>
          <p14:tracePt t="16568" x="5641975" y="2149475"/>
          <p14:tracePt t="16584" x="5649913" y="2139950"/>
          <p14:tracePt t="16600" x="5667375" y="2139950"/>
          <p14:tracePt t="16613" x="5667375" y="2132013"/>
          <p14:tracePt t="16630" x="5694363" y="2132013"/>
          <p14:tracePt t="16646" x="5711825" y="2132013"/>
          <p14:tracePt t="16648" x="5719763" y="2132013"/>
          <p14:tracePt t="16664" x="5729288" y="2122488"/>
          <p14:tracePt t="16680" x="5737225" y="2122488"/>
          <p14:tracePt t="16697" x="5746750" y="2122488"/>
          <p14:tracePt t="16714" x="5764213" y="2114550"/>
          <p14:tracePt t="16730" x="5781675" y="2105025"/>
          <p14:tracePt t="16747" x="5789613" y="2079625"/>
          <p14:tracePt t="16764" x="5816600" y="2070100"/>
          <p14:tracePt t="16780" x="5816600" y="2062163"/>
          <p14:tracePt t="16797" x="5816600" y="2052638"/>
          <p14:tracePt t="16814" x="5816600" y="2035175"/>
          <p14:tracePt t="16830" x="5807075" y="2017713"/>
          <p14:tracePt t="16832" x="5799138" y="2017713"/>
          <p14:tracePt t="16847" x="5772150" y="1965325"/>
          <p14:tracePt t="16864" x="5719763" y="1939925"/>
          <p14:tracePt t="16880" x="5694363" y="1905000"/>
          <p14:tracePt t="16897" x="5667375" y="1887538"/>
          <p14:tracePt t="16914" x="5624513" y="1860550"/>
          <p14:tracePt t="16930" x="5607050" y="1843088"/>
          <p14:tracePt t="16947" x="5580063" y="1825625"/>
          <p14:tracePt t="16964" x="5545138" y="1800225"/>
          <p14:tracePt t="16980" x="5484813" y="1782763"/>
          <p14:tracePt t="16997" x="5422900" y="1765300"/>
          <p14:tracePt t="17014" x="5370513" y="1755775"/>
          <p14:tracePt t="17015" x="5345113" y="1755775"/>
          <p14:tracePt t="17030" x="5327650" y="1755775"/>
          <p14:tracePt t="17032" x="5318125" y="1755775"/>
          <p14:tracePt t="17047" x="5300663" y="1755775"/>
          <p14:tracePt t="17080" x="5292725" y="1765300"/>
          <p14:tracePt t="17088" x="5275263" y="1765300"/>
          <p14:tracePt t="17097" x="5275263" y="1782763"/>
          <p14:tracePt t="17114" x="5240338" y="1808163"/>
          <p14:tracePt t="17130" x="5213350" y="1825625"/>
          <p14:tracePt t="17147" x="5195888" y="1870075"/>
          <p14:tracePt t="17164" x="5187950" y="1895475"/>
          <p14:tracePt t="17180" x="5187950" y="1922463"/>
          <p14:tracePt t="17197" x="5187950" y="1965325"/>
          <p14:tracePt t="17213" x="5187950" y="1992313"/>
          <p14:tracePt t="17230" x="5213350" y="2017713"/>
          <p14:tracePt t="17232" x="5222875" y="2035175"/>
          <p14:tracePt t="17248" x="5257800" y="2062163"/>
          <p14:tracePt t="17264" x="5292725" y="2087563"/>
          <p14:tracePt t="17280" x="5318125" y="2097088"/>
          <p14:tracePt t="17297" x="5327650" y="2105025"/>
          <p14:tracePt t="17313" x="5335588" y="2105025"/>
          <p14:tracePt t="17336" x="5345113" y="2105025"/>
          <p14:tracePt t="17347" x="5353050" y="2105025"/>
          <p14:tracePt t="17364" x="5362575" y="2105025"/>
          <p14:tracePt t="17380" x="5380038" y="2114550"/>
          <p14:tracePt t="17397" x="5405438" y="2114550"/>
          <p14:tracePt t="17414" x="5422900" y="2122488"/>
          <p14:tracePt t="17415" x="5449888" y="2122488"/>
          <p14:tracePt t="17430" x="5457825" y="2132013"/>
          <p14:tracePt t="17431" x="5467350" y="2132013"/>
          <p14:tracePt t="17447" x="5484813" y="2132013"/>
          <p14:tracePt t="17464" x="5492750" y="2132013"/>
          <p14:tracePt t="17536" x="5502275" y="2132013"/>
          <p14:tracePt t="17544" x="5510213" y="2132013"/>
          <p14:tracePt t="17552" x="5519738" y="2132013"/>
          <p14:tracePt t="18072" x="5527675" y="2132013"/>
          <p14:tracePt t="18624" x="5537200" y="2132013"/>
          <p14:tracePt t="18688" x="5545138" y="2132013"/>
          <p14:tracePt t="18696" x="5554663" y="2132013"/>
          <p14:tracePt t="18704" x="5562600" y="2132013"/>
          <p14:tracePt t="19593" x="0" y="0"/>
        </p14:tracePtLst>
        <p14:tracePtLst>
          <p14:tracePt t="20396" x="5345113" y="2062163"/>
          <p14:tracePt t="20472" x="5353050" y="2062163"/>
          <p14:tracePt t="20480" x="5362575" y="2052638"/>
          <p14:tracePt t="20488" x="5370513" y="2052638"/>
          <p14:tracePt t="20504" x="5380038" y="2052638"/>
          <p14:tracePt t="20520" x="5387975" y="2052638"/>
          <p14:tracePt t="20530" x="5397500" y="2052638"/>
          <p14:tracePt t="20546" x="5414963" y="2052638"/>
          <p14:tracePt t="20563" x="5432425" y="2052638"/>
          <p14:tracePt t="20580" x="5484813" y="2062163"/>
          <p14:tracePt t="20597" x="5510213" y="2070100"/>
          <p14:tracePt t="20613" x="5554663" y="2079625"/>
          <p14:tracePt t="20630" x="5589588" y="2087563"/>
          <p14:tracePt t="20631" x="5597525" y="2087563"/>
          <p14:tracePt t="20648" x="5607050" y="2097088"/>
          <p14:tracePt t="20737" x="5614988" y="2097088"/>
          <p14:tracePt t="20792" x="5632450" y="2097088"/>
          <p14:tracePt t="20800" x="5641975" y="2097088"/>
          <p14:tracePt t="20808" x="5667375" y="2097088"/>
          <p14:tracePt t="20816" x="5684838" y="2097088"/>
          <p14:tracePt t="20830" x="5711825" y="2097088"/>
          <p14:tracePt t="20831" x="5729288" y="2097088"/>
          <p14:tracePt t="20846" x="5746750" y="2097088"/>
          <p14:tracePt t="20848" x="5754688" y="2097088"/>
          <p14:tracePt t="20863" x="5764213" y="2097088"/>
          <p14:tracePt t="21464" x="0" y="0"/>
        </p14:tracePtLst>
        <p14:tracePtLst>
          <p14:tracePt t="23580" x="4052888" y="2314575"/>
          <p14:tracePt t="23624" x="4060825" y="2314575"/>
          <p14:tracePt t="23632" x="4078288" y="2314575"/>
          <p14:tracePt t="23648" x="4087813" y="2314575"/>
          <p14:tracePt t="23656" x="4095750" y="2314575"/>
          <p14:tracePt t="23672" x="4095750" y="2306638"/>
          <p14:tracePt t="23680" x="4095750" y="2297113"/>
          <p14:tracePt t="23696" x="4105275" y="2289175"/>
          <p14:tracePt t="23712" x="4105275" y="2279650"/>
          <p14:tracePt t="23729" x="4105275" y="2244725"/>
          <p14:tracePt t="23746" x="4105275" y="2227263"/>
          <p14:tracePt t="23762" x="4105275" y="2201863"/>
          <p14:tracePt t="23779" x="4105275" y="2174875"/>
          <p14:tracePt t="23796" x="4087813" y="2122488"/>
          <p14:tracePt t="23813" x="4078288" y="2105025"/>
          <p14:tracePt t="23829" x="4052888" y="2087563"/>
          <p14:tracePt t="23846" x="4035425" y="2062163"/>
          <p14:tracePt t="23848" x="4025900" y="2052638"/>
          <p14:tracePt t="23863" x="4017963" y="2044700"/>
          <p14:tracePt t="23864" x="4008438" y="2035175"/>
          <p14:tracePt t="23879" x="3990975" y="2027238"/>
          <p14:tracePt t="23896" x="3973513" y="2027238"/>
          <p14:tracePt t="23913" x="3973513" y="2017713"/>
          <p14:tracePt t="23929" x="3956050" y="2000250"/>
          <p14:tracePt t="23946" x="3938588" y="1992313"/>
          <p14:tracePt t="23963" x="3921125" y="1982788"/>
          <p14:tracePt t="23979" x="3895725" y="1974850"/>
          <p14:tracePt t="23996" x="3878263" y="1965325"/>
          <p14:tracePt t="24013" x="3868738" y="1957388"/>
          <p14:tracePt t="24029" x="3851275" y="1957388"/>
          <p14:tracePt t="24046" x="3843338" y="1939925"/>
          <p14:tracePt t="24048" x="3833813" y="1930400"/>
          <p14:tracePt t="24062" x="3825875" y="1930400"/>
          <p14:tracePt t="24064" x="3816350" y="1930400"/>
          <p14:tracePt t="24079" x="3798888" y="1930400"/>
          <p14:tracePt t="24096" x="3773488" y="1922463"/>
          <p14:tracePt t="24113" x="3746500" y="1895475"/>
          <p14:tracePt t="24129" x="3721100" y="1887538"/>
          <p14:tracePt t="24146" x="3694113" y="1878013"/>
          <p14:tracePt t="24163" x="3659188" y="1860550"/>
          <p14:tracePt t="24179" x="3624263" y="1843088"/>
          <p14:tracePt t="24196" x="3606800" y="1843088"/>
          <p14:tracePt t="24213" x="3581400" y="1835150"/>
          <p14:tracePt t="24232" x="3571875" y="1835150"/>
          <p14:tracePt t="24246" x="3563938" y="1835150"/>
          <p14:tracePt t="24247" x="3554413" y="1835150"/>
          <p14:tracePt t="24262" x="3536950" y="1825625"/>
          <p14:tracePt t="24263" x="3519488" y="1825625"/>
          <p14:tracePt t="24279" x="3467100" y="1825625"/>
          <p14:tracePt t="24295" x="3432175" y="1817688"/>
          <p14:tracePt t="24312" x="3379788" y="1817688"/>
          <p14:tracePt t="24329" x="3267075" y="1808163"/>
          <p14:tracePt t="24346" x="3179763" y="1800225"/>
          <p14:tracePt t="24363" x="3100388" y="1800225"/>
          <p14:tracePt t="24379" x="3003550" y="1800225"/>
          <p14:tracePt t="24396" x="2943225" y="1800225"/>
          <p14:tracePt t="24413" x="2898775" y="1800225"/>
          <p14:tracePt t="24429" x="2838450" y="1800225"/>
          <p14:tracePt t="24446" x="2811463" y="1800225"/>
          <p14:tracePt t="24447" x="2794000" y="1800225"/>
          <p14:tracePt t="24463" x="2741613" y="1800225"/>
          <p14:tracePt t="24479" x="2716213" y="1790700"/>
          <p14:tracePt t="24496" x="2681288" y="1790700"/>
          <p14:tracePt t="24512" x="2628900" y="1790700"/>
          <p14:tracePt t="24529" x="2566988" y="1790700"/>
          <p14:tracePt t="24546" x="2506663" y="1790700"/>
          <p14:tracePt t="24563" x="2374900" y="1790700"/>
          <p14:tracePt t="24579" x="2332038" y="1790700"/>
          <p14:tracePt t="24596" x="2270125" y="1808163"/>
          <p14:tracePt t="24612" x="2227263" y="1817688"/>
          <p14:tracePt t="24629" x="2200275" y="1825625"/>
          <p14:tracePt t="24646" x="2174875" y="1835150"/>
          <p14:tracePt t="24648" x="2165350" y="1835150"/>
          <p14:tracePt t="24663" x="2112963" y="1860550"/>
          <p14:tracePt t="24679" x="2070100" y="1878013"/>
          <p14:tracePt t="24696" x="1990725" y="1905000"/>
          <p14:tracePt t="24712" x="1895475" y="1939925"/>
          <p14:tracePt t="24729" x="1851025" y="1965325"/>
          <p14:tracePt t="24746" x="1808163" y="1982788"/>
          <p14:tracePt t="24764" x="1763713" y="2017713"/>
          <p14:tracePt t="24779" x="1728788" y="2044700"/>
          <p14:tracePt t="24796" x="1693863" y="2097088"/>
          <p14:tracePt t="24812" x="1676400" y="2114550"/>
          <p14:tracePt t="24829" x="1633538" y="2149475"/>
          <p14:tracePt t="24846" x="1606550" y="2174875"/>
          <p14:tracePt t="24847" x="1598613" y="2192338"/>
          <p14:tracePt t="24862" x="1589088" y="2209800"/>
          <p14:tracePt t="24864" x="1581150" y="2219325"/>
          <p14:tracePt t="24879" x="1571625" y="2236788"/>
          <p14:tracePt t="24896" x="1563688" y="2262188"/>
          <p14:tracePt t="24912" x="1563688" y="2279650"/>
          <p14:tracePt t="24929" x="1563688" y="2306638"/>
          <p14:tracePt t="24946" x="1563688" y="2324100"/>
          <p14:tracePt t="24963" x="1563688" y="2332038"/>
          <p14:tracePt t="24979" x="1571625" y="2341563"/>
          <p14:tracePt t="24996" x="1581150" y="2359025"/>
          <p14:tracePt t="25012" x="1598613" y="2366963"/>
          <p14:tracePt t="25032" x="1606550" y="2376488"/>
          <p14:tracePt t="25046" x="1616075" y="2384425"/>
          <p14:tracePt t="25047" x="1624013" y="2384425"/>
          <p14:tracePt t="25062" x="1641475" y="2401888"/>
          <p14:tracePt t="25064" x="1658938" y="2419350"/>
          <p14:tracePt t="25079" x="1703388" y="2446338"/>
          <p14:tracePt t="25096" x="1763713" y="2481263"/>
          <p14:tracePt t="25112" x="1825625" y="2506663"/>
          <p14:tracePt t="25129" x="1843088" y="2516188"/>
          <p14:tracePt t="25146" x="1860550" y="2524125"/>
          <p14:tracePt t="25216" x="1868488" y="2524125"/>
          <p14:tracePt t="25224" x="1885950" y="2524125"/>
          <p14:tracePt t="25232" x="1895475" y="2524125"/>
          <p14:tracePt t="25246" x="1903413" y="2524125"/>
          <p14:tracePt t="25247" x="1912938" y="2524125"/>
          <p14:tracePt t="25262" x="1938338" y="2524125"/>
          <p14:tracePt t="25264" x="1973263" y="2524125"/>
          <p14:tracePt t="25280" x="2078038" y="2524125"/>
          <p14:tracePt t="25296" x="2147888" y="2524125"/>
          <p14:tracePt t="25312" x="2287588" y="2533650"/>
          <p14:tracePt t="25329" x="2322513" y="2533650"/>
          <p14:tracePt t="25345" x="2349500" y="2541588"/>
          <p14:tracePt t="25362" x="2374900" y="2541588"/>
          <p14:tracePt t="25379" x="2409825" y="2541588"/>
          <p14:tracePt t="25395" x="2462213" y="2551113"/>
          <p14:tracePt t="25412" x="2524125" y="2551113"/>
          <p14:tracePt t="25429" x="2566988" y="2551113"/>
          <p14:tracePt t="25446" x="2646363" y="2551113"/>
          <p14:tracePt t="25447" x="2706688" y="2551113"/>
          <p14:tracePt t="25462" x="2716213" y="2551113"/>
          <p14:tracePt t="25464" x="2733675" y="2551113"/>
          <p14:tracePt t="25479" x="2759075" y="2551113"/>
          <p14:tracePt t="25664" x="2768600" y="2551113"/>
          <p14:tracePt t="25672" x="2846388" y="2551113"/>
          <p14:tracePt t="25679" x="2881313" y="2551113"/>
          <p14:tracePt t="25696" x="3013075" y="2551113"/>
          <p14:tracePt t="25712" x="3179763" y="2559050"/>
          <p14:tracePt t="25729" x="3354388" y="2559050"/>
          <p14:tracePt t="25746" x="3424238" y="2559050"/>
          <p14:tracePt t="25762" x="3441700" y="2559050"/>
          <p14:tracePt t="25779" x="3459163" y="2559050"/>
          <p14:tracePt t="25840" x="3467100" y="2559050"/>
          <p14:tracePt t="25848" x="3484563" y="2559050"/>
          <p14:tracePt t="25856" x="3546475" y="2559050"/>
          <p14:tracePt t="25863" x="3571875" y="2559050"/>
          <p14:tracePt t="25879" x="3624263" y="2559050"/>
          <p14:tracePt t="25880" x="3746500" y="2559050"/>
          <p14:tracePt t="25896" x="3825875" y="2559050"/>
          <p14:tracePt t="25912" x="3921125" y="2559050"/>
          <p14:tracePt t="25929" x="3948113" y="2559050"/>
          <p14:tracePt t="25946" x="3956050" y="2559050"/>
          <p14:tracePt t="26048" x="3965575" y="2559050"/>
          <p14:tracePt t="26056" x="4000500" y="2551113"/>
          <p14:tracePt t="26064" x="4008438" y="2551113"/>
          <p14:tracePt t="26079" x="4025900" y="2551113"/>
          <p14:tracePt t="26096" x="4043363" y="2533650"/>
          <p14:tracePt t="26112" x="4070350" y="2524125"/>
          <p14:tracePt t="26144" x="4078288" y="2524125"/>
          <p14:tracePt t="26160" x="4087813" y="2516188"/>
          <p14:tracePt t="26176" x="4087813" y="2506663"/>
          <p14:tracePt t="26185" x="4095750" y="2498725"/>
          <p14:tracePt t="26196" x="4113213" y="2498725"/>
          <p14:tracePt t="26212" x="4122738" y="2489200"/>
          <p14:tracePt t="26229" x="4130675" y="2481263"/>
          <p14:tracePt t="26246" x="4140200" y="2471738"/>
          <p14:tracePt t="26304" x="4140200" y="2463800"/>
          <p14:tracePt t="26312" x="4140200" y="2436813"/>
          <p14:tracePt t="26320" x="4140200" y="2428875"/>
          <p14:tracePt t="26329" x="4140200" y="2411413"/>
          <p14:tracePt t="26346" x="4140200" y="2384425"/>
          <p14:tracePt t="26362" x="4140200" y="2359025"/>
          <p14:tracePt t="26379" x="4140200" y="2349500"/>
          <p14:tracePt t="26396" x="4140200" y="2341563"/>
          <p14:tracePt t="26412" x="4140200" y="2332038"/>
          <p14:tracePt t="26429" x="4140200" y="2324100"/>
          <p14:tracePt t="26448" x="4140200" y="2314575"/>
          <p14:tracePt t="26528" x="4140200" y="2306638"/>
          <p14:tracePt t="26536" x="4140200" y="2297113"/>
          <p14:tracePt t="26545" x="4140200" y="2289175"/>
          <p14:tracePt t="26562" x="4130675" y="2271713"/>
          <p14:tracePt t="26579" x="4130675" y="2236788"/>
          <p14:tracePt t="26595" x="4122738" y="2219325"/>
          <p14:tracePt t="26612" x="4105275" y="2192338"/>
          <p14:tracePt t="26629" x="4105275" y="2184400"/>
          <p14:tracePt t="26646" x="4095750" y="2174875"/>
          <p14:tracePt t="26662" x="4095750" y="2166938"/>
          <p14:tracePt t="26664" x="4087813" y="2157413"/>
          <p14:tracePt t="26680" x="4078288" y="2139950"/>
          <p14:tracePt t="26696" x="4078288" y="2132013"/>
          <p14:tracePt t="26712" x="4070350" y="2114550"/>
          <p14:tracePt t="26729" x="4060825" y="2105025"/>
          <p14:tracePt t="26752" x="4060825" y="2097088"/>
          <p14:tracePt t="26768" x="4052888" y="2097088"/>
          <p14:tracePt t="26779" x="4043363" y="2087563"/>
          <p14:tracePt t="26796" x="4035425" y="2079625"/>
          <p14:tracePt t="26817" x="4025900" y="2079625"/>
          <p14:tracePt t="26829" x="4017963" y="2070100"/>
          <p14:tracePt t="26845" x="4000500" y="2052638"/>
          <p14:tracePt t="26862" x="3983038" y="2035175"/>
          <p14:tracePt t="26864" x="3965575" y="2027238"/>
          <p14:tracePt t="26879" x="3948113" y="2027238"/>
          <p14:tracePt t="26896" x="3938588" y="2017713"/>
          <p14:tracePt t="26912" x="3930650" y="2009775"/>
          <p14:tracePt t="26929" x="3903663" y="2000250"/>
          <p14:tracePt t="26945" x="3895725" y="2000250"/>
          <p14:tracePt t="26962" x="3868738" y="2000250"/>
          <p14:tracePt t="26979" x="3808413" y="1982788"/>
          <p14:tracePt t="26995" x="3746500" y="1974850"/>
          <p14:tracePt t="27012" x="3659188" y="1974850"/>
          <p14:tracePt t="27029" x="3529013" y="1947863"/>
          <p14:tracePt t="27045" x="3476625" y="1947863"/>
          <p14:tracePt t="27047" x="3467100" y="1947863"/>
          <p14:tracePt t="27062" x="3449638" y="1939925"/>
          <p14:tracePt t="27064" x="3432175" y="1939925"/>
          <p14:tracePt t="27080" x="3424238" y="1939925"/>
          <p14:tracePt t="27095" x="3406775" y="1939925"/>
          <p14:tracePt t="27112" x="3371850" y="1939925"/>
          <p14:tracePt t="27129" x="3267075" y="1939925"/>
          <p14:tracePt t="27145" x="3048000" y="1922463"/>
          <p14:tracePt t="27162" x="2768600" y="1922463"/>
          <p14:tracePt t="27179" x="2524125" y="1922463"/>
          <p14:tracePt t="27195" x="2262188" y="1922463"/>
          <p14:tracePt t="27212" x="2070100" y="1922463"/>
          <p14:tracePt t="27229" x="1982788" y="1922463"/>
          <p14:tracePt t="27245" x="1955800" y="1922463"/>
          <p14:tracePt t="27262" x="1947863" y="1922463"/>
          <p14:tracePt t="27264" x="1938338" y="1922463"/>
          <p14:tracePt t="27280" x="1920875" y="1922463"/>
          <p14:tracePt t="27296" x="1903413" y="1930400"/>
          <p14:tracePt t="27312" x="1816100" y="1957388"/>
          <p14:tracePt t="27329" x="1693863" y="1982788"/>
          <p14:tracePt t="27345" x="1493838" y="1992313"/>
          <p14:tracePt t="27362" x="1354138" y="2017713"/>
          <p14:tracePt t="27379" x="1274763" y="2070100"/>
          <p14:tracePt t="27395" x="1249363" y="2097088"/>
          <p14:tracePt t="27412" x="1231900" y="2122488"/>
          <p14:tracePt t="27429" x="1231900" y="2139950"/>
          <p14:tracePt t="27445" x="1231900" y="2166938"/>
          <p14:tracePt t="27447" x="1231900" y="2184400"/>
          <p14:tracePt t="27462" x="1239838" y="2192338"/>
          <p14:tracePt t="27463" x="1257300" y="2227263"/>
          <p14:tracePt t="27478" x="1284288" y="2236788"/>
          <p14:tracePt t="27480" x="1319213" y="2262188"/>
          <p14:tracePt t="27495" x="1476375" y="2324100"/>
          <p14:tracePt t="27512" x="1685925" y="2376488"/>
          <p14:tracePt t="27529" x="1790700" y="2454275"/>
          <p14:tracePt t="27545" x="1860550" y="2481263"/>
          <p14:tracePt t="27562" x="1912938" y="2506663"/>
          <p14:tracePt t="27579" x="1947863" y="2506663"/>
          <p14:tracePt t="27595" x="1955800" y="2516188"/>
          <p14:tracePt t="27656" x="1965325" y="2516188"/>
          <p14:tracePt t="27672" x="1990725" y="2516188"/>
          <p14:tracePt t="27680" x="2060575" y="2516188"/>
          <p14:tracePt t="27688" x="2147888" y="2516188"/>
          <p14:tracePt t="27696" x="2244725" y="2516188"/>
          <p14:tracePt t="27712" x="2566988" y="2516188"/>
          <p14:tracePt t="27729" x="2820988" y="2533650"/>
          <p14:tracePt t="27745" x="3100388" y="2533650"/>
          <p14:tracePt t="27762" x="3197225" y="2533650"/>
          <p14:tracePt t="27779" x="3214688" y="2533650"/>
          <p14:tracePt t="27795" x="3222625" y="2533650"/>
          <p14:tracePt t="27928" x="3249613" y="2533650"/>
          <p14:tracePt t="27936" x="3327400" y="2533650"/>
          <p14:tracePt t="27945" x="3476625" y="2533650"/>
          <p14:tracePt t="27962" x="3721100" y="2533650"/>
          <p14:tracePt t="27979" x="4017963" y="2533650"/>
          <p14:tracePt t="27995" x="4200525" y="2533650"/>
          <p14:tracePt t="28012" x="4287838" y="2541588"/>
          <p14:tracePt t="28028" x="4314825" y="2541588"/>
          <p14:tracePt t="28088" x="4305300" y="2533650"/>
          <p14:tracePt t="28104" x="4305300" y="2524125"/>
          <p14:tracePt t="28128" x="4305300" y="2516188"/>
          <p14:tracePt t="28136" x="4305300" y="2506663"/>
          <p14:tracePt t="28145" x="4305300" y="2498725"/>
          <p14:tracePt t="28162" x="4305300" y="2471738"/>
          <p14:tracePt t="28179" x="4305300" y="2428875"/>
          <p14:tracePt t="28195" x="4305300" y="2384425"/>
          <p14:tracePt t="28212" x="4305300" y="2297113"/>
          <p14:tracePt t="28229" x="4297363" y="2219325"/>
          <p14:tracePt t="28245" x="4297363" y="2174875"/>
          <p14:tracePt t="28247" x="4297363" y="2166938"/>
          <p14:tracePt t="28262" x="4297363" y="2157413"/>
          <p14:tracePt t="28263" x="4297363" y="2149475"/>
          <p14:tracePt t="28278" x="4297363" y="2139950"/>
          <p14:tracePt t="28280" x="4297363" y="2132013"/>
          <p14:tracePt t="28296" x="4297363" y="2122488"/>
          <p14:tracePt t="28312" x="4297363" y="2114550"/>
          <p14:tracePt t="28328" x="4287838" y="2105025"/>
          <p14:tracePt t="28345" x="4287838" y="2097088"/>
          <p14:tracePt t="28362" x="4270375" y="2079625"/>
          <p14:tracePt t="28378" x="4262438" y="2062163"/>
          <p14:tracePt t="28395" x="4262438" y="2052638"/>
          <p14:tracePt t="28412" x="4262438" y="2035175"/>
          <p14:tracePt t="28429" x="4252913" y="2035175"/>
          <p14:tracePt t="28445" x="4244975" y="2027238"/>
          <p14:tracePt t="28462" x="4235450" y="2017713"/>
          <p14:tracePt t="28463" x="4235450" y="2009775"/>
          <p14:tracePt t="28478" x="4227513" y="2000250"/>
          <p14:tracePt t="28479" x="4217988" y="1992313"/>
          <p14:tracePt t="28495" x="4200525" y="1974850"/>
          <p14:tracePt t="28512" x="4183063" y="1957388"/>
          <p14:tracePt t="28529" x="4157663" y="1947863"/>
          <p14:tracePt t="28545" x="4130675" y="1939925"/>
          <p14:tracePt t="28562" x="4105275" y="1930400"/>
          <p14:tracePt t="28578" x="4078288" y="1922463"/>
          <p14:tracePt t="28595" x="4052888" y="1922463"/>
          <p14:tracePt t="28611" x="4035425" y="1922463"/>
          <p14:tracePt t="28628" x="4000500" y="1922463"/>
          <p14:tracePt t="28645" x="3938588" y="1922463"/>
          <p14:tracePt t="28661" x="3903663" y="1930400"/>
          <p14:tracePt t="28663" x="3886200" y="1939925"/>
          <p14:tracePt t="28679" x="3878263" y="1939925"/>
          <p14:tracePt t="28680" x="3868738" y="1939925"/>
          <p14:tracePt t="29145" x="0" y="0"/>
        </p14:tracePtLst>
        <p14:tracePtLst>
          <p14:tracePt t="37387" x="2873375" y="2009775"/>
          <p14:tracePt t="37392" x="2863850" y="2000250"/>
          <p14:tracePt t="37400" x="2855913" y="1992313"/>
          <p14:tracePt t="37411" x="2846388" y="1992313"/>
          <p14:tracePt t="37427" x="2820988" y="1974850"/>
          <p14:tracePt t="37444" x="2794000" y="1965325"/>
          <p14:tracePt t="37461" x="2759075" y="1939925"/>
          <p14:tracePt t="37477" x="2706688" y="1922463"/>
          <p14:tracePt t="37479" x="2681288" y="1905000"/>
          <p14:tracePt t="37494" x="2646363" y="1895475"/>
          <p14:tracePt t="37495" x="2628900" y="1895475"/>
          <p14:tracePt t="37511" x="2611438" y="1887538"/>
          <p14:tracePt t="37512" x="2601913" y="1887538"/>
          <p14:tracePt t="37527" x="2566988" y="1870075"/>
          <p14:tracePt t="37544" x="2566988" y="1860550"/>
          <p14:tracePt t="37560" x="2549525" y="1860550"/>
          <p14:tracePt t="37600" x="2541588" y="1860550"/>
          <p14:tracePt t="37608" x="2532063" y="1860550"/>
          <p14:tracePt t="37616" x="2524125" y="1860550"/>
          <p14:tracePt t="37627" x="2506663" y="1860550"/>
          <p14:tracePt t="37644" x="2462213" y="1860550"/>
          <p14:tracePt t="37660" x="2384425" y="1852613"/>
          <p14:tracePt t="37677" x="2262188" y="1852613"/>
          <p14:tracePt t="37679" x="2200275" y="1870075"/>
          <p14:tracePt t="37694" x="2130425" y="1870075"/>
          <p14:tracePt t="37695" x="2078038" y="1870075"/>
          <p14:tracePt t="37711" x="2035175" y="1878013"/>
          <p14:tracePt t="37727" x="2025650" y="1878013"/>
          <p14:tracePt t="37800" x="2017713" y="1878013"/>
          <p14:tracePt t="37808" x="2008188" y="1878013"/>
          <p14:tracePt t="37816" x="1965325" y="1887538"/>
          <p14:tracePt t="37827" x="1930400" y="1887538"/>
          <p14:tracePt t="37844" x="1825625" y="1895475"/>
          <p14:tracePt t="37860" x="1738313" y="1912938"/>
          <p14:tracePt t="37877" x="1651000" y="1930400"/>
          <p14:tracePt t="37879" x="1624013" y="1939925"/>
          <p14:tracePt t="37894" x="1616075" y="1947863"/>
          <p14:tracePt t="37895" x="1598613" y="1957388"/>
          <p14:tracePt t="37910" x="1581150" y="1965325"/>
          <p14:tracePt t="37911" x="1571625" y="1974850"/>
          <p14:tracePt t="37928" x="1563688" y="1974850"/>
          <p14:tracePt t="37944" x="1554163" y="1992313"/>
          <p14:tracePt t="37960" x="1546225" y="2000250"/>
          <p14:tracePt t="37977" x="1528763" y="2017713"/>
          <p14:tracePt t="37994" x="1519238" y="2044700"/>
          <p14:tracePt t="38010" x="1501775" y="2070100"/>
          <p14:tracePt t="38027" x="1493838" y="2105025"/>
          <p14:tracePt t="38044" x="1484313" y="2132013"/>
          <p14:tracePt t="38060" x="1484313" y="2149475"/>
          <p14:tracePt t="38077" x="1484313" y="2166938"/>
          <p14:tracePt t="38079" x="1484313" y="2184400"/>
          <p14:tracePt t="38094" x="1484313" y="2201863"/>
          <p14:tracePt t="38095" x="1484313" y="2209800"/>
          <p14:tracePt t="38110" x="1484313" y="2219325"/>
          <p14:tracePt t="38112" x="1484313" y="2227263"/>
          <p14:tracePt t="38127" x="1493838" y="2254250"/>
          <p14:tracePt t="38144" x="1511300" y="2279650"/>
          <p14:tracePt t="38160" x="1519238" y="2297113"/>
          <p14:tracePt t="38177" x="1563688" y="2341563"/>
          <p14:tracePt t="38194" x="1589088" y="2393950"/>
          <p14:tracePt t="38210" x="1616075" y="2419350"/>
          <p14:tracePt t="38227" x="1651000" y="2446338"/>
          <p14:tracePt t="38244" x="1676400" y="2471738"/>
          <p14:tracePt t="38260" x="1703388" y="2489200"/>
          <p14:tracePt t="38277" x="1728788" y="2516188"/>
          <p14:tracePt t="38294" x="1746250" y="2533650"/>
          <p14:tracePt t="38295" x="1755775" y="2541588"/>
          <p14:tracePt t="38310" x="1763713" y="2551113"/>
          <p14:tracePt t="38312" x="1773238" y="2559050"/>
          <p14:tracePt t="38327" x="1781175" y="2568575"/>
          <p14:tracePt t="38344" x="1798638" y="2576513"/>
          <p14:tracePt t="38360" x="1825625" y="2593975"/>
          <p14:tracePt t="38377" x="1843088" y="2611438"/>
          <p14:tracePt t="38394" x="1860550" y="2628900"/>
          <p14:tracePt t="38410" x="1885950" y="2646363"/>
          <p14:tracePt t="38427" x="1903413" y="2663825"/>
          <p14:tracePt t="38444" x="1920875" y="2681288"/>
          <p14:tracePt t="38460" x="1938338" y="2698750"/>
          <p14:tracePt t="38477" x="1965325" y="2708275"/>
          <p14:tracePt t="38494" x="2000250" y="2725738"/>
          <p14:tracePt t="38495" x="2025650" y="2725738"/>
          <p14:tracePt t="38510" x="2043113" y="2733675"/>
          <p14:tracePt t="38512" x="2060575" y="2743200"/>
          <p14:tracePt t="38527" x="2087563" y="2743200"/>
          <p14:tracePt t="38528" x="2112963" y="2743200"/>
          <p14:tracePt t="38544" x="2200275" y="2743200"/>
          <p14:tracePt t="38560" x="2270125" y="2743200"/>
          <p14:tracePt t="38577" x="2279650" y="2743200"/>
          <p14:tracePt t="38594" x="2287588" y="2743200"/>
          <p14:tracePt t="38610" x="2332038" y="2743200"/>
          <p14:tracePt t="38627" x="2436813" y="2752725"/>
          <p14:tracePt t="38644" x="2593975" y="2760663"/>
          <p14:tracePt t="38660" x="2986088" y="2760663"/>
          <p14:tracePt t="38677" x="3554413" y="2778125"/>
          <p14:tracePt t="38694" x="3938588" y="2805113"/>
          <p14:tracePt t="38696" x="4043363" y="2822575"/>
          <p14:tracePt t="38710" x="4113213" y="2822575"/>
          <p14:tracePt t="38712" x="4200525" y="2822575"/>
          <p14:tracePt t="38727" x="4297363" y="2822575"/>
          <p14:tracePt t="38744" x="4314825" y="2813050"/>
          <p14:tracePt t="38760" x="4322763" y="2795588"/>
          <p14:tracePt t="38777" x="4322763" y="2770188"/>
          <p14:tracePt t="38794" x="4332288" y="2752725"/>
          <p14:tracePt t="38810" x="4332288" y="2725738"/>
          <p14:tracePt t="38827" x="4349750" y="2698750"/>
          <p14:tracePt t="38844" x="4357688" y="2673350"/>
          <p14:tracePt t="38860" x="4410075" y="2646363"/>
          <p14:tracePt t="38877" x="4454525" y="2611438"/>
          <p14:tracePt t="38894" x="4489450" y="2576513"/>
          <p14:tracePt t="38895" x="4506913" y="2551113"/>
          <p14:tracePt t="38910" x="4514850" y="2541588"/>
          <p14:tracePt t="38911" x="4514850" y="2516188"/>
          <p14:tracePt t="38927" x="4514850" y="2463800"/>
          <p14:tracePt t="38928" x="4514850" y="2428875"/>
          <p14:tracePt t="38944" x="4514850" y="2366963"/>
          <p14:tracePt t="38960" x="4514850" y="2289175"/>
          <p14:tracePt t="38977" x="4489450" y="2254250"/>
          <p14:tracePt t="38993" x="4454525" y="2219325"/>
          <p14:tracePt t="39011" x="4402138" y="2157413"/>
          <p14:tracePt t="39027" x="4244975" y="2000250"/>
          <p14:tracePt t="39044" x="4165600" y="1965325"/>
          <p14:tracePt t="39060" x="4105275" y="1930400"/>
          <p14:tracePt t="39077" x="4017963" y="1905000"/>
          <p14:tracePt t="39093" x="3921125" y="1887538"/>
          <p14:tracePt t="39095" x="3903663" y="1887538"/>
          <p14:tracePt t="39110" x="3886200" y="1878013"/>
          <p14:tracePt t="39111" x="3816350" y="1870075"/>
          <p14:tracePt t="39127" x="3746500" y="1852613"/>
          <p14:tracePt t="39144" x="3668713" y="1852613"/>
          <p14:tracePt t="39160" x="3494088" y="1852613"/>
          <p14:tracePt t="39177" x="3344863" y="1843088"/>
          <p14:tracePt t="39193" x="3267075" y="1835150"/>
          <p14:tracePt t="39210" x="3179763" y="1835150"/>
          <p14:tracePt t="39227" x="3065463" y="1835150"/>
          <p14:tracePt t="39244" x="3013075" y="1835150"/>
          <p14:tracePt t="39260" x="2925763" y="1835150"/>
          <p14:tracePt t="39277" x="2803525" y="1835150"/>
          <p14:tracePt t="39294" x="2751138" y="1835150"/>
          <p14:tracePt t="39295" x="2733675" y="1843088"/>
          <p14:tracePt t="39784" x="0" y="0"/>
        </p14:tracePtLst>
        <p14:tracePtLst>
          <p14:tracePt t="40924" x="2943225" y="2122488"/>
          <p14:tracePt t="41000" x="2943225" y="2114550"/>
          <p14:tracePt t="41008" x="2933700" y="2114550"/>
          <p14:tracePt t="41024" x="2925763" y="2114550"/>
          <p14:tracePt t="41032" x="2916238" y="2114550"/>
          <p14:tracePt t="41043" x="2916238" y="2105025"/>
          <p14:tracePt t="41060" x="2908300" y="2105025"/>
          <p14:tracePt t="41076" x="2898775" y="2105025"/>
          <p14:tracePt t="41093" x="2890838" y="2097088"/>
          <p14:tracePt t="41110" x="2881313" y="2087563"/>
          <p14:tracePt t="41112" x="2873375" y="2079625"/>
          <p14:tracePt t="41216" x="2863850" y="2079625"/>
          <p14:tracePt t="41224" x="2855913" y="2079625"/>
          <p14:tracePt t="41232" x="2846388" y="2079625"/>
          <p14:tracePt t="41243" x="2828925" y="2087563"/>
          <p14:tracePt t="41260" x="2811463" y="2097088"/>
          <p14:tracePt t="41276" x="2794000" y="2105025"/>
          <p14:tracePt t="41293" x="2786063" y="2122488"/>
          <p14:tracePt t="41310" x="2759075" y="2149475"/>
          <p14:tracePt t="41312" x="2759075" y="2157413"/>
          <p14:tracePt t="41327" x="2751138" y="2166938"/>
          <p14:tracePt t="41328" x="2751138" y="2174875"/>
          <p14:tracePt t="41344" x="2751138" y="2192338"/>
          <p14:tracePt t="41360" x="2768600" y="2209800"/>
          <p14:tracePt t="41376" x="2786063" y="2227263"/>
          <p14:tracePt t="41393" x="2803525" y="2236788"/>
          <p14:tracePt t="41410" x="2820988" y="2244725"/>
          <p14:tracePt t="41427" x="2828925" y="2254250"/>
          <p14:tracePt t="41443" x="2846388" y="2262188"/>
          <p14:tracePt t="41460" x="2855913" y="2262188"/>
          <p14:tracePt t="41477" x="2863850" y="2262188"/>
          <p14:tracePt t="41536" x="2873375" y="2262188"/>
          <p14:tracePt t="41544" x="2881313" y="2262188"/>
          <p14:tracePt t="41560" x="2898775" y="2262188"/>
          <p14:tracePt t="41567" x="2908300" y="2262188"/>
          <p14:tracePt t="41592" x="2916238" y="2262188"/>
          <p14:tracePt t="41616" x="2925763" y="2262188"/>
          <p14:tracePt t="41624" x="2933700" y="2262188"/>
          <p14:tracePt t="41736" x="2943225" y="2262188"/>
          <p14:tracePt t="41744" x="2943225" y="2279650"/>
          <p14:tracePt t="41752" x="2943225" y="2289175"/>
          <p14:tracePt t="41768" x="2943225" y="2297113"/>
          <p14:tracePt t="41776" x="2943225" y="2306638"/>
          <p14:tracePt t="41793" x="2943225" y="2314575"/>
          <p14:tracePt t="41810" x="2943225" y="2332038"/>
          <p14:tracePt t="41827" x="2943225" y="2341563"/>
          <p14:tracePt t="41843" x="2943225" y="2349500"/>
          <p14:tracePt t="41860" x="2951163" y="2349500"/>
          <p14:tracePt t="41881" x="2960688" y="2349500"/>
          <p14:tracePt t="41896" x="2968625" y="2349500"/>
          <p14:tracePt t="42369" x="0" y="0"/>
        </p14:tracePtLst>
        <p14:tracePtLst>
          <p14:tracePt t="44533" x="2454275" y="2087563"/>
          <p14:tracePt t="44568" x="2436813" y="2087563"/>
          <p14:tracePt t="44576" x="2427288" y="2087563"/>
          <p14:tracePt t="44592" x="2419350" y="2079625"/>
          <p14:tracePt t="44600" x="2409825" y="2079625"/>
          <p14:tracePt t="44609" x="2401888" y="2079625"/>
          <p14:tracePt t="44626" x="2392363" y="2079625"/>
          <p14:tracePt t="44643" x="2384425" y="2079625"/>
          <p14:tracePt t="44660" x="2366963" y="2079625"/>
          <p14:tracePt t="44680" x="2357438" y="2079625"/>
          <p14:tracePt t="44693" x="2349500" y="2079625"/>
          <p14:tracePt t="44709" x="2332038" y="2079625"/>
          <p14:tracePt t="44726" x="2297113" y="2097088"/>
          <p14:tracePt t="44727" x="2287588" y="2097088"/>
          <p14:tracePt t="44743" x="2244725" y="2105025"/>
          <p14:tracePt t="44761" x="2227263" y="2114550"/>
          <p14:tracePt t="44777" x="2174875" y="2122488"/>
          <p14:tracePt t="44793" x="2139950" y="2139950"/>
          <p14:tracePt t="44809" x="2095500" y="2157413"/>
          <p14:tracePt t="44826" x="2078038" y="2174875"/>
          <p14:tracePt t="44843" x="2052638" y="2192338"/>
          <p14:tracePt t="44859" x="2052638" y="2219325"/>
          <p14:tracePt t="44876" x="2043113" y="2227263"/>
          <p14:tracePt t="44893" x="2035175" y="2236788"/>
          <p14:tracePt t="44909" x="2035175" y="2254250"/>
          <p14:tracePt t="44926" x="2035175" y="2279650"/>
          <p14:tracePt t="44942" x="2025650" y="2306638"/>
          <p14:tracePt t="44944" x="2025650" y="2314575"/>
          <p14:tracePt t="44959" x="2025650" y="2341563"/>
          <p14:tracePt t="44976" x="2035175" y="2366963"/>
          <p14:tracePt t="44993" x="2060575" y="2376488"/>
          <p14:tracePt t="45009" x="2087563" y="2384425"/>
          <p14:tracePt t="45026" x="2112963" y="2393950"/>
          <p14:tracePt t="45043" x="2139950" y="2401888"/>
          <p14:tracePt t="45059" x="2157413" y="2401888"/>
          <p14:tracePt t="45080" x="2165350" y="2401888"/>
          <p14:tracePt t="45096" x="2174875" y="2401888"/>
          <p14:tracePt t="45112" x="2182813" y="2401888"/>
          <p14:tracePt t="45136" x="2192338" y="2401888"/>
          <p14:tracePt t="45144" x="2200275" y="2401888"/>
          <p14:tracePt t="45337" x="0" y="0"/>
        </p14:tracePtLst>
        <p14:tracePtLst>
          <p14:tracePt t="46116" x="3494088" y="2079625"/>
          <p14:tracePt t="46128" x="3484563" y="2079625"/>
          <p14:tracePt t="46136" x="3476625" y="2079625"/>
          <p14:tracePt t="46160" x="3467100" y="2079625"/>
          <p14:tracePt t="46184" x="3459163" y="2079625"/>
          <p14:tracePt t="46200" x="3449638" y="2079625"/>
          <p14:tracePt t="46288" x="3432175" y="2087563"/>
          <p14:tracePt t="46296" x="3414713" y="2097088"/>
          <p14:tracePt t="46304" x="3406775" y="2105025"/>
          <p14:tracePt t="46313" x="3371850" y="2122488"/>
          <p14:tracePt t="46326" x="3362325" y="2122488"/>
          <p14:tracePt t="46327" x="3344863" y="2132013"/>
          <p14:tracePt t="46342" x="3319463" y="2139950"/>
          <p14:tracePt t="46343" x="3302000" y="2139950"/>
          <p14:tracePt t="46359" x="3284538" y="2157413"/>
          <p14:tracePt t="46376" x="3249613" y="2184400"/>
          <p14:tracePt t="46393" x="3240088" y="2192338"/>
          <p14:tracePt t="46409" x="3222625" y="2201863"/>
          <p14:tracePt t="46426" x="3222625" y="2227263"/>
          <p14:tracePt t="46442" x="3222625" y="2236788"/>
          <p14:tracePt t="46459" x="3222625" y="2244725"/>
          <p14:tracePt t="46476" x="3222625" y="2254250"/>
          <p14:tracePt t="46493" x="3222625" y="2271713"/>
          <p14:tracePt t="46509" x="3240088" y="2279650"/>
          <p14:tracePt t="46525" x="3267075" y="2306638"/>
          <p14:tracePt t="46542" x="3302000" y="2324100"/>
          <p14:tracePt t="46543" x="3309938" y="2341563"/>
          <p14:tracePt t="46559" x="3354388" y="2366963"/>
          <p14:tracePt t="46575" x="3389313" y="2366963"/>
          <p14:tracePt t="46592" x="3406775" y="2366963"/>
          <p14:tracePt t="46609" x="3414713" y="2376488"/>
          <p14:tracePt t="46640" x="3424238" y="2376488"/>
          <p14:tracePt t="46776" x="3432175" y="2376488"/>
          <p14:tracePt t="46785" x="3449638" y="2376488"/>
          <p14:tracePt t="46792" x="3467100" y="2376488"/>
          <p14:tracePt t="46809" x="3529013" y="2366963"/>
          <p14:tracePt t="46826" x="3563938" y="2366963"/>
          <p14:tracePt t="46842" x="3598863" y="2359025"/>
          <p14:tracePt t="47128" x="3606800" y="2349500"/>
          <p14:tracePt t="47136" x="3686175" y="2349500"/>
          <p14:tracePt t="47144" x="3721100" y="2349500"/>
          <p14:tracePt t="47159" x="3763963" y="2349500"/>
          <p14:tracePt t="47176" x="3825875" y="2349500"/>
          <p14:tracePt t="47192" x="3860800" y="2349500"/>
          <p14:tracePt t="47209" x="3868738" y="2349500"/>
          <p14:tracePt t="47369" x="0" y="0"/>
        </p14:tracePtLst>
        <p14:tracePtLst>
          <p14:tracePt t="50981" x="2890838" y="2401888"/>
          <p14:tracePt t="50984" x="2898775" y="2401888"/>
          <p14:tracePt t="50992" x="2908300" y="2401888"/>
          <p14:tracePt t="51008" x="2916238" y="2401888"/>
          <p14:tracePt t="51025" x="2925763" y="2411413"/>
          <p14:tracePt t="51096" x="2933700" y="2411413"/>
          <p14:tracePt t="51104" x="2943225" y="2411413"/>
          <p14:tracePt t="51112" x="2951163" y="2401888"/>
          <p14:tracePt t="51125" x="2968625" y="2401888"/>
          <p14:tracePt t="51142" x="3003550" y="2384425"/>
          <p14:tracePt t="51143" x="3021013" y="2366963"/>
          <p14:tracePt t="51158" x="3038475" y="2349500"/>
          <p14:tracePt t="51160" x="3048000" y="2349500"/>
          <p14:tracePt t="51175" x="3057525" y="2341563"/>
          <p14:tracePt t="51192" x="3065463" y="2332038"/>
          <p14:tracePt t="51208" x="3065463" y="2324100"/>
          <p14:tracePt t="51232" x="3065463" y="2314575"/>
          <p14:tracePt t="51242" x="3065463" y="2306638"/>
          <p14:tracePt t="51259" x="3048000" y="2271713"/>
          <p14:tracePt t="51275" x="3030538" y="2184400"/>
          <p14:tracePt t="51292" x="3003550" y="2122488"/>
          <p14:tracePt t="51308" x="2995613" y="2087563"/>
          <p14:tracePt t="51325" x="2986088" y="2070100"/>
          <p14:tracePt t="51342" x="2978150" y="2062163"/>
          <p14:tracePt t="51358" x="2968625" y="2062163"/>
          <p14:tracePt t="51360" x="2968625" y="2052638"/>
          <p14:tracePt t="51375" x="2960688" y="2044700"/>
          <p14:tracePt t="51392" x="2951163" y="2027238"/>
          <p14:tracePt t="51408" x="2916238" y="2017713"/>
          <p14:tracePt t="51425" x="2916238" y="2000250"/>
          <p14:tracePt t="51441" x="2908300" y="1992313"/>
          <p14:tracePt t="51458" x="2898775" y="1992313"/>
          <p14:tracePt t="51520" x="2890838" y="1992313"/>
          <p14:tracePt t="51528" x="2855913" y="1992313"/>
          <p14:tracePt t="51536" x="2751138" y="1992313"/>
          <p14:tracePt t="51544" x="2636838" y="1992313"/>
          <p14:tracePt t="51558" x="2506663" y="2009775"/>
          <p14:tracePt t="51560" x="2322513" y="2017713"/>
          <p14:tracePt t="51575" x="1885950" y="2062163"/>
          <p14:tracePt t="51592" x="1476375" y="2087563"/>
          <p14:tracePt t="51608" x="1406525" y="2114550"/>
          <p14:tracePt t="51625" x="1389063" y="2132013"/>
          <p14:tracePt t="51642" x="1389063" y="2139950"/>
          <p14:tracePt t="51658" x="1406525" y="2157413"/>
          <p14:tracePt t="51675" x="1431925" y="2174875"/>
          <p14:tracePt t="51692" x="1493838" y="2219325"/>
          <p14:tracePt t="51708" x="1571625" y="2262188"/>
          <p14:tracePt t="51725" x="1624013" y="2332038"/>
          <p14:tracePt t="51741" x="1668463" y="2366963"/>
          <p14:tracePt t="51758" x="1676400" y="2366963"/>
          <p14:tracePt t="51775" x="1676400" y="2376488"/>
          <p14:tracePt t="51792" x="1685925" y="2376488"/>
          <p14:tracePt t="51808" x="1693863" y="2376488"/>
          <p14:tracePt t="51825" x="1703388" y="2376488"/>
          <p14:tracePt t="51920" x="1930400" y="2376488"/>
          <p14:tracePt t="51928" x="2017713" y="2376488"/>
          <p14:tracePt t="51936" x="2112963" y="2376488"/>
          <p14:tracePt t="51944" x="2192338" y="2376488"/>
          <p14:tracePt t="51958" x="2200275" y="2376488"/>
          <p14:tracePt t="51959" x="2227263" y="2376488"/>
          <p14:tracePt t="51975" x="2244725" y="2384425"/>
          <p14:tracePt t="51991" x="2252663" y="2393950"/>
          <p14:tracePt t="52008" x="2252663" y="2401888"/>
          <p14:tracePt t="52032" x="2244725" y="2401888"/>
          <p14:tracePt t="52056" x="2244725" y="2393950"/>
          <p14:tracePt t="52064" x="2262188" y="2384425"/>
          <p14:tracePt t="52075" x="2279650" y="2376488"/>
          <p14:tracePt t="52092" x="2314575" y="2366963"/>
          <p14:tracePt t="52108" x="2401888" y="2366963"/>
          <p14:tracePt t="52125" x="2506663" y="2366963"/>
          <p14:tracePt t="52127" x="2541588" y="2366963"/>
          <p14:tracePt t="52141" x="2584450" y="2366963"/>
          <p14:tracePt t="52158" x="2619375" y="2366963"/>
          <p14:tracePt t="52160" x="2628900" y="2366963"/>
          <p14:tracePt t="52175" x="2646363" y="2366963"/>
          <p14:tracePt t="52175" x="2654300" y="2366963"/>
          <p14:tracePt t="52328" x="2663825" y="2366963"/>
          <p14:tracePt t="52504" x="2671763" y="2366963"/>
          <p14:tracePt t="52513" x="0" y="0"/>
        </p14:tracePtLst>
        <p14:tracePtLst>
          <p14:tracePt t="55724" x="3354388" y="5880100"/>
          <p14:tracePt t="55816" x="3344863" y="5880100"/>
          <p14:tracePt t="55824" x="3327400" y="5880100"/>
          <p14:tracePt t="55840" x="3319463" y="5880100"/>
          <p14:tracePt t="55848" x="3292475" y="5880100"/>
          <p14:tracePt t="55858" x="3222625" y="5880100"/>
          <p14:tracePt t="55874" x="3162300" y="5880100"/>
          <p14:tracePt t="55891" x="3065463" y="5880100"/>
          <p14:tracePt t="55908" x="3030538" y="5880100"/>
          <p14:tracePt t="55924" x="3003550" y="5888038"/>
          <p14:tracePt t="55941" x="2986088" y="5888038"/>
          <p14:tracePt t="55958" x="2986088" y="5897563"/>
          <p14:tracePt t="55974" x="2978150" y="5897563"/>
          <p14:tracePt t="55976" x="2960688" y="5897563"/>
          <p14:tracePt t="55991" x="2943225" y="5915025"/>
          <p14:tracePt t="56008" x="2933700" y="5922963"/>
          <p14:tracePt t="56024" x="2933700" y="5949950"/>
          <p14:tracePt t="56041" x="2925763" y="5967413"/>
          <p14:tracePt t="56057" x="2925763" y="5984875"/>
          <p14:tracePt t="56074" x="2925763" y="6010275"/>
          <p14:tracePt t="56091" x="2925763" y="6027738"/>
          <p14:tracePt t="56108" x="2925763" y="6054725"/>
          <p14:tracePt t="56124" x="2933700" y="6062663"/>
          <p14:tracePt t="56141" x="2943225" y="6080125"/>
          <p14:tracePt t="56158" x="2951163" y="6089650"/>
          <p14:tracePt t="56159" x="2951163" y="6097588"/>
          <p14:tracePt t="56174" x="2960688" y="6107113"/>
          <p14:tracePt t="56175" x="2978150" y="6115050"/>
          <p14:tracePt t="56191" x="2986088" y="6115050"/>
          <p14:tracePt t="56208" x="2995613" y="6115050"/>
          <p14:tracePt t="56224" x="3003550" y="6124575"/>
          <p14:tracePt t="56241" x="3038475" y="6132513"/>
          <p14:tracePt t="56258" x="3065463" y="6159500"/>
          <p14:tracePt t="56274" x="3267075" y="6237288"/>
          <p14:tracePt t="56291" x="3624263" y="6307138"/>
          <p14:tracePt t="56308" x="3903663" y="6351588"/>
          <p14:tracePt t="56324" x="4305300" y="6394450"/>
          <p14:tracePt t="56341" x="4602163" y="6403975"/>
          <p14:tracePt t="56357" x="4716463" y="6421438"/>
          <p14:tracePt t="56374" x="4741863" y="6411913"/>
          <p14:tracePt t="56375" x="4741863" y="6403975"/>
          <p14:tracePt t="56391" x="4741863" y="6376988"/>
          <p14:tracePt t="56408" x="4741863" y="6351588"/>
          <p14:tracePt t="56424" x="4733925" y="6289675"/>
          <p14:tracePt t="56441" x="4706938" y="6237288"/>
          <p14:tracePt t="56458" x="4689475" y="6194425"/>
          <p14:tracePt t="56474" x="4654550" y="6167438"/>
          <p14:tracePt t="56491" x="4629150" y="6124575"/>
          <p14:tracePt t="56508" x="4594225" y="6097588"/>
          <p14:tracePt t="56524" x="4549775" y="6045200"/>
          <p14:tracePt t="56541" x="4506913" y="5992813"/>
          <p14:tracePt t="56558" x="4454525" y="5957888"/>
          <p14:tracePt t="56559" x="4402138" y="5940425"/>
          <p14:tracePt t="56574" x="4375150" y="5922963"/>
          <p14:tracePt t="56575" x="4340225" y="5915025"/>
          <p14:tracePt t="56591" x="4305300" y="5905500"/>
          <p14:tracePt t="56608" x="4244975" y="5888038"/>
          <p14:tracePt t="56624" x="4165600" y="5870575"/>
          <p14:tracePt t="56641" x="4060825" y="5862638"/>
          <p14:tracePt t="56657" x="3938588" y="5853113"/>
          <p14:tracePt t="56674" x="3676650" y="5835650"/>
          <p14:tracePt t="56691" x="3571875" y="5827713"/>
          <p14:tracePt t="56707" x="3467100" y="5827713"/>
          <p14:tracePt t="56724" x="3449638" y="5827713"/>
          <p14:tracePt t="56741" x="3441700" y="5827713"/>
          <p14:tracePt t="56776" x="3441700" y="5835650"/>
          <p14:tracePt t="56784" x="3432175" y="5845175"/>
          <p14:tracePt t="56791" x="3414713" y="5845175"/>
          <p14:tracePt t="56808" x="3406775" y="5845175"/>
          <p14:tracePt t="56824" x="3397250" y="5853113"/>
          <p14:tracePt t="56841" x="3389313" y="5862638"/>
          <p14:tracePt t="56857" x="3379788" y="5862638"/>
          <p14:tracePt t="56874" x="3371850" y="5870575"/>
          <p14:tracePt t="56890" x="3371850" y="5880100"/>
          <p14:tracePt t="56907" x="3371850" y="5905500"/>
          <p14:tracePt t="56924" x="3371850" y="5922963"/>
          <p14:tracePt t="56941" x="3371850" y="5940425"/>
          <p14:tracePt t="56957" x="3371850" y="5957888"/>
          <p14:tracePt t="56974" x="3371850" y="5967413"/>
          <p14:tracePt t="56991" x="3371850" y="5975350"/>
          <p14:tracePt t="57008" x="3379788" y="5984875"/>
          <p14:tracePt t="57024" x="3389313" y="5984875"/>
          <p14:tracePt t="57048" x="3397250" y="5984875"/>
          <p14:tracePt t="57058" x="3397250" y="5992813"/>
          <p14:tracePt t="57074" x="3406775" y="5992813"/>
          <p14:tracePt t="57096" x="3414713" y="5992813"/>
          <p14:tracePt t="57233" x="0" y="0"/>
        </p14:tracePtLst>
        <p14:tracePtLst>
          <p14:tracePt t="77093" x="2332038" y="2944813"/>
          <p14:tracePt t="77096" x="2349500" y="2944813"/>
          <p14:tracePt t="77120" x="2357438" y="2952750"/>
          <p14:tracePt t="77136" x="2366963" y="2952750"/>
          <p14:tracePt t="77144" x="2366963" y="2962275"/>
          <p14:tracePt t="77154" x="2374900" y="2962275"/>
          <p14:tracePt t="77171" x="2384425" y="2962275"/>
          <p14:tracePt t="77188" x="2392363" y="2962275"/>
          <p14:tracePt t="77232" x="2401888" y="2952750"/>
          <p14:tracePt t="77240" x="2409825" y="2944813"/>
          <p14:tracePt t="77248" x="2419350" y="2927350"/>
          <p14:tracePt t="77255" x="2427288" y="2909888"/>
          <p14:tracePt t="77271" x="2436813" y="2857500"/>
          <p14:tracePt t="77288" x="2436813" y="2822575"/>
          <p14:tracePt t="77304" x="2436813" y="2795588"/>
          <p14:tracePt t="77321" x="2419350" y="2787650"/>
          <p14:tracePt t="77338" x="2401888" y="2760663"/>
          <p14:tracePt t="77354" x="2384425" y="2752725"/>
          <p14:tracePt t="77371" x="2366963" y="2733675"/>
          <p14:tracePt t="77388" x="2357438" y="2716213"/>
          <p14:tracePt t="77404" x="2322513" y="2708275"/>
          <p14:tracePt t="77421" x="2305050" y="2690813"/>
          <p14:tracePt t="77438" x="2287588" y="2681288"/>
          <p14:tracePt t="77439" x="2279650" y="2681288"/>
          <p14:tracePt t="77454" x="2270125" y="2681288"/>
          <p14:tracePt t="77488" x="2262188" y="2681288"/>
          <p14:tracePt t="77511" x="2252663" y="2681288"/>
          <p14:tracePt t="77520" x="2244725" y="2681288"/>
          <p14:tracePt t="77568" x="2227263" y="2690813"/>
          <p14:tracePt t="77576" x="2209800" y="2698750"/>
          <p14:tracePt t="77588" x="2200275" y="2698750"/>
          <p14:tracePt t="77604" x="2147888" y="2725738"/>
          <p14:tracePt t="77621" x="2070100" y="2752725"/>
          <p14:tracePt t="77638" x="2025650" y="2778125"/>
          <p14:tracePt t="77654" x="2000250" y="2805113"/>
          <p14:tracePt t="77656" x="1990725" y="2822575"/>
          <p14:tracePt t="77671" x="1982788" y="2840038"/>
          <p14:tracePt t="77688" x="1982788" y="2847975"/>
          <p14:tracePt t="77704" x="1990725" y="2874963"/>
          <p14:tracePt t="77721" x="2000250" y="2892425"/>
          <p14:tracePt t="77737" x="2035175" y="2944813"/>
          <p14:tracePt t="77754" x="2087563" y="2997200"/>
          <p14:tracePt t="77771" x="2139950" y="3049588"/>
          <p14:tracePt t="77788" x="2147888" y="3057525"/>
          <p14:tracePt t="77804" x="2174875" y="3084513"/>
          <p14:tracePt t="77821" x="2217738" y="3109913"/>
          <p14:tracePt t="77838" x="2227263" y="3119438"/>
          <p14:tracePt t="77839" x="2235200" y="3119438"/>
          <p14:tracePt t="77855" x="2244725" y="3119438"/>
          <p14:tracePt t="77872" x="2252663" y="3119438"/>
          <p14:tracePt t="77888" x="2270125" y="3119438"/>
          <p14:tracePt t="77904" x="2287588" y="3101975"/>
          <p14:tracePt t="77921" x="2314575" y="3067050"/>
          <p14:tracePt t="77938" x="2332038" y="3049588"/>
          <p14:tracePt t="77954" x="2357438" y="3014663"/>
          <p14:tracePt t="77971" x="2357438" y="2987675"/>
          <p14:tracePt t="77987" x="2366963" y="2970213"/>
          <p14:tracePt t="78004" x="2366963" y="2952750"/>
          <p14:tracePt t="78021" x="2366963" y="2935288"/>
          <p14:tracePt t="78037" x="2357438" y="2927350"/>
          <p14:tracePt t="78039" x="2349500" y="2927350"/>
          <p14:tracePt t="78054" x="2349500" y="2917825"/>
          <p14:tracePt t="78056" x="2349500" y="2909888"/>
          <p14:tracePt t="78529" x="0" y="0"/>
        </p14:tracePtLst>
        <p14:tracePtLst>
          <p14:tracePt t="79339" x="2646363" y="2857500"/>
          <p14:tracePt t="79392" x="2654300" y="2857500"/>
          <p14:tracePt t="79440" x="2663825" y="2857500"/>
          <p14:tracePt t="79448" x="2681288" y="2857500"/>
          <p14:tracePt t="79456" x="2681288" y="2865438"/>
          <p14:tracePt t="79471" x="2716213" y="2865438"/>
          <p14:tracePt t="79487" x="2768600" y="2874963"/>
          <p14:tracePt t="79504" x="2803525" y="2874963"/>
          <p14:tracePt t="79584" x="2811463" y="2874963"/>
          <p14:tracePt t="79648" x="2811463" y="2882900"/>
          <p14:tracePt t="79656" x="2820988" y="2882900"/>
          <p14:tracePt t="79904" x="2811463" y="2882900"/>
          <p14:tracePt t="79944" x="2803525" y="2882900"/>
          <p14:tracePt t="79976" x="2794000" y="2882900"/>
          <p14:tracePt t="80032" x="2786063" y="2882900"/>
          <p14:tracePt t="80128" x="2776538" y="2882900"/>
          <p14:tracePt t="80152" x="2768600" y="2882900"/>
          <p14:tracePt t="80232" x="2759075" y="2882900"/>
          <p14:tracePt t="80264" x="2751138" y="2882900"/>
          <p14:tracePt t="80281" x="2741613" y="2882900"/>
          <p14:tracePt t="80352" x="2741613" y="2892425"/>
          <p14:tracePt t="80360" x="3074988" y="2900363"/>
          <p14:tracePt t="80371" x="3292475" y="2917825"/>
          <p14:tracePt t="80387" x="3432175" y="2935288"/>
          <p14:tracePt t="80404" x="3467100" y="2952750"/>
          <p14:tracePt t="80421" x="3502025" y="2952750"/>
          <p14:tracePt t="80437" x="3511550" y="2952750"/>
          <p14:tracePt t="80872" x="3511550" y="2962275"/>
          <p14:tracePt t="81353" x="0" y="0"/>
        </p14:tracePtLst>
        <p14:tracePtLst>
          <p14:tracePt t="84283" x="2287588" y="3057525"/>
          <p14:tracePt t="84408" x="2297113" y="3057525"/>
          <p14:tracePt t="84433" x="2314575" y="3049588"/>
          <p14:tracePt t="84440" x="2322513" y="3032125"/>
          <p14:tracePt t="84453" x="2332038" y="3022600"/>
          <p14:tracePt t="84470" x="2339975" y="3005138"/>
          <p14:tracePt t="84487" x="2349500" y="2979738"/>
          <p14:tracePt t="84488" x="2349500" y="2970213"/>
          <p14:tracePt t="84504" x="2357438" y="2952750"/>
          <p14:tracePt t="84520" x="2357438" y="2944813"/>
          <p14:tracePt t="84537" x="2349500" y="2927350"/>
          <p14:tracePt t="84553" x="2339975" y="2917825"/>
          <p14:tracePt t="84570" x="2322513" y="2892425"/>
          <p14:tracePt t="84587" x="2314575" y="2865438"/>
          <p14:tracePt t="84603" x="2287588" y="2847975"/>
          <p14:tracePt t="84620" x="2279650" y="2830513"/>
          <p14:tracePt t="84637" x="2270125" y="2822575"/>
          <p14:tracePt t="84736" x="2262188" y="2822575"/>
          <p14:tracePt t="84744" x="2252663" y="2822575"/>
          <p14:tracePt t="84753" x="2235200" y="2822575"/>
          <p14:tracePt t="84770" x="2182813" y="2822575"/>
          <p14:tracePt t="84786" x="2122488" y="2822575"/>
          <p14:tracePt t="84803" x="2060575" y="2822575"/>
          <p14:tracePt t="84820" x="2025650" y="2830513"/>
          <p14:tracePt t="84836" x="2008188" y="2847975"/>
          <p14:tracePt t="84853" x="1990725" y="2857500"/>
          <p14:tracePt t="84870" x="1982788" y="2874963"/>
          <p14:tracePt t="84871" x="1965325" y="2882900"/>
          <p14:tracePt t="84888" x="1955800" y="2900363"/>
          <p14:tracePt t="84904" x="1955800" y="2909888"/>
          <p14:tracePt t="84920" x="1938338" y="2935288"/>
          <p14:tracePt t="84937" x="1930400" y="2962275"/>
          <p14:tracePt t="84953" x="1930400" y="2987675"/>
          <p14:tracePt t="84970" x="1930400" y="3005138"/>
          <p14:tracePt t="84986" x="1930400" y="3022600"/>
          <p14:tracePt t="85003" x="1947863" y="3057525"/>
          <p14:tracePt t="85020" x="1965325" y="3074988"/>
          <p14:tracePt t="85036" x="1990725" y="3092450"/>
          <p14:tracePt t="85053" x="2008188" y="3119438"/>
          <p14:tracePt t="85070" x="2025650" y="3127375"/>
          <p14:tracePt t="85071" x="2060575" y="3127375"/>
          <p14:tracePt t="85087" x="2070100" y="3136900"/>
          <p14:tracePt t="85088" x="2078038" y="3136900"/>
          <p14:tracePt t="85103" x="2122488" y="3144838"/>
          <p14:tracePt t="85120" x="2165350" y="3144838"/>
          <p14:tracePt t="85136" x="2217738" y="3144838"/>
          <p14:tracePt t="85153" x="2262188" y="3136900"/>
          <p14:tracePt t="85170" x="2322513" y="3119438"/>
          <p14:tracePt t="85186" x="2349500" y="3109913"/>
          <p14:tracePt t="85203" x="2366963" y="3092450"/>
          <p14:tracePt t="85219" x="2374900" y="3084513"/>
          <p14:tracePt t="85236" x="2384425" y="3057525"/>
          <p14:tracePt t="85253" x="2392363" y="3049588"/>
          <p14:tracePt t="85269" x="2392363" y="3040063"/>
          <p14:tracePt t="85286" x="2392363" y="3032125"/>
          <p14:tracePt t="85376" x="2384425" y="3022600"/>
          <p14:tracePt t="85384" x="2374900" y="3022600"/>
          <p14:tracePt t="85392" x="2374900" y="3014663"/>
          <p14:tracePt t="85408" x="2366963" y="3014663"/>
          <p14:tracePt t="85420" x="2349500" y="3014663"/>
          <p14:tracePt t="85436" x="2349500" y="3005138"/>
          <p14:tracePt t="86265" x="0" y="0"/>
        </p14:tracePtLst>
        <p14:tracePtLst>
          <p14:tracePt t="86797" x="3187700" y="3101975"/>
          <p14:tracePt t="86848" x="3162300" y="3101975"/>
          <p14:tracePt t="86856" x="3144838" y="3101975"/>
          <p14:tracePt t="86864" x="3135313" y="3101975"/>
          <p14:tracePt t="86866" x="0" y="0"/>
        </p14:tracePtLst>
        <p14:tracePtLst>
          <p14:tracePt t="87044" x="3092450" y="3092450"/>
          <p14:tracePt t="87112" x="3214688" y="3092450"/>
          <p14:tracePt t="87120" x="3354388" y="3092450"/>
          <p14:tracePt t="87128" x="3476625" y="3092450"/>
          <p14:tracePt t="87136" x="3606800" y="3092450"/>
          <p14:tracePt t="87153" x="3868738" y="3109913"/>
          <p14:tracePt t="87169" x="3938588" y="3119438"/>
          <p14:tracePt t="87186" x="3965575" y="3119438"/>
          <p14:tracePt t="87312" x="3956050" y="3127375"/>
          <p14:tracePt t="87320" x="3921125" y="3136900"/>
          <p14:tracePt t="87328" x="3878263" y="3136900"/>
          <p14:tracePt t="87336" x="3816350" y="3136900"/>
          <p14:tracePt t="87353" x="3659188" y="3136900"/>
          <p14:tracePt t="87369" x="3598863" y="3136900"/>
          <p14:tracePt t="87386" x="3571875" y="3136900"/>
          <p14:tracePt t="87568" x="3554413" y="3144838"/>
          <p14:tracePt t="87570" x="0" y="0"/>
        </p14:tracePtLst>
        <p14:tracePtLst>
          <p14:tracePt t="87924" x="3127375" y="3311525"/>
          <p14:tracePt t="87944" x="3117850" y="3319463"/>
          <p14:tracePt t="87951" x="3109913" y="3319463"/>
          <p14:tracePt t="88040" x="3127375" y="3319463"/>
          <p14:tracePt t="88048" x="3135313" y="3319463"/>
          <p14:tracePt t="88057" x="3144838" y="3319463"/>
          <p14:tracePt t="88069" x="3162300" y="3319463"/>
          <p14:tracePt t="88071" x="3179763" y="3319463"/>
          <p14:tracePt t="88086" x="3205163" y="3319463"/>
          <p14:tracePt t="88087" x="3214688" y="3319463"/>
          <p14:tracePt t="88103" x="3232150" y="3328988"/>
          <p14:tracePt t="88232" x="3170238" y="3336925"/>
          <p14:tracePt t="88240" x="3152775" y="3354388"/>
          <p14:tracePt t="88247" x="3135313" y="3354388"/>
          <p14:tracePt t="88264" x="3117850" y="3363913"/>
          <p14:tracePt t="88272" x="3109913" y="3363913"/>
          <p14:tracePt t="89000" x="3117850" y="3363913"/>
          <p14:tracePt t="89265" x="0" y="0"/>
        </p14:tracePtLst>
        <p14:tracePtLst>
          <p14:tracePt t="90068" x="1843088" y="3154363"/>
          <p14:tracePt t="90128" x="1851025" y="3154363"/>
          <p14:tracePt t="90144" x="1860550" y="3154363"/>
          <p14:tracePt t="90152" x="1878013" y="3154363"/>
          <p14:tracePt t="90160" x="1885950" y="3154363"/>
          <p14:tracePt t="90169" x="1895475" y="3154363"/>
          <p14:tracePt t="90186" x="1920875" y="3154363"/>
          <p14:tracePt t="90202" x="1947863" y="3162300"/>
          <p14:tracePt t="90219" x="1965325" y="3162300"/>
          <p14:tracePt t="90236" x="1990725" y="3144838"/>
          <p14:tracePt t="90252" x="2017713" y="3127375"/>
          <p14:tracePt t="90269" x="2017713" y="3119438"/>
          <p14:tracePt t="90286" x="2025650" y="3092450"/>
          <p14:tracePt t="90303" x="2025650" y="3084513"/>
          <p14:tracePt t="90304" x="2025650" y="3074988"/>
          <p14:tracePt t="90319" x="2025650" y="3067050"/>
          <p14:tracePt t="90336" x="2025650" y="3049588"/>
          <p14:tracePt t="90352" x="2008188" y="3022600"/>
          <p14:tracePt t="90369" x="1982788" y="3005138"/>
          <p14:tracePt t="90386" x="1938338" y="2979738"/>
          <p14:tracePt t="90402" x="1930400" y="2970213"/>
          <p14:tracePt t="90419" x="1912938" y="2952750"/>
          <p14:tracePt t="90436" x="1885950" y="2944813"/>
          <p14:tracePt t="90452" x="1868488" y="2935288"/>
          <p14:tracePt t="90469" x="1860550" y="2927350"/>
          <p14:tracePt t="90486" x="1851025" y="2927350"/>
          <p14:tracePt t="90487" x="1843088" y="2927350"/>
          <p14:tracePt t="90502" x="1833563" y="2927350"/>
          <p14:tracePt t="90504" x="1825625" y="2927350"/>
          <p14:tracePt t="90519" x="1773238" y="2927350"/>
          <p14:tracePt t="90536" x="1720850" y="2927350"/>
          <p14:tracePt t="90552" x="1693863" y="2927350"/>
          <p14:tracePt t="90569" x="1676400" y="2927350"/>
          <p14:tracePt t="90586" x="1668463" y="2927350"/>
          <p14:tracePt t="90608" x="1658938" y="2927350"/>
          <p14:tracePt t="90619" x="1658938" y="2935288"/>
          <p14:tracePt t="90636" x="1651000" y="2935288"/>
          <p14:tracePt t="90652" x="1641475" y="2944813"/>
          <p14:tracePt t="90669" x="1624013" y="2970213"/>
          <p14:tracePt t="90686" x="1606550" y="3005138"/>
          <p14:tracePt t="90687" x="1606550" y="3022600"/>
          <p14:tracePt t="90702" x="1606550" y="3040063"/>
          <p14:tracePt t="90703" x="1606550" y="3067050"/>
          <p14:tracePt t="90719" x="1606550" y="3092450"/>
          <p14:tracePt t="90736" x="1606550" y="3119438"/>
          <p14:tracePt t="90752" x="1606550" y="3144838"/>
          <p14:tracePt t="90770" x="1616075" y="3162300"/>
          <p14:tracePt t="90786" x="1624013" y="3171825"/>
          <p14:tracePt t="90802" x="1658938" y="3206750"/>
          <p14:tracePt t="90819" x="1668463" y="3224213"/>
          <p14:tracePt t="90836" x="1685925" y="3232150"/>
          <p14:tracePt t="90852" x="1720850" y="3259138"/>
          <p14:tracePt t="90869" x="1746250" y="3284538"/>
          <p14:tracePt t="90872" x="1755775" y="3294063"/>
          <p14:tracePt t="90886" x="1773238" y="3311525"/>
          <p14:tracePt t="90887" x="1798638" y="3319463"/>
          <p14:tracePt t="90902" x="1798638" y="3328988"/>
          <p14:tracePt t="90903" x="1808163" y="3336925"/>
          <p14:tracePt t="90919" x="1816100" y="3336925"/>
          <p14:tracePt t="90936" x="1833563" y="3336925"/>
          <p14:tracePt t="90952" x="1843088" y="3336925"/>
          <p14:tracePt t="90969" x="1878013" y="3336925"/>
          <p14:tracePt t="90985" x="1903413" y="3319463"/>
          <p14:tracePt t="91002" x="1938338" y="3311525"/>
          <p14:tracePt t="91019" x="1965325" y="3302000"/>
          <p14:tracePt t="91036" x="1973263" y="3294063"/>
          <p14:tracePt t="91052" x="1990725" y="3284538"/>
          <p14:tracePt t="91069" x="1990725" y="3276600"/>
          <p14:tracePt t="91086" x="1990725" y="3267075"/>
          <p14:tracePt t="91128" x="1990725" y="3259138"/>
          <p14:tracePt t="91152" x="1990725" y="3241675"/>
          <p14:tracePt t="91168" x="1990725" y="3232150"/>
          <p14:tracePt t="91200" x="1990725" y="3224213"/>
          <p14:tracePt t="91247" x="1990725" y="3214688"/>
          <p14:tracePt t="91592" x="1982788" y="3206750"/>
          <p14:tracePt t="91600" x="1973263" y="3189288"/>
          <p14:tracePt t="91608" x="1973263" y="3179763"/>
          <p14:tracePt t="91619" x="1973263" y="3171825"/>
          <p14:tracePt t="91636" x="1965325" y="3136900"/>
          <p14:tracePt t="91652" x="1947863" y="3119438"/>
          <p14:tracePt t="91669" x="1947863" y="3109913"/>
          <p14:tracePt t="91760" x="1938338" y="3101975"/>
          <p14:tracePt t="91768" x="1920875" y="3092450"/>
          <p14:tracePt t="91776" x="1912938" y="3092450"/>
          <p14:tracePt t="91888" x="1903413" y="3092450"/>
          <p14:tracePt t="91896" x="1895475" y="3092450"/>
          <p14:tracePt t="91944" x="1895475" y="3084513"/>
          <p14:tracePt t="92056" x="1885950" y="3084513"/>
          <p14:tracePt t="92064" x="1878013" y="3084513"/>
          <p14:tracePt t="92072" x="1860550" y="3084513"/>
          <p14:tracePt t="92085" x="1851025" y="3084513"/>
          <p14:tracePt t="92102" x="1833563" y="3084513"/>
          <p14:tracePt t="92104" x="1825625" y="3084513"/>
          <p14:tracePt t="92353" x="0" y="0"/>
        </p14:tracePtLst>
        <p14:tracePtLst>
          <p14:tracePt t="93371" x="2943225" y="2882900"/>
          <p14:tracePt t="93481" x="2925763" y="2882900"/>
          <p14:tracePt t="93488" x="2846388" y="2900363"/>
          <p14:tracePt t="93495" x="2741613" y="2900363"/>
          <p14:tracePt t="93504" x="2671763" y="2909888"/>
          <p14:tracePt t="93519" x="2646363" y="2917825"/>
          <p14:tracePt t="93520" x="2619375" y="2917825"/>
          <p14:tracePt t="93536" x="2611438" y="2917825"/>
          <p14:tracePt t="93552" x="2601913" y="2927350"/>
          <p14:tracePt t="93600" x="2593975" y="2935288"/>
          <p14:tracePt t="93608" x="2584450" y="2952750"/>
          <p14:tracePt t="93619" x="2584450" y="2962275"/>
          <p14:tracePt t="93635" x="2559050" y="3005138"/>
          <p14:tracePt t="93652" x="2549525" y="3049588"/>
          <p14:tracePt t="93669" x="2549525" y="3084513"/>
          <p14:tracePt t="93685" x="2549525" y="3127375"/>
          <p14:tracePt t="93702" x="2549525" y="3154363"/>
          <p14:tracePt t="93703" x="2566988" y="3162300"/>
          <p14:tracePt t="93718" x="2576513" y="3179763"/>
          <p14:tracePt t="93720" x="2584450" y="3179763"/>
          <p14:tracePt t="93735" x="2611438" y="3189288"/>
          <p14:tracePt t="93752" x="2619375" y="3197225"/>
          <p14:tracePt t="93768" x="2636838" y="3206750"/>
          <p14:tracePt t="93785" x="2663825" y="3206750"/>
          <p14:tracePt t="93802" x="2716213" y="3214688"/>
          <p14:tracePt t="93818" x="2786063" y="3224213"/>
          <p14:tracePt t="93835" x="2873375" y="3224213"/>
          <p14:tracePt t="93852" x="2898775" y="3224213"/>
          <p14:tracePt t="93868" x="2916238" y="3224213"/>
          <p14:tracePt t="93885" x="2925763" y="3214688"/>
          <p14:tracePt t="93904" x="2925763" y="3206750"/>
          <p14:tracePt t="93918" x="2925763" y="3197225"/>
          <p14:tracePt t="93920" x="2933700" y="3197225"/>
          <p14:tracePt t="93935" x="2933700" y="3179763"/>
          <p14:tracePt t="93952" x="2933700" y="3171825"/>
          <p14:tracePt t="93976" x="2933700" y="3162300"/>
          <p14:tracePt t="93985" x="2933700" y="3154363"/>
          <p14:tracePt t="94002" x="2925763" y="3154363"/>
          <p14:tracePt t="94361" x="0" y="0"/>
        </p14:tracePtLst>
        <p14:tracePtLst>
          <p14:tracePt t="95075" x="3092450" y="3074988"/>
          <p14:tracePt t="95152" x="3100388" y="3074988"/>
          <p14:tracePt t="95160" x="3135313" y="3074988"/>
          <p14:tracePt t="95168" x="3152775" y="3074988"/>
          <p14:tracePt t="95185" x="3170238" y="3074988"/>
          <p14:tracePt t="95201" x="3197225" y="3084513"/>
          <p14:tracePt t="95218" x="3232150" y="3101975"/>
          <p14:tracePt t="95401" x="0" y="0"/>
        </p14:tracePtLst>
        <p14:tracePtLst>
          <p14:tracePt t="101268" x="1327150" y="3668713"/>
          <p14:tracePt t="101392" x="1362075" y="3668713"/>
          <p14:tracePt t="101400" x="1423988" y="3668713"/>
          <p14:tracePt t="101409" x="1458913" y="3668713"/>
          <p14:tracePt t="101417" x="1466850" y="3668713"/>
          <p14:tracePt t="101434" x="1493838" y="3668713"/>
          <p14:tracePt t="101451" x="1528763" y="3668713"/>
          <p14:tracePt t="101467" x="1536700" y="3668713"/>
          <p14:tracePt t="101528" x="1546225" y="3668713"/>
          <p14:tracePt t="101535" x="1554163" y="3668713"/>
          <p14:tracePt t="101544" x="1563688" y="3668713"/>
          <p14:tracePt t="101552" x="1581150" y="3668713"/>
          <p14:tracePt t="101568" x="1624013" y="3678238"/>
          <p14:tracePt t="101584" x="1658938" y="3695700"/>
          <p14:tracePt t="101600" x="1693863" y="3703638"/>
          <p14:tracePt t="101617" x="1738313" y="3703638"/>
          <p14:tracePt t="101634" x="1773238" y="3703638"/>
          <p14:tracePt t="101651" x="1790700" y="3713163"/>
          <p14:tracePt t="101667" x="1816100" y="3713163"/>
          <p14:tracePt t="101684" x="1843088" y="3713163"/>
          <p14:tracePt t="101701" x="1868488" y="3713163"/>
          <p14:tracePt t="101717" x="1912938" y="3713163"/>
          <p14:tracePt t="101719" x="1930400" y="3713163"/>
          <p14:tracePt t="101734" x="1947863" y="3713163"/>
          <p14:tracePt t="101735" x="1965325" y="3713163"/>
          <p14:tracePt t="101751" x="1982788" y="3713163"/>
          <p14:tracePt t="101752" x="1990725" y="3713163"/>
          <p14:tracePt t="101768" x="2025650" y="3713163"/>
          <p14:tracePt t="101784" x="2078038" y="3713163"/>
          <p14:tracePt t="101801" x="2139950" y="3713163"/>
          <p14:tracePt t="101817" x="2165350" y="3713163"/>
          <p14:tracePt t="101834" x="2200275" y="3713163"/>
          <p14:tracePt t="101851" x="2209800" y="3713163"/>
          <p14:tracePt t="101944" x="2217738" y="3713163"/>
          <p14:tracePt t="101952" x="2227263" y="3713163"/>
          <p14:tracePt t="101960" x="2244725" y="3713163"/>
          <p14:tracePt t="101968" x="2262188" y="3703638"/>
          <p14:tracePt t="101984" x="2305050" y="3703638"/>
          <p14:tracePt t="102001" x="2339975" y="3703638"/>
          <p14:tracePt t="102017" x="2436813" y="3703638"/>
          <p14:tracePt t="102034" x="2479675" y="3695700"/>
          <p14:tracePt t="102051" x="2506663" y="3695700"/>
          <p14:tracePt t="102067" x="2524125" y="3695700"/>
          <p14:tracePt t="102084" x="2541588" y="3695700"/>
          <p14:tracePt t="102101" x="2566988" y="3695700"/>
          <p14:tracePt t="102117" x="2601913" y="3695700"/>
          <p14:tracePt t="102119" x="2628900" y="3695700"/>
          <p14:tracePt t="102134" x="2646363" y="3695700"/>
          <p14:tracePt t="102135" x="2671763" y="3695700"/>
          <p14:tracePt t="102151" x="2689225" y="3695700"/>
          <p14:tracePt t="102153" x="2706688" y="3695700"/>
          <p14:tracePt t="102167" x="2733675" y="3703638"/>
          <p14:tracePt t="102184" x="2768600" y="3703638"/>
          <p14:tracePt t="102200" x="2794000" y="3713163"/>
          <p14:tracePt t="102217" x="2820988" y="3713163"/>
          <p14:tracePt t="102234" x="2838450" y="3713163"/>
          <p14:tracePt t="102251" x="2855913" y="3713163"/>
          <p14:tracePt t="102267" x="2908300" y="3713163"/>
          <p14:tracePt t="102284" x="2943225" y="3713163"/>
          <p14:tracePt t="102301" x="2978150" y="3713163"/>
          <p14:tracePt t="102317" x="3057525" y="3713163"/>
          <p14:tracePt t="102319" x="3082925" y="3713163"/>
          <p14:tracePt t="102334" x="3144838" y="3713163"/>
          <p14:tracePt t="102335" x="3170238" y="3713163"/>
          <p14:tracePt t="102351" x="3222625" y="3713163"/>
          <p14:tracePt t="102368" x="3267075" y="3721100"/>
          <p14:tracePt t="102384" x="3302000" y="3721100"/>
          <p14:tracePt t="102400" x="3319463" y="3721100"/>
          <p14:tracePt t="102417" x="3336925" y="3721100"/>
          <p14:tracePt t="102434" x="3344863" y="3713163"/>
          <p14:tracePt t="102450" x="3362325" y="3713163"/>
          <p14:tracePt t="102467" x="3406775" y="3703638"/>
          <p14:tracePt t="102484" x="3432175" y="3703638"/>
          <p14:tracePt t="102500" x="3476625" y="3686175"/>
          <p14:tracePt t="102517" x="3502025" y="3660775"/>
          <p14:tracePt t="102534" x="3511550" y="3660775"/>
          <p14:tracePt t="102535" x="3519488" y="3651250"/>
          <p14:tracePt t="102550" x="3529013" y="3643313"/>
          <p14:tracePt t="102552" x="3536950" y="3643313"/>
          <p14:tracePt t="102567" x="3536950" y="3608388"/>
          <p14:tracePt t="102584" x="3536950" y="3573463"/>
          <p14:tracePt t="102600" x="3536950" y="3556000"/>
          <p14:tracePt t="102617" x="3529013" y="3529013"/>
          <p14:tracePt t="102634" x="3502025" y="3511550"/>
          <p14:tracePt t="102650" x="3484563" y="3486150"/>
          <p14:tracePt t="102667" x="3397250" y="3468688"/>
          <p14:tracePt t="102684" x="3319463" y="3451225"/>
          <p14:tracePt t="102700" x="3082925" y="3424238"/>
          <p14:tracePt t="102717" x="2689225" y="3424238"/>
          <p14:tracePt t="102734" x="2244725" y="3424238"/>
          <p14:tracePt t="102736" x="2087563" y="3424238"/>
          <p14:tracePt t="102751" x="1955800" y="3424238"/>
          <p14:tracePt t="102752" x="1895475" y="3424238"/>
          <p14:tracePt t="102767" x="1816100" y="3424238"/>
          <p14:tracePt t="102784" x="1808163" y="3424238"/>
          <p14:tracePt t="102880" x="1798638" y="3424238"/>
          <p14:tracePt t="102889" x="1781175" y="3424238"/>
          <p14:tracePt t="102896" x="1773238" y="3424238"/>
          <p14:tracePt t="102904" x="1763713" y="3424238"/>
          <p14:tracePt t="102917" x="1746250" y="3424238"/>
          <p14:tracePt t="102934" x="1738313" y="3433763"/>
          <p14:tracePt t="102935" x="1728788" y="3441700"/>
          <p14:tracePt t="102952" x="1720850" y="3451225"/>
          <p14:tracePt t="102968" x="1711325" y="3459163"/>
          <p14:tracePt t="102984" x="1703388" y="3468688"/>
          <p14:tracePt t="103000" x="1693863" y="3494088"/>
          <p14:tracePt t="103017" x="1676400" y="3521075"/>
          <p14:tracePt t="103034" x="1676400" y="3563938"/>
          <p14:tracePt t="103050" x="1685925" y="3660775"/>
          <p14:tracePt t="103067" x="1720850" y="3721100"/>
          <p14:tracePt t="103084" x="1755775" y="3748088"/>
          <p14:tracePt t="103100" x="1790700" y="3765550"/>
          <p14:tracePt t="103117" x="1816100" y="3783013"/>
          <p14:tracePt t="103134" x="1878013" y="3783013"/>
          <p14:tracePt t="103135" x="1885950" y="3783013"/>
          <p14:tracePt t="103150" x="1912938" y="3783013"/>
          <p14:tracePt t="103151" x="1947863" y="3783013"/>
          <p14:tracePt t="103167" x="1982788" y="3783013"/>
          <p14:tracePt t="103184" x="2043113" y="3773488"/>
          <p14:tracePt t="103200" x="2070100" y="3773488"/>
          <p14:tracePt t="103217" x="2087563" y="3765550"/>
          <p14:tracePt t="103234" x="2105025" y="3748088"/>
          <p14:tracePt t="103250" x="2112963" y="3738563"/>
          <p14:tracePt t="103441" x="0" y="0"/>
        </p14:tracePtLst>
        <p14:tracePtLst>
          <p14:tracePt t="107275" x="2454275" y="3398838"/>
          <p14:tracePt t="107440" x="2444750" y="3398838"/>
          <p14:tracePt t="107448" x="2366963" y="3406775"/>
          <p14:tracePt t="107456" x="2349500" y="3416300"/>
          <p14:tracePt t="107466" x="2332038" y="3416300"/>
          <p14:tracePt t="107483" x="2305050" y="3433763"/>
          <p14:tracePt t="107500" x="2262188" y="3441700"/>
          <p14:tracePt t="107516" x="2244725" y="3459163"/>
          <p14:tracePt t="107533" x="2227263" y="3468688"/>
          <p14:tracePt t="107550" x="2217738" y="3468688"/>
          <p14:tracePt t="107551" x="2217738" y="3476625"/>
          <p14:tracePt t="107566" x="2217738" y="3486150"/>
          <p14:tracePt t="107583" x="2200275" y="3494088"/>
          <p14:tracePt t="107600" x="2200275" y="3511550"/>
          <p14:tracePt t="107617" x="2200275" y="3521075"/>
          <p14:tracePt t="107633" x="2200275" y="3546475"/>
          <p14:tracePt t="107650" x="2200275" y="3563938"/>
          <p14:tracePt t="107666" x="2209800" y="3581400"/>
          <p14:tracePt t="107683" x="2227263" y="3598863"/>
          <p14:tracePt t="107699" x="2244725" y="3616325"/>
          <p14:tracePt t="107716" x="2262188" y="3643313"/>
          <p14:tracePt t="107733" x="2279650" y="3651250"/>
          <p14:tracePt t="107749" x="2297113" y="3668713"/>
          <p14:tracePt t="107766" x="2314575" y="3668713"/>
          <p14:tracePt t="107767" x="2322513" y="3668713"/>
          <p14:tracePt t="107783" x="2339975" y="3678238"/>
          <p14:tracePt t="107799" x="2357438" y="3678238"/>
          <p14:tracePt t="107816" x="2374900" y="3678238"/>
          <p14:tracePt t="107833" x="2409825" y="3678238"/>
          <p14:tracePt t="107850" x="2427288" y="3668713"/>
          <p14:tracePt t="107866" x="2454275" y="3660775"/>
          <p14:tracePt t="107883" x="2471738" y="3643313"/>
          <p14:tracePt t="107905" x="2471738" y="3633788"/>
          <p14:tracePt t="107916" x="2471738" y="3625850"/>
          <p14:tracePt t="107933" x="2471738" y="3616325"/>
          <p14:tracePt t="107950" x="2471738" y="3608388"/>
          <p14:tracePt t="107951" x="2471738" y="3598863"/>
          <p14:tracePt t="107968" x="2471738" y="3590925"/>
          <p14:tracePt t="107983" x="2471738" y="3581400"/>
          <p14:tracePt t="108000" x="2462213" y="3581400"/>
          <p14:tracePt t="108528" x="0" y="0"/>
        </p14:tracePtLst>
        <p14:tracePtLst>
          <p14:tracePt t="116988" x="1651000" y="3608388"/>
          <p14:tracePt t="117552" x="1658938" y="3608388"/>
          <p14:tracePt t="117560" x="1693863" y="3625850"/>
          <p14:tracePt t="117568" x="1711325" y="3643313"/>
          <p14:tracePt t="117581" x="1738313" y="3651250"/>
          <p14:tracePt t="117583" x="1746250" y="3668713"/>
          <p14:tracePt t="117598" x="1773238" y="3686175"/>
          <p14:tracePt t="117599" x="1798638" y="3686175"/>
          <p14:tracePt t="117615" x="1833563" y="3695700"/>
          <p14:tracePt t="117616" x="1843088" y="3703638"/>
          <p14:tracePt t="117632" x="1868488" y="3703638"/>
          <p14:tracePt t="117872" x="1878013" y="3703638"/>
          <p14:tracePt t="117880" x="1885950" y="3695700"/>
          <p14:tracePt t="117888" x="1912938" y="3695700"/>
          <p14:tracePt t="117898" x="1920875" y="3695700"/>
          <p14:tracePt t="117915" x="1938338" y="3678238"/>
          <p14:tracePt t="117932" x="1947863" y="3678238"/>
          <p14:tracePt t="118000" x="1938338" y="3678238"/>
          <p14:tracePt t="118016" x="1912938" y="3678238"/>
          <p14:tracePt t="118024" x="1903413" y="3678238"/>
          <p14:tracePt t="118032" x="1885950" y="3678238"/>
          <p14:tracePt t="118048" x="1878013" y="3678238"/>
          <p14:tracePt t="118393" x="0" y="0"/>
        </p14:tracePtLst>
        <p14:tracePtLst>
          <p14:tracePt t="119419" x="2217738" y="3860800"/>
          <p14:tracePt t="119601" x="0" y="0"/>
        </p14:tracePtLst>
        <p14:tracePtLst>
          <p14:tracePt t="120051" x="2855913" y="3887788"/>
          <p14:tracePt t="120216" x="2873375" y="3895725"/>
          <p14:tracePt t="120231" x="2890838" y="3905250"/>
          <p14:tracePt t="120240" x="2908300" y="3922713"/>
          <p14:tracePt t="120248" x="2916238" y="3930650"/>
          <p14:tracePt t="120264" x="3021013" y="3992563"/>
          <p14:tracePt t="120281" x="3117850" y="4035425"/>
          <p14:tracePt t="120298" x="3232150" y="4079875"/>
          <p14:tracePt t="120314" x="3354388" y="4097338"/>
          <p14:tracePt t="120332" x="3397250" y="4105275"/>
          <p14:tracePt t="120348" x="3414713" y="4105275"/>
          <p14:tracePt t="120365" x="3424238" y="4097338"/>
          <p14:tracePt t="120381" x="3424238" y="4052888"/>
          <p14:tracePt t="120398" x="3424238" y="4000500"/>
          <p14:tracePt t="120400" x="3414713" y="3940175"/>
          <p14:tracePt t="120414" x="3406775" y="3870325"/>
          <p14:tracePt t="120416" x="3371850" y="3773488"/>
          <p14:tracePt t="120432" x="3232150" y="3625850"/>
          <p14:tracePt t="120448" x="2951163" y="3486150"/>
          <p14:tracePt t="120464" x="2759075" y="3416300"/>
          <p14:tracePt t="120481" x="2549525" y="3381375"/>
          <p14:tracePt t="120498" x="2374900" y="3381375"/>
          <p14:tracePt t="120514" x="2322513" y="3371850"/>
          <p14:tracePt t="120531" x="2235200" y="3371850"/>
          <p14:tracePt t="120547" x="2182813" y="3389313"/>
          <p14:tracePt t="120564" x="2157413" y="3416300"/>
          <p14:tracePt t="120581" x="2095500" y="3459163"/>
          <p14:tracePt t="120598" x="2060575" y="3503613"/>
          <p14:tracePt t="120600" x="2043113" y="3573463"/>
          <p14:tracePt t="120614" x="2035175" y="3598863"/>
          <p14:tracePt t="120616" x="2035175" y="3608388"/>
          <p14:tracePt t="120631" x="2035175" y="3660775"/>
          <p14:tracePt t="120648" x="2070100" y="3686175"/>
          <p14:tracePt t="120664" x="2157413" y="3738563"/>
          <p14:tracePt t="120681" x="2270125" y="3765550"/>
          <p14:tracePt t="120698" x="2436813" y="3800475"/>
          <p14:tracePt t="120714" x="2611438" y="3800475"/>
          <p14:tracePt t="120731" x="2689225" y="3808413"/>
          <p14:tracePt t="120748" x="2741613" y="3800475"/>
          <p14:tracePt t="120764" x="2759075" y="3790950"/>
          <p14:tracePt t="120781" x="2786063" y="3783013"/>
          <p14:tracePt t="120798" x="2786063" y="3765550"/>
          <p14:tracePt t="120800" x="2794000" y="3756025"/>
          <p14:tracePt t="120840" x="2794000" y="3748088"/>
          <p14:tracePt t="121080" x="2794000" y="3738563"/>
          <p14:tracePt t="121088" x="2794000" y="3721100"/>
          <p14:tracePt t="121097" x="2794000" y="3703638"/>
          <p14:tracePt t="121115" x="2794000" y="3668713"/>
          <p14:tracePt t="121117" x="0" y="0"/>
        </p14:tracePtLst>
        <p14:tracePtLst>
          <p14:tracePt t="123179" x="2384425" y="4271963"/>
          <p14:tracePt t="123216" x="2392363" y="4281488"/>
          <p14:tracePt t="123224" x="2479675" y="4289425"/>
          <p14:tracePt t="123232" x="2489200" y="4298950"/>
          <p14:tracePt t="123247" x="2532063" y="4306888"/>
          <p14:tracePt t="123264" x="2593975" y="4333875"/>
          <p14:tracePt t="123280" x="2681288" y="4359275"/>
          <p14:tracePt t="123298" x="2759075" y="4376738"/>
          <p14:tracePt t="123314" x="2803525" y="4386263"/>
          <p14:tracePt t="123331" x="2828925" y="4386263"/>
          <p14:tracePt t="123353" x="2838450" y="4376738"/>
          <p14:tracePt t="123364" x="2838450" y="4359275"/>
          <p14:tracePt t="123381" x="2846388" y="4341813"/>
          <p14:tracePt t="123397" x="2846388" y="4324350"/>
          <p14:tracePt t="123400" x="2846388" y="4306888"/>
          <p14:tracePt t="123414" x="2846388" y="4298950"/>
          <p14:tracePt t="123431" x="2828925" y="4264025"/>
          <p14:tracePt t="123432" x="2811463" y="4229100"/>
          <p14:tracePt t="123448" x="2768600" y="4202113"/>
          <p14:tracePt t="123464" x="2706688" y="4194175"/>
          <p14:tracePt t="123480" x="2663825" y="4184650"/>
          <p14:tracePt t="123497" x="2619375" y="4184650"/>
          <p14:tracePt t="123514" x="2584450" y="4184650"/>
          <p14:tracePt t="123531" x="2559050" y="4184650"/>
          <p14:tracePt t="123585" x="2559050" y="4194175"/>
          <p14:tracePt t="123648" x="2559050" y="4202113"/>
          <p14:tracePt t="124113" x="0" y="0"/>
        </p14:tracePtLst>
        <p14:tracePtLst>
          <p14:tracePt t="126147" x="3362325" y="3633788"/>
          <p14:tracePt t="126264" x="3344863" y="3633788"/>
          <p14:tracePt t="126272" x="3284538" y="3633788"/>
          <p14:tracePt t="126280" x="3127375" y="3616325"/>
          <p14:tracePt t="126297" x="2890838" y="3616325"/>
          <p14:tracePt t="126313" x="2733675" y="3616325"/>
          <p14:tracePt t="126330" x="2636838" y="3616325"/>
          <p14:tracePt t="126448" x="2663825" y="3616325"/>
          <p14:tracePt t="126456" x="2716213" y="3616325"/>
          <p14:tracePt t="126464" x="2786063" y="3616325"/>
          <p14:tracePt t="126480" x="2890838" y="3616325"/>
          <p14:tracePt t="126497" x="2986088" y="3616325"/>
          <p14:tracePt t="126513" x="3030538" y="3625850"/>
          <p14:tracePt t="126530" x="3038475" y="3625850"/>
          <p14:tracePt t="126927" x="3003550" y="3633788"/>
          <p14:tracePt t="126936" x="2986088" y="3633788"/>
          <p14:tracePt t="126952" x="2978150" y="3643313"/>
          <p14:tracePt t="126963" x="2968625" y="3643313"/>
          <p14:tracePt t="126980" x="2960688" y="3643313"/>
          <p14:tracePt t="127281" x="0" y="0"/>
        </p14:tracePtLst>
        <p14:tracePtLst>
          <p14:tracePt t="128933" x="3624263" y="3790950"/>
          <p14:tracePt t="128936" x="3641725" y="3790950"/>
          <p14:tracePt t="128946" x="3659188" y="3790950"/>
          <p14:tracePt t="128963" x="3686175" y="3808413"/>
          <p14:tracePt t="128980" x="3703638" y="3825875"/>
          <p14:tracePt t="128996" x="3721100" y="3852863"/>
          <p14:tracePt t="129013" x="3746500" y="3870325"/>
          <p14:tracePt t="129030" x="3756025" y="3887788"/>
          <p14:tracePt t="129031" x="3763963" y="3895725"/>
          <p14:tracePt t="129046" x="3773488" y="3905250"/>
          <p14:tracePt t="129048" x="3773488" y="3913188"/>
          <p14:tracePt t="129063" x="3781425" y="3940175"/>
          <p14:tracePt t="129080" x="3790950" y="3965575"/>
          <p14:tracePt t="129096" x="3790950" y="3992563"/>
          <p14:tracePt t="129113" x="3790950" y="4010025"/>
          <p14:tracePt t="129130" x="3781425" y="4044950"/>
          <p14:tracePt t="129146" x="3763963" y="4079875"/>
          <p14:tracePt t="129163" x="3756025" y="4105275"/>
          <p14:tracePt t="129180" x="3746500" y="4141788"/>
          <p14:tracePt t="129196" x="3729038" y="4167188"/>
          <p14:tracePt t="129213" x="3721100" y="4176713"/>
          <p14:tracePt t="129229" x="3721100" y="4194175"/>
          <p14:tracePt t="129246" x="3703638" y="4202113"/>
          <p14:tracePt t="129263" x="3694113" y="4211638"/>
          <p14:tracePt t="129280" x="3686175" y="4211638"/>
          <p14:tracePt t="129296" x="3676650" y="4211638"/>
          <p14:tracePt t="129313" x="3668713" y="4219575"/>
          <p14:tracePt t="129330" x="3651250" y="4219575"/>
          <p14:tracePt t="129346" x="3616325" y="4229100"/>
          <p14:tracePt t="129363" x="3589338" y="4229100"/>
          <p14:tracePt t="129380" x="3571875" y="4229100"/>
          <p14:tracePt t="129396" x="3554413" y="4229100"/>
          <p14:tracePt t="129413" x="3546475" y="4229100"/>
          <p14:tracePt t="129430" x="3536950" y="4219575"/>
          <p14:tracePt t="129431" x="3529013" y="4211638"/>
          <p14:tracePt t="129447" x="3519488" y="4202113"/>
          <p14:tracePt t="129448" x="3494088" y="4194175"/>
          <p14:tracePt t="129463" x="3476625" y="4167188"/>
          <p14:tracePt t="129480" x="3467100" y="4159250"/>
          <p14:tracePt t="129496" x="3449638" y="4132263"/>
          <p14:tracePt t="129513" x="3441700" y="4114800"/>
          <p14:tracePt t="129530" x="3432175" y="4097338"/>
          <p14:tracePt t="129546" x="3432175" y="4062413"/>
          <p14:tracePt t="129563" x="3432175" y="4044950"/>
          <p14:tracePt t="129584" x="3432175" y="4035425"/>
          <p14:tracePt t="129597" x="3432175" y="4027488"/>
          <p14:tracePt t="129616" x="3441700" y="4017963"/>
          <p14:tracePt t="129632" x="3459163" y="4017963"/>
          <p14:tracePt t="129646" x="3467100" y="4017963"/>
          <p14:tracePt t="129648" x="3476625" y="4010025"/>
          <p14:tracePt t="129663" x="3494088" y="4010025"/>
          <p14:tracePt t="129680" x="3519488" y="4010025"/>
          <p14:tracePt t="129704" x="3529013" y="4010025"/>
          <p14:tracePt t="129928" x="0" y="0"/>
        </p14:tracePtLst>
        <p14:tracePtLst>
          <p14:tracePt t="130684" x="4210050" y="3930650"/>
          <p14:tracePt t="130696" x="4217988" y="3930650"/>
          <p14:tracePt t="130704" x="4235450" y="3930650"/>
          <p14:tracePt t="130713" x="4244975" y="3930650"/>
          <p14:tracePt t="130729" x="4287838" y="3930650"/>
          <p14:tracePt t="130746" x="4349750" y="3930650"/>
          <p14:tracePt t="130763" x="4402138" y="3930650"/>
          <p14:tracePt t="130779" x="4497388" y="3957638"/>
          <p14:tracePt t="130796" x="4541838" y="3957638"/>
          <p14:tracePt t="130813" x="4549775" y="3957638"/>
          <p14:tracePt t="130848" x="4559300" y="3957638"/>
          <p14:tracePt t="130880" x="4567238" y="3957638"/>
          <p14:tracePt t="130895" x="4576763" y="3957638"/>
          <p14:tracePt t="131273" x="0" y="0"/>
        </p14:tracePtLst>
        <p14:tracePtLst>
          <p14:tracePt t="133436" x="3057525" y="3398838"/>
          <p14:tracePt t="133560" x="3065463" y="3406775"/>
          <p14:tracePt t="133568" x="3074988" y="3406775"/>
          <p14:tracePt t="133578" x="3082925" y="3406775"/>
          <p14:tracePt t="133600" x="3092450" y="3416300"/>
          <p14:tracePt t="133612" x="3100388" y="3424238"/>
          <p14:tracePt t="133629" x="3135313" y="3451225"/>
          <p14:tracePt t="133631" x="3144838" y="3451225"/>
          <p14:tracePt t="133646" x="3162300" y="3459163"/>
          <p14:tracePt t="133647" x="3179763" y="3468688"/>
          <p14:tracePt t="133662" x="3197225" y="3476625"/>
          <p14:tracePt t="133679" x="3222625" y="3476625"/>
          <p14:tracePt t="133696" x="3232150" y="3476625"/>
          <p14:tracePt t="133712" x="3240088" y="3476625"/>
          <p14:tracePt t="133729" x="3249613" y="3476625"/>
          <p14:tracePt t="133760" x="3257550" y="3476625"/>
          <p14:tracePt t="133768" x="3267075" y="3476625"/>
          <p14:tracePt t="133792" x="3275013" y="3476625"/>
          <p14:tracePt t="133808" x="3284538" y="3476625"/>
          <p14:tracePt t="133816" x="3284538" y="3468688"/>
          <p14:tracePt t="133829" x="3292475" y="3468688"/>
          <p14:tracePt t="133846" x="3292475" y="3459163"/>
          <p14:tracePt t="133862" x="3302000" y="3459163"/>
          <p14:tracePt t="133879" x="3309938" y="3451225"/>
          <p14:tracePt t="133896" x="3319463" y="3451225"/>
          <p14:tracePt t="133912" x="3327400" y="3441700"/>
          <p14:tracePt t="133929" x="3336925" y="3441700"/>
          <p14:tracePt t="133945" x="3344863" y="3441700"/>
          <p14:tracePt t="133962" x="3354388" y="3433763"/>
          <p14:tracePt t="133979" x="3362325" y="3433763"/>
          <p14:tracePt t="133995" x="3379788" y="3416300"/>
          <p14:tracePt t="134012" x="3397250" y="3406775"/>
          <p14:tracePt t="134029" x="3414713" y="3398838"/>
          <p14:tracePt t="134046" x="3441700" y="3371850"/>
          <p14:tracePt t="134047" x="3449638" y="3363913"/>
          <p14:tracePt t="134063" x="3467100" y="3354388"/>
          <p14:tracePt t="134064" x="3484563" y="3336925"/>
          <p14:tracePt t="134079" x="3502025" y="3319463"/>
          <p14:tracePt t="134095" x="3529013" y="3294063"/>
          <p14:tracePt t="134112" x="3536950" y="3284538"/>
          <p14:tracePt t="134128" x="3546475" y="3259138"/>
          <p14:tracePt t="134145" x="3554413" y="3259138"/>
          <p14:tracePt t="134162" x="3554413" y="3241675"/>
          <p14:tracePt t="134179" x="3571875" y="3224213"/>
          <p14:tracePt t="134196" x="3571875" y="3206750"/>
          <p14:tracePt t="134212" x="3571875" y="3189288"/>
          <p14:tracePt t="134229" x="3571875" y="3171825"/>
          <p14:tracePt t="134246" x="3571875" y="3154363"/>
          <p14:tracePt t="134247" x="3571875" y="3136900"/>
          <p14:tracePt t="134262" x="3571875" y="3127375"/>
          <p14:tracePt t="134263" x="3571875" y="3119438"/>
          <p14:tracePt t="134279" x="3571875" y="3101975"/>
          <p14:tracePt t="134296" x="3563938" y="3074988"/>
          <p14:tracePt t="134312" x="3563938" y="3057525"/>
          <p14:tracePt t="134329" x="3563938" y="3032125"/>
          <p14:tracePt t="134346" x="3554413" y="3014663"/>
          <p14:tracePt t="134362" x="3554413" y="2979738"/>
          <p14:tracePt t="134379" x="3546475" y="2944813"/>
          <p14:tracePt t="134396" x="3529013" y="2927350"/>
          <p14:tracePt t="134412" x="3529013" y="2917825"/>
          <p14:tracePt t="134429" x="3529013" y="2900363"/>
          <p14:tracePt t="134445" x="3511550" y="2892425"/>
          <p14:tracePt t="134462" x="3511550" y="2865438"/>
          <p14:tracePt t="134464" x="3502025" y="2865438"/>
          <p14:tracePt t="134479" x="3484563" y="2840038"/>
          <p14:tracePt t="134496" x="3467100" y="2830513"/>
          <p14:tracePt t="134512" x="3449638" y="2813050"/>
          <p14:tracePt t="134528" x="3432175" y="2787650"/>
          <p14:tracePt t="134546" x="3406775" y="2770188"/>
          <p14:tracePt t="134562" x="3389313" y="2760663"/>
          <p14:tracePt t="134579" x="3362325" y="2752725"/>
          <p14:tracePt t="134595" x="3344863" y="2743200"/>
          <p14:tracePt t="134612" x="3309938" y="2733675"/>
          <p14:tracePt t="134629" x="3284538" y="2733675"/>
          <p14:tracePt t="134645" x="3249613" y="2725738"/>
          <p14:tracePt t="134662" x="3222625" y="2725738"/>
          <p14:tracePt t="134664" x="3187700" y="2725738"/>
          <p14:tracePt t="134679" x="3152775" y="2725738"/>
          <p14:tracePt t="134696" x="3127375" y="2733675"/>
          <p14:tracePt t="134712" x="3117850" y="2733675"/>
          <p14:tracePt t="134729" x="3100388" y="2743200"/>
          <p14:tracePt t="134746" x="3092450" y="2752725"/>
          <p14:tracePt t="134762" x="3074988" y="2760663"/>
          <p14:tracePt t="134779" x="3048000" y="2770188"/>
          <p14:tracePt t="134796" x="3021013" y="2778125"/>
          <p14:tracePt t="134812" x="2933700" y="2822575"/>
          <p14:tracePt t="134829" x="2916238" y="2830513"/>
          <p14:tracePt t="134846" x="2908300" y="2847975"/>
          <p14:tracePt t="134848" x="2898775" y="2847975"/>
          <p14:tracePt t="134862" x="2890838" y="2857500"/>
          <p14:tracePt t="134879" x="2855913" y="2892425"/>
          <p14:tracePt t="134895" x="2846388" y="2917825"/>
          <p14:tracePt t="134912" x="2838450" y="2952750"/>
          <p14:tracePt t="134929" x="2838450" y="2997200"/>
          <p14:tracePt t="134945" x="2838450" y="3049588"/>
          <p14:tracePt t="134962" x="2838450" y="3074988"/>
          <p14:tracePt t="134979" x="2838450" y="3101975"/>
          <p14:tracePt t="134995" x="2846388" y="3154363"/>
          <p14:tracePt t="135012" x="2855913" y="3197225"/>
          <p14:tracePt t="135029" x="2881313" y="3224213"/>
          <p14:tracePt t="135045" x="2890838" y="3241675"/>
          <p14:tracePt t="135048" x="2925763" y="3259138"/>
          <p14:tracePt t="135062" x="2933700" y="3276600"/>
          <p14:tracePt t="135064" x="2951163" y="3284538"/>
          <p14:tracePt t="135079" x="2968625" y="3319463"/>
          <p14:tracePt t="135096" x="3003550" y="3336925"/>
          <p14:tracePt t="135112" x="3030538" y="3336925"/>
          <p14:tracePt t="135129" x="3038475" y="3346450"/>
          <p14:tracePt t="135200" x="3030538" y="3346450"/>
          <p14:tracePt t="135208" x="3021013" y="3346450"/>
          <p14:tracePt t="135217" x="0" y="0"/>
        </p14:tracePtLst>
        <p14:tracePtLst>
          <p14:tracePt t="136308" x="3144838" y="3014663"/>
          <p14:tracePt t="136368" x="3144838" y="3005138"/>
          <p14:tracePt t="136376" x="3135313" y="2997200"/>
          <p14:tracePt t="136384" x="3109913" y="2997200"/>
          <p14:tracePt t="136395" x="3082925" y="2987675"/>
          <p14:tracePt t="136412" x="3048000" y="2979738"/>
          <p14:tracePt t="136429" x="2978150" y="2962275"/>
          <p14:tracePt t="136445" x="2925763" y="2944813"/>
          <p14:tracePt t="136504" x="2908300" y="2952750"/>
          <p14:tracePt t="136512" x="2890838" y="2952750"/>
          <p14:tracePt t="136520" x="2855913" y="2962275"/>
          <p14:tracePt t="136529" x="2846388" y="2979738"/>
          <p14:tracePt t="136545" x="2751138" y="3022600"/>
          <p14:tracePt t="136562" x="2716213" y="3049588"/>
          <p14:tracePt t="136579" x="2689225" y="3074988"/>
          <p14:tracePt t="136595" x="2671763" y="3084513"/>
          <p14:tracePt t="136612" x="2663825" y="3101975"/>
          <p14:tracePt t="136629" x="2654300" y="3136900"/>
          <p14:tracePt t="136645" x="2654300" y="3144838"/>
          <p14:tracePt t="136662" x="2654300" y="3162300"/>
          <p14:tracePt t="136663" x="2654300" y="3171825"/>
          <p14:tracePt t="136678" x="2654300" y="3197225"/>
          <p14:tracePt t="136679" x="2663825" y="3214688"/>
          <p14:tracePt t="136696" x="2671763" y="3241675"/>
          <p14:tracePt t="136712" x="2698750" y="3276600"/>
          <p14:tracePt t="136728" x="2716213" y="3302000"/>
          <p14:tracePt t="136745" x="2733675" y="3346450"/>
          <p14:tracePt t="136762" x="2768600" y="3363913"/>
          <p14:tracePt t="136779" x="2776538" y="3371850"/>
          <p14:tracePt t="136795" x="2794000" y="3389313"/>
          <p14:tracePt t="136812" x="2820988" y="3398838"/>
          <p14:tracePt t="136828" x="2855913" y="3398838"/>
          <p14:tracePt t="136845" x="2916238" y="3398838"/>
          <p14:tracePt t="136862" x="2951163" y="3398838"/>
          <p14:tracePt t="136863" x="2978150" y="3398838"/>
          <p14:tracePt t="136878" x="2986088" y="3389313"/>
          <p14:tracePt t="136879" x="3003550" y="3381375"/>
          <p14:tracePt t="136895" x="3021013" y="3371850"/>
          <p14:tracePt t="136912" x="3057525" y="3346450"/>
          <p14:tracePt t="136929" x="3065463" y="3336925"/>
          <p14:tracePt t="136945" x="3082925" y="3319463"/>
          <p14:tracePt t="136962" x="3100388" y="3294063"/>
          <p14:tracePt t="136979" x="3127375" y="3259138"/>
          <p14:tracePt t="136995" x="3162300" y="3232150"/>
          <p14:tracePt t="137012" x="3205163" y="3197225"/>
          <p14:tracePt t="137029" x="3232150" y="3179763"/>
          <p14:tracePt t="137045" x="3232150" y="3162300"/>
          <p14:tracePt t="137062" x="3249613" y="3144838"/>
          <p14:tracePt t="137063" x="3249613" y="3136900"/>
          <p14:tracePt t="137080" x="3257550" y="3127375"/>
          <p14:tracePt t="137095" x="3257550" y="3119438"/>
          <p14:tracePt t="137112" x="3257550" y="3109913"/>
          <p14:tracePt t="137128" x="3257550" y="3084513"/>
          <p14:tracePt t="137152" x="3257550" y="3074988"/>
          <p14:tracePt t="137553" x="0" y="0"/>
        </p14:tracePtLst>
        <p14:tracePtLst>
          <p14:tracePt t="138316" x="3197225" y="3074988"/>
          <p14:tracePt t="138376" x="3214688" y="3074988"/>
          <p14:tracePt t="138384" x="3222625" y="3084513"/>
          <p14:tracePt t="138400" x="3240088" y="3092450"/>
          <p14:tracePt t="138412" x="3249613" y="3092450"/>
          <p14:tracePt t="138428" x="3257550" y="3101975"/>
          <p14:tracePt t="138445" x="3267075" y="3101975"/>
          <p14:tracePt t="138461" x="3275013" y="3101975"/>
          <p14:tracePt t="138488" x="3284538" y="3101975"/>
          <p14:tracePt t="138568" x="3284538" y="3109913"/>
          <p14:tracePt t="138656" x="3275013" y="3109913"/>
          <p14:tracePt t="138664" x="3275013" y="3119438"/>
          <p14:tracePt t="138672" x="3267075" y="3119438"/>
          <p14:tracePt t="139008" x="3275013" y="3119438"/>
          <p14:tracePt t="139216" x="3267075" y="3127375"/>
          <p14:tracePt t="139218" x="0" y="0"/>
        </p14:tracePtLst>
        <p14:tracePtLst>
          <p14:tracePt t="139668" x="3162300" y="3284538"/>
          <p14:tracePt t="140041" x="0" y="0"/>
        </p14:tracePtLst>
        <p14:tracePtLst>
          <p14:tracePt t="152180" x="2881313" y="4429125"/>
          <p14:tracePt t="152328" x="2873375" y="4429125"/>
          <p14:tracePt t="152336" x="2855913" y="4429125"/>
          <p14:tracePt t="152344" x="2846388" y="4429125"/>
          <p14:tracePt t="152360" x="2820988" y="4429125"/>
          <p14:tracePt t="152376" x="2803525" y="4429125"/>
          <p14:tracePt t="152393" x="2776538" y="4429125"/>
          <p14:tracePt t="152410" x="2759075" y="4429125"/>
          <p14:tracePt t="152433" x="2759075" y="4438650"/>
          <p14:tracePt t="152443" x="2751138" y="4438650"/>
          <p14:tracePt t="152460" x="2751138" y="4446588"/>
          <p14:tracePt t="152476" x="2741613" y="4446588"/>
          <p14:tracePt t="152493" x="2733675" y="4456113"/>
          <p14:tracePt t="152510" x="2724150" y="4464050"/>
          <p14:tracePt t="152511" x="2716213" y="4464050"/>
          <p14:tracePt t="152526" x="2706688" y="4473575"/>
          <p14:tracePt t="152543" x="2689225" y="4491038"/>
          <p14:tracePt t="152559" x="2681288" y="4491038"/>
          <p14:tracePt t="152576" x="2671763" y="4491038"/>
          <p14:tracePt t="152593" x="2663825" y="4491038"/>
          <p14:tracePt t="152609" x="2663825" y="4498975"/>
          <p14:tracePt t="152626" x="2654300" y="4508500"/>
          <p14:tracePt t="152648" x="2646363" y="4516438"/>
          <p14:tracePt t="152659" x="2636838" y="4516438"/>
          <p14:tracePt t="152676" x="2628900" y="4533900"/>
          <p14:tracePt t="152693" x="2619375" y="4533900"/>
          <p14:tracePt t="152709" x="2611438" y="4543425"/>
          <p14:tracePt t="152711" x="2611438" y="4551363"/>
          <p14:tracePt t="152726" x="2611438" y="4560888"/>
          <p14:tracePt t="152744" x="2611438" y="4568825"/>
          <p14:tracePt t="152759" x="2611438" y="4578350"/>
          <p14:tracePt t="152776" x="2611438" y="4595813"/>
          <p14:tracePt t="152793" x="2628900" y="4613275"/>
          <p14:tracePt t="152809" x="2654300" y="4630738"/>
          <p14:tracePt t="152826" x="2663825" y="4638675"/>
          <p14:tracePt t="152843" x="2689225" y="4665663"/>
          <p14:tracePt t="152859" x="2706688" y="4683125"/>
          <p14:tracePt t="152876" x="2724150" y="4700588"/>
          <p14:tracePt t="152893" x="2751138" y="4700588"/>
          <p14:tracePt t="152909" x="2768600" y="4718050"/>
          <p14:tracePt t="152926" x="2786063" y="4725988"/>
          <p14:tracePt t="152928" x="2794000" y="4725988"/>
          <p14:tracePt t="152943" x="2820988" y="4735513"/>
          <p14:tracePt t="152960" x="2846388" y="4735513"/>
          <p14:tracePt t="152976" x="2873375" y="4735513"/>
          <p14:tracePt t="152993" x="2898775" y="4735513"/>
          <p14:tracePt t="153009" x="2908300" y="4735513"/>
          <p14:tracePt t="153026" x="2916238" y="4735513"/>
          <p14:tracePt t="153072" x="2925763" y="4735513"/>
          <p14:tracePt t="153096" x="2943225" y="4735513"/>
          <p14:tracePt t="153104" x="2951163" y="4725988"/>
          <p14:tracePt t="153112" x="2960688" y="4718050"/>
          <p14:tracePt t="153126" x="2978150" y="4718050"/>
          <p14:tracePt t="153128" x="2986088" y="4718050"/>
          <p14:tracePt t="153142" x="2986088" y="4708525"/>
          <p14:tracePt t="153143" x="2995613" y="4708525"/>
          <p14:tracePt t="153159" x="3003550" y="4700588"/>
          <p14:tracePt t="153175" x="3021013" y="4691063"/>
          <p14:tracePt t="153192" x="3030538" y="4673600"/>
          <p14:tracePt t="153209" x="3038475" y="4656138"/>
          <p14:tracePt t="153226" x="3038475" y="4648200"/>
          <p14:tracePt t="153243" x="3038475" y="4621213"/>
          <p14:tracePt t="153259" x="3038475" y="4595813"/>
          <p14:tracePt t="153276" x="3021013" y="4586288"/>
          <p14:tracePt t="153293" x="3013075" y="4560888"/>
          <p14:tracePt t="153309" x="2978150" y="4543425"/>
          <p14:tracePt t="153326" x="2951163" y="4508500"/>
          <p14:tracePt t="153328" x="2933700" y="4498975"/>
          <p14:tracePt t="153343" x="2925763" y="4498975"/>
          <p14:tracePt t="153344" x="2925763" y="4491038"/>
          <p14:tracePt t="153360" x="2908300" y="4491038"/>
          <p14:tracePt t="153376" x="2898775" y="4491038"/>
          <p14:tracePt t="153393" x="2881313" y="4491038"/>
          <p14:tracePt t="153409" x="2873375" y="4491038"/>
          <p14:tracePt t="153426" x="2846388" y="4491038"/>
          <p14:tracePt t="153443" x="2828925" y="4491038"/>
          <p14:tracePt t="153459" x="2803525" y="4491038"/>
          <p14:tracePt t="153476" x="2794000" y="4491038"/>
          <p14:tracePt t="153493" x="2786063" y="4491038"/>
          <p14:tracePt t="153509" x="2786063" y="4498975"/>
          <p14:tracePt t="154617" x="0" y="0"/>
        </p14:tracePtLst>
        <p14:tracePtLst>
          <p14:tracePt t="156116" x="3109913" y="2892425"/>
          <p14:tracePt t="156489" x="0" y="0"/>
        </p14:tracePtLst>
        <p14:tracePtLst>
          <p14:tracePt t="157164" x="3267075" y="2882900"/>
          <p14:tracePt t="157385" x="0" y="0"/>
        </p14:tracePtLst>
        <p14:tracePtLst>
          <p14:tracePt t="160588" x="2838450" y="3835400"/>
          <p14:tracePt t="160624" x="2838450" y="3825875"/>
          <p14:tracePt t="160656" x="2828925" y="3808413"/>
          <p14:tracePt t="160664" x="2811463" y="3800475"/>
          <p14:tracePt t="160675" x="2803525" y="3783013"/>
          <p14:tracePt t="160692" x="2786063" y="3748088"/>
          <p14:tracePt t="160708" x="2751138" y="3738563"/>
          <p14:tracePt t="160725" x="2724150" y="3713163"/>
          <p14:tracePt t="160727" x="2706688" y="3713163"/>
          <p14:tracePt t="160742" x="2698750" y="3703638"/>
          <p14:tracePt t="160743" x="2663825" y="3695700"/>
          <p14:tracePt t="160758" x="2636838" y="3686175"/>
          <p14:tracePt t="160760" x="2619375" y="3686175"/>
          <p14:tracePt t="160775" x="2593975" y="3686175"/>
          <p14:tracePt t="160776" x="2576513" y="3686175"/>
          <p14:tracePt t="160791" x="2541588" y="3686175"/>
          <p14:tracePt t="160808" x="2489200" y="3686175"/>
          <p14:tracePt t="160825" x="2436813" y="3686175"/>
          <p14:tracePt t="160841" x="2349500" y="3686175"/>
          <p14:tracePt t="160858" x="2297113" y="3695700"/>
          <p14:tracePt t="160875" x="2287588" y="3695700"/>
          <p14:tracePt t="160920" x="2279650" y="3695700"/>
          <p14:tracePt t="160928" x="2279650" y="3703638"/>
          <p14:tracePt t="160936" x="2270125" y="3703638"/>
          <p14:tracePt t="160944" x="2270125" y="3713163"/>
          <p14:tracePt t="160958" x="2262188" y="3713163"/>
          <p14:tracePt t="160960" x="2252663" y="3713163"/>
          <p14:tracePt t="160975" x="2244725" y="3713163"/>
          <p14:tracePt t="160976" x="2217738" y="3730625"/>
          <p14:tracePt t="160992" x="2182813" y="3738563"/>
          <p14:tracePt t="161008" x="2157413" y="3756025"/>
          <p14:tracePt t="161025" x="2139950" y="3765550"/>
          <p14:tracePt t="161041" x="2122488" y="3783013"/>
          <p14:tracePt t="161058" x="2112963" y="3783013"/>
          <p14:tracePt t="161075" x="2095500" y="3790950"/>
          <p14:tracePt t="161091" x="2087563" y="3800475"/>
          <p14:tracePt t="161108" x="2078038" y="3808413"/>
          <p14:tracePt t="161125" x="2060575" y="3825875"/>
          <p14:tracePt t="161141" x="2035175" y="3852863"/>
          <p14:tracePt t="161158" x="2025650" y="3860800"/>
          <p14:tracePt t="161160" x="2025650" y="3870325"/>
          <p14:tracePt t="161175" x="2017713" y="3878263"/>
          <p14:tracePt t="161176" x="2008188" y="3878263"/>
          <p14:tracePt t="161192" x="2000250" y="3905250"/>
          <p14:tracePt t="161208" x="1982788" y="3922713"/>
          <p14:tracePt t="161225" x="1973263" y="3940175"/>
          <p14:tracePt t="161241" x="1973263" y="3957638"/>
          <p14:tracePt t="161258" x="1955800" y="3992563"/>
          <p14:tracePt t="161275" x="1947863" y="4010025"/>
          <p14:tracePt t="161291" x="1938338" y="4027488"/>
          <p14:tracePt t="161308" x="1930400" y="4035425"/>
          <p14:tracePt t="161324" x="1920875" y="4044950"/>
          <p14:tracePt t="161341" x="1920875" y="4070350"/>
          <p14:tracePt t="161358" x="1920875" y="4087813"/>
          <p14:tracePt t="161360" x="1920875" y="4097338"/>
          <p14:tracePt t="161375" x="1920875" y="4114800"/>
          <p14:tracePt t="161376" x="1912938" y="4132263"/>
          <p14:tracePt t="161391" x="1912938" y="4176713"/>
          <p14:tracePt t="161408" x="1912938" y="4211638"/>
          <p14:tracePt t="161425" x="1912938" y="4246563"/>
          <p14:tracePt t="161441" x="1912938" y="4264025"/>
          <p14:tracePt t="161458" x="1920875" y="4281488"/>
          <p14:tracePt t="161475" x="1938338" y="4306888"/>
          <p14:tracePt t="161491" x="1955800" y="4324350"/>
          <p14:tracePt t="161508" x="1982788" y="4341813"/>
          <p14:tracePt t="161525" x="2008188" y="4368800"/>
          <p14:tracePt t="161541" x="2035175" y="4386263"/>
          <p14:tracePt t="161543" x="2052638" y="4386263"/>
          <p14:tracePt t="161558" x="2070100" y="4394200"/>
          <p14:tracePt t="161559" x="2078038" y="4403725"/>
          <p14:tracePt t="161575" x="2095500" y="4411663"/>
          <p14:tracePt t="161577" x="2112963" y="4421188"/>
          <p14:tracePt t="161592" x="2130425" y="4421188"/>
          <p14:tracePt t="161608" x="2157413" y="4446588"/>
          <p14:tracePt t="161625" x="2182813" y="4456113"/>
          <p14:tracePt t="161641" x="2200275" y="4456113"/>
          <p14:tracePt t="161658" x="2227263" y="4464050"/>
          <p14:tracePt t="161675" x="2262188" y="4473575"/>
          <p14:tracePt t="161691" x="2297113" y="4473575"/>
          <p14:tracePt t="161708" x="2339975" y="4473575"/>
          <p14:tracePt t="161725" x="2401888" y="4473575"/>
          <p14:tracePt t="161741" x="2427288" y="4473575"/>
          <p14:tracePt t="161744" x="2462213" y="4481513"/>
          <p14:tracePt t="161758" x="2471738" y="4481513"/>
          <p14:tracePt t="161760" x="2489200" y="4481513"/>
          <p14:tracePt t="161775" x="2514600" y="4481513"/>
          <p14:tracePt t="161792" x="2532063" y="4481513"/>
          <p14:tracePt t="161808" x="2566988" y="4481513"/>
          <p14:tracePt t="161825" x="2593975" y="4481513"/>
          <p14:tracePt t="161841" x="2619375" y="4481513"/>
          <p14:tracePt t="161858" x="2663825" y="4473575"/>
          <p14:tracePt t="161874" x="2706688" y="4464050"/>
          <p14:tracePt t="161891" x="2741613" y="4464050"/>
          <p14:tracePt t="161908" x="2786063" y="4456113"/>
          <p14:tracePt t="161925" x="2803525" y="4456113"/>
          <p14:tracePt t="161941" x="2820988" y="4446588"/>
          <p14:tracePt t="161943" x="2820988" y="4438650"/>
          <p14:tracePt t="161958" x="2828925" y="4438650"/>
          <p14:tracePt t="161975" x="2838450" y="4438650"/>
          <p14:tracePt t="161977" x="2838450" y="4429125"/>
          <p14:tracePt t="161992" x="2855913" y="4421188"/>
          <p14:tracePt t="162008" x="2873375" y="4411663"/>
          <p14:tracePt t="162025" x="2898775" y="4394200"/>
          <p14:tracePt t="162041" x="2916238" y="4386263"/>
          <p14:tracePt t="162058" x="2925763" y="4386263"/>
          <p14:tracePt t="162080" x="2933700" y="4376738"/>
          <p14:tracePt t="162091" x="2943225" y="4368800"/>
          <p14:tracePt t="162108" x="2960688" y="4359275"/>
          <p14:tracePt t="162125" x="2986088" y="4341813"/>
          <p14:tracePt t="162141" x="3013075" y="4324350"/>
          <p14:tracePt t="162158" x="3038475" y="4306888"/>
          <p14:tracePt t="162159" x="3048000" y="4298950"/>
          <p14:tracePt t="162175" x="3057525" y="4298950"/>
          <p14:tracePt t="162191" x="3065463" y="4281488"/>
          <p14:tracePt t="162208" x="3074988" y="4271963"/>
          <p14:tracePt t="162225" x="3074988" y="4254500"/>
          <p14:tracePt t="162241" x="3092450" y="4202113"/>
          <p14:tracePt t="162258" x="3100388" y="4167188"/>
          <p14:tracePt t="162275" x="3109913" y="4132263"/>
          <p14:tracePt t="162291" x="3117850" y="4114800"/>
          <p14:tracePt t="162308" x="3117850" y="4105275"/>
          <p14:tracePt t="162325" x="3117850" y="4087813"/>
          <p14:tracePt t="162341" x="3117850" y="4079875"/>
          <p14:tracePt t="162358" x="3117850" y="4062413"/>
          <p14:tracePt t="162359" x="3117850" y="4052888"/>
          <p14:tracePt t="162375" x="3117850" y="4035425"/>
          <p14:tracePt t="162376" x="3109913" y="4035425"/>
          <p14:tracePt t="162391" x="3100388" y="3992563"/>
          <p14:tracePt t="162408" x="3092450" y="3957638"/>
          <p14:tracePt t="162425" x="3082925" y="3922713"/>
          <p14:tracePt t="162441" x="3057525" y="3895725"/>
          <p14:tracePt t="162458" x="3048000" y="3870325"/>
          <p14:tracePt t="162475" x="3021013" y="3860800"/>
          <p14:tracePt t="162491" x="3003550" y="3835400"/>
          <p14:tracePt t="162508" x="2978150" y="3817938"/>
          <p14:tracePt t="162525" x="2951163" y="3790950"/>
          <p14:tracePt t="162541" x="2916238" y="3765550"/>
          <p14:tracePt t="162558" x="2898775" y="3756025"/>
          <p14:tracePt t="162559" x="2881313" y="3748088"/>
          <p14:tracePt t="162575" x="2846388" y="3730625"/>
          <p14:tracePt t="162577" x="2846388" y="3721100"/>
          <p14:tracePt t="162591" x="2811463" y="3713163"/>
          <p14:tracePt t="162608" x="2776538" y="3695700"/>
          <p14:tracePt t="162625" x="2733675" y="3686175"/>
          <p14:tracePt t="162641" x="2671763" y="3678238"/>
          <p14:tracePt t="162658" x="2628900" y="3668713"/>
          <p14:tracePt t="162674" x="2584450" y="3660775"/>
          <p14:tracePt t="162691" x="2532063" y="3660775"/>
          <p14:tracePt t="162708" x="2489200" y="3651250"/>
          <p14:tracePt t="162725" x="2462213" y="3651250"/>
          <p14:tracePt t="162758" x="2454275" y="3660775"/>
          <p14:tracePt t="162775" x="2436813" y="3668713"/>
          <p14:tracePt t="162792" x="2419350" y="3678238"/>
          <p14:tracePt t="162808" x="2374900" y="3695700"/>
          <p14:tracePt t="162825" x="2322513" y="3703638"/>
          <p14:tracePt t="162841" x="2270125" y="3713163"/>
          <p14:tracePt t="162858" x="2244725" y="3721100"/>
          <p14:tracePt t="162874" x="2235200" y="3721100"/>
          <p14:tracePt t="162892" x="2217738" y="3738563"/>
          <p14:tracePt t="162912" x="2209800" y="3738563"/>
          <p14:tracePt t="162925" x="2192338" y="3756025"/>
          <p14:tracePt t="162941" x="2147888" y="3800475"/>
          <p14:tracePt t="162957" x="2060575" y="3843338"/>
          <p14:tracePt t="162975" x="2017713" y="3870325"/>
          <p14:tracePt t="162976" x="2000250" y="3887788"/>
          <p14:tracePt t="162992" x="1973263" y="3905250"/>
          <p14:tracePt t="163008" x="1955800" y="3922713"/>
          <p14:tracePt t="163032" x="1947863" y="3930650"/>
          <p14:tracePt t="163041" x="1947863" y="3940175"/>
          <p14:tracePt t="163058" x="1947863" y="3965575"/>
          <p14:tracePt t="163075" x="1947863" y="3992563"/>
          <p14:tracePt t="163092" x="1947863" y="4027488"/>
          <p14:tracePt t="163108" x="1947863" y="4062413"/>
          <p14:tracePt t="163125" x="1965325" y="4105275"/>
          <p14:tracePt t="163141" x="1982788" y="4141788"/>
          <p14:tracePt t="163158" x="2008188" y="4167188"/>
          <p14:tracePt t="163159" x="2025650" y="4184650"/>
          <p14:tracePt t="163174" x="2043113" y="4202113"/>
          <p14:tracePt t="163176" x="2060575" y="4219575"/>
          <p14:tracePt t="163192" x="2095500" y="4237038"/>
          <p14:tracePt t="163207" x="2139950" y="4271963"/>
          <p14:tracePt t="163224" x="2182813" y="4298950"/>
          <p14:tracePt t="163241" x="2227263" y="4316413"/>
          <p14:tracePt t="163258" x="2297113" y="4324350"/>
          <p14:tracePt t="163275" x="2314575" y="4333875"/>
          <p14:tracePt t="163291" x="2322513" y="4333875"/>
          <p14:tracePt t="163308" x="2332038" y="4333875"/>
          <p14:tracePt t="163544" x="0" y="0"/>
        </p14:tracePtLst>
        <p14:tracePtLst>
          <p14:tracePt t="166803" x="3519488" y="4341813"/>
          <p14:tracePt t="166856" x="3511550" y="4341813"/>
          <p14:tracePt t="166864" x="3494088" y="4341813"/>
          <p14:tracePt t="166874" x="3476625" y="4341813"/>
          <p14:tracePt t="166891" x="3449638" y="4351338"/>
          <p14:tracePt t="166907" x="3414713" y="4359275"/>
          <p14:tracePt t="166923" x="3397250" y="4376738"/>
          <p14:tracePt t="166941" x="3379788" y="4386263"/>
          <p14:tracePt t="166957" x="3371850" y="4403725"/>
          <p14:tracePt t="166959" x="3371850" y="4421188"/>
          <p14:tracePt t="166974" x="3362325" y="4421188"/>
          <p14:tracePt t="166975" x="3354388" y="4438650"/>
          <p14:tracePt t="166991" x="3344863" y="4456113"/>
          <p14:tracePt t="166992" x="3336925" y="4464050"/>
          <p14:tracePt t="167008" x="3336925" y="4508500"/>
          <p14:tracePt t="167024" x="3327400" y="4560888"/>
          <p14:tracePt t="167041" x="3327400" y="4595813"/>
          <p14:tracePt t="167057" x="3336925" y="4621213"/>
          <p14:tracePt t="167074" x="3362325" y="4673600"/>
          <p14:tracePt t="167091" x="3397250" y="4708525"/>
          <p14:tracePt t="167107" x="3432175" y="4735513"/>
          <p14:tracePt t="167124" x="3467100" y="4752975"/>
          <p14:tracePt t="167140" x="3494088" y="4752975"/>
          <p14:tracePt t="167157" x="3511550" y="4760913"/>
          <p14:tracePt t="167160" x="3519488" y="4760913"/>
          <p14:tracePt t="167175" x="3529013" y="4760913"/>
          <p14:tracePt t="167190" x="3536950" y="4760913"/>
          <p14:tracePt t="167192" x="3546475" y="4760913"/>
          <p14:tracePt t="167312" x="0" y="0"/>
        </p14:tracePtLst>
        <p14:tracePtLst>
          <p14:tracePt t="167900" x="4506913" y="3695700"/>
          <p14:tracePt t="167968" x="4506913" y="3686175"/>
          <p14:tracePt t="167976" x="4497388" y="3686175"/>
          <p14:tracePt t="167992" x="4479925" y="3686175"/>
          <p14:tracePt t="168000" x="4471988" y="3686175"/>
          <p14:tracePt t="168007" x="4454525" y="3686175"/>
          <p14:tracePt t="168024" x="4419600" y="3686175"/>
          <p14:tracePt t="168041" x="4357688" y="3686175"/>
          <p14:tracePt t="168057" x="4305300" y="3686175"/>
          <p14:tracePt t="168074" x="4279900" y="3686175"/>
          <p14:tracePt t="168104" x="4270375" y="3686175"/>
          <p14:tracePt t="168120" x="4262438" y="3686175"/>
          <p14:tracePt t="168129" x="4262438" y="3695700"/>
          <p14:tracePt t="168140" x="4252913" y="3695700"/>
          <p14:tracePt t="168157" x="4235450" y="3703638"/>
          <p14:tracePt t="168174" x="4217988" y="3721100"/>
          <p14:tracePt t="168175" x="4210050" y="3721100"/>
          <p14:tracePt t="168191" x="4200525" y="3730625"/>
          <p14:tracePt t="168192" x="4192588" y="3730625"/>
          <p14:tracePt t="168207" x="4175125" y="3748088"/>
          <p14:tracePt t="168224" x="4140200" y="3765550"/>
          <p14:tracePt t="168240" x="4130675" y="3790950"/>
          <p14:tracePt t="168257" x="4122738" y="3800475"/>
          <p14:tracePt t="168274" x="4105275" y="3817938"/>
          <p14:tracePt t="168290" x="4095750" y="3860800"/>
          <p14:tracePt t="168307" x="4070350" y="3913188"/>
          <p14:tracePt t="168324" x="4060825" y="3948113"/>
          <p14:tracePt t="168341" x="4035425" y="4000500"/>
          <p14:tracePt t="168357" x="4025900" y="4027488"/>
          <p14:tracePt t="168374" x="4008438" y="4044950"/>
          <p14:tracePt t="168375" x="4008438" y="4052888"/>
          <p14:tracePt t="168390" x="4008438" y="4062413"/>
          <p14:tracePt t="168391" x="4008438" y="4070350"/>
          <p14:tracePt t="168407" x="4008438" y="4079875"/>
          <p14:tracePt t="168408" x="4000500" y="4087813"/>
          <p14:tracePt t="168424" x="4000500" y="4114800"/>
          <p14:tracePt t="168440" x="3990975" y="4132263"/>
          <p14:tracePt t="168457" x="3990975" y="4176713"/>
          <p14:tracePt t="168474" x="3990975" y="4202113"/>
          <p14:tracePt t="168490" x="3990975" y="4237038"/>
          <p14:tracePt t="168507" x="3990975" y="4264025"/>
          <p14:tracePt t="168524" x="4000500" y="4271963"/>
          <p14:tracePt t="168541" x="4000500" y="4289425"/>
          <p14:tracePt t="168557" x="4017963" y="4306888"/>
          <p14:tracePt t="168573" x="4025900" y="4316413"/>
          <p14:tracePt t="168590" x="4052888" y="4341813"/>
          <p14:tracePt t="168607" x="4087813" y="4359275"/>
          <p14:tracePt t="168624" x="4105275" y="4386263"/>
          <p14:tracePt t="168640" x="4140200" y="4403725"/>
          <p14:tracePt t="168657" x="4175125" y="4411663"/>
          <p14:tracePt t="168673" x="4200525" y="4429125"/>
          <p14:tracePt t="168690" x="4227513" y="4429125"/>
          <p14:tracePt t="168707" x="4244975" y="4429125"/>
          <p14:tracePt t="168724" x="4270375" y="4446588"/>
          <p14:tracePt t="168740" x="4314825" y="4446588"/>
          <p14:tracePt t="168757" x="4367213" y="4456113"/>
          <p14:tracePt t="168774" x="4419600" y="4456113"/>
          <p14:tracePt t="168775" x="4479925" y="4456113"/>
          <p14:tracePt t="168791" x="4506913" y="4456113"/>
          <p14:tracePt t="168792" x="4514850" y="4456113"/>
          <p14:tracePt t="168807" x="4576763" y="4464050"/>
          <p14:tracePt t="168824" x="4629150" y="4473575"/>
          <p14:tracePt t="168840" x="4699000" y="4473575"/>
          <p14:tracePt t="168857" x="4759325" y="4473575"/>
          <p14:tracePt t="168874" x="4803775" y="4473575"/>
          <p14:tracePt t="168890" x="4838700" y="4473575"/>
          <p14:tracePt t="168907" x="4891088" y="4473575"/>
          <p14:tracePt t="168924" x="4916488" y="4464050"/>
          <p14:tracePt t="168940" x="4933950" y="4456113"/>
          <p14:tracePt t="168957" x="4968875" y="4456113"/>
          <p14:tracePt t="168973" x="4995863" y="4456113"/>
          <p14:tracePt t="168990" x="5021263" y="4438650"/>
          <p14:tracePt t="169006" x="5073650" y="4429125"/>
          <p14:tracePt t="169007" x="5083175" y="4421188"/>
          <p14:tracePt t="169023" x="5118100" y="4411663"/>
          <p14:tracePt t="169040" x="5143500" y="4403725"/>
          <p14:tracePt t="169057" x="5153025" y="4403725"/>
          <p14:tracePt t="169073" x="5160963" y="4394200"/>
          <p14:tracePt t="169090" x="5170488" y="4394200"/>
          <p14:tracePt t="169107" x="5178425" y="4376738"/>
          <p14:tracePt t="169124" x="5213350" y="4341813"/>
          <p14:tracePt t="169140" x="5240338" y="4306888"/>
          <p14:tracePt t="169157" x="5292725" y="4271963"/>
          <p14:tracePt t="169174" x="5327650" y="4229100"/>
          <p14:tracePt t="169190" x="5353050" y="4202113"/>
          <p14:tracePt t="169192" x="5353050" y="4194175"/>
          <p14:tracePt t="169207" x="5353050" y="4184650"/>
          <p14:tracePt t="169208" x="5353050" y="4176713"/>
          <p14:tracePt t="169224" x="5353050" y="4149725"/>
          <p14:tracePt t="169240" x="5353050" y="4105275"/>
          <p14:tracePt t="169257" x="5353050" y="4079875"/>
          <p14:tracePt t="169274" x="5353050" y="4027488"/>
          <p14:tracePt t="169290" x="5345113" y="3992563"/>
          <p14:tracePt t="169307" x="5335588" y="3948113"/>
          <p14:tracePt t="169324" x="5327650" y="3930650"/>
          <p14:tracePt t="169340" x="5310188" y="3905250"/>
          <p14:tracePt t="169357" x="5300663" y="3895725"/>
          <p14:tracePt t="169374" x="5265738" y="3860800"/>
          <p14:tracePt t="169391" x="5230813" y="3835400"/>
          <p14:tracePt t="169392" x="5187950" y="3817938"/>
          <p14:tracePt t="169407" x="5143500" y="3790950"/>
          <p14:tracePt t="169424" x="5118100" y="3773488"/>
          <p14:tracePt t="169440" x="5083175" y="3765550"/>
          <p14:tracePt t="169456" x="5065713" y="3765550"/>
          <p14:tracePt t="169474" x="5038725" y="3765550"/>
          <p14:tracePt t="169491" x="5021263" y="3765550"/>
          <p14:tracePt t="169506" x="4986338" y="3765550"/>
          <p14:tracePt t="169523" x="4926013" y="3765550"/>
          <p14:tracePt t="169540" x="4811713" y="3790950"/>
          <p14:tracePt t="169557" x="4506913" y="3808413"/>
          <p14:tracePt t="169573" x="4227513" y="3835400"/>
          <p14:tracePt t="169591" x="4148138" y="3852863"/>
          <p14:tracePt t="169593" x="4130675" y="3860800"/>
          <p14:tracePt t="169607" x="4122738" y="3870325"/>
          <p14:tracePt t="169664" x="4122738" y="3878263"/>
          <p14:tracePt t="169680" x="4113213" y="3887788"/>
          <p14:tracePt t="169688" x="4113213" y="3895725"/>
          <p14:tracePt t="169704" x="4105275" y="3913188"/>
          <p14:tracePt t="169712" x="4105275" y="3922713"/>
          <p14:tracePt t="169723" x="4105275" y="3930650"/>
          <p14:tracePt t="169740" x="4105275" y="3948113"/>
          <p14:tracePt t="169757" x="4105275" y="3975100"/>
          <p14:tracePt t="169773" x="4113213" y="3992563"/>
          <p14:tracePt t="169776" x="4113213" y="4000500"/>
          <p14:tracePt t="169790" x="4113213" y="4010025"/>
          <p14:tracePt t="169792" x="4113213" y="4027488"/>
          <p14:tracePt t="169807" x="4148138" y="4035425"/>
          <p14:tracePt t="169824" x="4175125" y="4062413"/>
          <p14:tracePt t="169840" x="4192588" y="4079875"/>
          <p14:tracePt t="169856" x="4200525" y="4079875"/>
          <p14:tracePt t="169873" x="4217988" y="4087813"/>
          <p14:tracePt t="169890" x="4217988" y="4097338"/>
          <p14:tracePt t="170177" x="0" y="0"/>
        </p14:tracePtLst>
        <p14:tracePtLst>
          <p14:tracePt t="175469" x="1912938" y="4708525"/>
          <p14:tracePt t="175528" x="1973263" y="4708525"/>
          <p14:tracePt t="175544" x="1990725" y="4708525"/>
          <p14:tracePt t="175552" x="2008188" y="4708525"/>
          <p14:tracePt t="175560" x="2017713" y="4708525"/>
          <p14:tracePt t="175573" x="2035175" y="4708525"/>
          <p14:tracePt t="175589" x="2070100" y="4708525"/>
          <p14:tracePt t="175606" x="2157413" y="4718050"/>
          <p14:tracePt t="175608" x="2182813" y="4725988"/>
          <p14:tracePt t="175623" x="2244725" y="4725988"/>
          <p14:tracePt t="175624" x="2314575" y="4725988"/>
          <p14:tracePt t="175640" x="2462213" y="4725988"/>
          <p14:tracePt t="175656" x="2619375" y="4735513"/>
          <p14:tracePt t="175672" x="2716213" y="4743450"/>
          <p14:tracePt t="175689" x="2776538" y="4743450"/>
          <p14:tracePt t="175706" x="2820988" y="4743450"/>
          <p14:tracePt t="175722" x="2838450" y="4743450"/>
          <p14:tracePt t="175739" x="2846388" y="4752975"/>
          <p14:tracePt t="175756" x="2881313" y="4752975"/>
          <p14:tracePt t="175773" x="2898775" y="4752975"/>
          <p14:tracePt t="175789" x="2925763" y="4752975"/>
          <p14:tracePt t="175806" x="2943225" y="4760913"/>
          <p14:tracePt t="175808" x="2951163" y="4760913"/>
          <p14:tracePt t="175822" x="2960688" y="4760913"/>
          <p14:tracePt t="175839" x="2968625" y="4760913"/>
          <p14:tracePt t="175896" x="2978150" y="4760913"/>
          <p14:tracePt t="175904" x="2986088" y="4760913"/>
          <p14:tracePt t="175912" x="2995613" y="4760913"/>
          <p14:tracePt t="175922" x="3003550" y="4760913"/>
          <p14:tracePt t="175939" x="3021013" y="4760913"/>
          <p14:tracePt t="175956" x="3057525" y="4760913"/>
          <p14:tracePt t="175972" x="3074988" y="4752975"/>
          <p14:tracePt t="175989" x="3082925" y="4752975"/>
          <p14:tracePt t="176006" x="3100388" y="4752975"/>
          <p14:tracePt t="176007" x="3109913" y="4752975"/>
          <p14:tracePt t="176022" x="3117850" y="4752975"/>
          <p14:tracePt t="176024" x="3127375" y="4743450"/>
          <p14:tracePt t="176039" x="3135313" y="4743450"/>
          <p14:tracePt t="176056" x="3152775" y="4743450"/>
          <p14:tracePt t="176072" x="3187700" y="4743450"/>
          <p14:tracePt t="176089" x="3222625" y="4743450"/>
          <p14:tracePt t="176105" x="3257550" y="4743450"/>
          <p14:tracePt t="176122" x="3292475" y="4743450"/>
          <p14:tracePt t="176139" x="3319463" y="4743450"/>
          <p14:tracePt t="176156" x="3344863" y="4743450"/>
          <p14:tracePt t="176172" x="3379788" y="4743450"/>
          <p14:tracePt t="176189" x="3414713" y="4743450"/>
          <p14:tracePt t="176206" x="3449638" y="4743450"/>
          <p14:tracePt t="176208" x="3476625" y="4743450"/>
          <p14:tracePt t="176222" x="3502025" y="4743450"/>
          <p14:tracePt t="176224" x="3529013" y="4743450"/>
          <p14:tracePt t="176240" x="3571875" y="4743450"/>
          <p14:tracePt t="176256" x="3616325" y="4743450"/>
          <p14:tracePt t="176272" x="3633788" y="4743450"/>
          <p14:tracePt t="176289" x="3651250" y="4743450"/>
          <p14:tracePt t="176306" x="3659188" y="4743450"/>
          <p14:tracePt t="176322" x="3676650" y="4743450"/>
          <p14:tracePt t="176408" x="3676650" y="4735513"/>
          <p14:tracePt t="176417" x="3676650" y="4725988"/>
          <p14:tracePt t="176424" x="3686175" y="4725988"/>
          <p14:tracePt t="176440" x="3694113" y="4708525"/>
          <p14:tracePt t="176456" x="3711575" y="4691063"/>
          <p14:tracePt t="176472" x="3721100" y="4665663"/>
          <p14:tracePt t="176489" x="3721100" y="4648200"/>
          <p14:tracePt t="176506" x="3721100" y="4621213"/>
          <p14:tracePt t="176522" x="3721100" y="4595813"/>
          <p14:tracePt t="176539" x="3721100" y="4578350"/>
          <p14:tracePt t="176556" x="3711575" y="4551363"/>
          <p14:tracePt t="176572" x="3694113" y="4533900"/>
          <p14:tracePt t="176589" x="3668713" y="4508500"/>
          <p14:tracePt t="176606" x="3641725" y="4481513"/>
          <p14:tracePt t="176607" x="3624263" y="4473575"/>
          <p14:tracePt t="176622" x="3606800" y="4456113"/>
          <p14:tracePt t="176623" x="3598863" y="4456113"/>
          <p14:tracePt t="176639" x="3589338" y="4446588"/>
          <p14:tracePt t="176656" x="3581400" y="4438650"/>
          <p14:tracePt t="176672" x="3554413" y="4438650"/>
          <p14:tracePt t="176689" x="3546475" y="4429125"/>
          <p14:tracePt t="176706" x="3502025" y="4411663"/>
          <p14:tracePt t="176722" x="3467100" y="4411663"/>
          <p14:tracePt t="176739" x="3432175" y="4394200"/>
          <p14:tracePt t="176756" x="3432175" y="4386263"/>
          <p14:tracePt t="176772" x="3424238" y="4386263"/>
          <p14:tracePt t="176840" x="3414713" y="4386263"/>
          <p14:tracePt t="176848" x="3397250" y="4386263"/>
          <p14:tracePt t="176856" x="3379788" y="4386263"/>
          <p14:tracePt t="176872" x="3354388" y="4386263"/>
          <p14:tracePt t="176889" x="3319463" y="4386263"/>
          <p14:tracePt t="176906" x="3275013" y="4376738"/>
          <p14:tracePt t="176923" x="3267075" y="4376738"/>
          <p14:tracePt t="177008" x="3257550" y="4376738"/>
          <p14:tracePt t="177016" x="3257550" y="4368800"/>
          <p14:tracePt t="177024" x="3205163" y="4359275"/>
          <p14:tracePt t="177039" x="3082925" y="4341813"/>
          <p14:tracePt t="177056" x="2986088" y="4333875"/>
          <p14:tracePt t="177072" x="2881313" y="4324350"/>
          <p14:tracePt t="177089" x="2786063" y="4306888"/>
          <p14:tracePt t="177106" x="2751138" y="4306888"/>
          <p14:tracePt t="177122" x="2733675" y="4306888"/>
          <p14:tracePt t="177168" x="2724150" y="4306888"/>
          <p14:tracePt t="177176" x="2716213" y="4306888"/>
          <p14:tracePt t="177184" x="2663825" y="4306888"/>
          <p14:tracePt t="177192" x="2646363" y="4306888"/>
          <p14:tracePt t="177206" x="2619375" y="4306888"/>
          <p14:tracePt t="177207" x="2601913" y="4306888"/>
          <p14:tracePt t="177222" x="2566988" y="4306888"/>
          <p14:tracePt t="177224" x="2549525" y="4306888"/>
          <p14:tracePt t="177239" x="2514600" y="4306888"/>
          <p14:tracePt t="177255" x="2479675" y="4306888"/>
          <p14:tracePt t="177280" x="2471738" y="4316413"/>
          <p14:tracePt t="177296" x="2462213" y="4316413"/>
          <p14:tracePt t="177305" x="2462213" y="4324350"/>
          <p14:tracePt t="177322" x="2427288" y="4333875"/>
          <p14:tracePt t="177339" x="2392363" y="4333875"/>
          <p14:tracePt t="177356" x="2374900" y="4341813"/>
          <p14:tracePt t="177372" x="2332038" y="4359275"/>
          <p14:tracePt t="177389" x="2314575" y="4368800"/>
          <p14:tracePt t="177406" x="2287588" y="4376738"/>
          <p14:tracePt t="177407" x="2270125" y="4386263"/>
          <p14:tracePt t="177422" x="2262188" y="4394200"/>
          <p14:tracePt t="177423" x="2262188" y="4403725"/>
          <p14:tracePt t="177440" x="2235200" y="4421188"/>
          <p14:tracePt t="177456" x="2217738" y="4464050"/>
          <p14:tracePt t="177472" x="2209800" y="4491038"/>
          <p14:tracePt t="177489" x="2209800" y="4508500"/>
          <p14:tracePt t="177506" x="2227263" y="4533900"/>
          <p14:tracePt t="177522" x="2244725" y="4551363"/>
          <p14:tracePt t="177539" x="2262188" y="4560888"/>
          <p14:tracePt t="177555" x="2314575" y="4586288"/>
          <p14:tracePt t="177572" x="2357438" y="4595813"/>
          <p14:tracePt t="177589" x="2392363" y="4613275"/>
          <p14:tracePt t="177606" x="2454275" y="4630738"/>
          <p14:tracePt t="177607" x="2462213" y="4630738"/>
          <p14:tracePt t="177622" x="2497138" y="4630738"/>
          <p14:tracePt t="177624" x="2524125" y="4630738"/>
          <p14:tracePt t="177639" x="2549525" y="4638675"/>
          <p14:tracePt t="177656" x="2566988" y="4638675"/>
          <p14:tracePt t="177784" x="2559050" y="4638675"/>
          <p14:tracePt t="177793" x="0" y="0"/>
        </p14:tracePtLst>
        <p14:tracePtLst>
          <p14:tracePt t="182692" x="2846388" y="4743450"/>
          <p14:tracePt t="182752" x="2838450" y="4743450"/>
          <p14:tracePt t="182761" x="2838450" y="4735513"/>
          <p14:tracePt t="182771" x="2803525" y="4718050"/>
          <p14:tracePt t="182789" x="2768600" y="4700588"/>
          <p14:tracePt t="182805" x="2733675" y="4673600"/>
          <p14:tracePt t="182821" x="2681288" y="4665663"/>
          <p14:tracePt t="182824" x="2671763" y="4665663"/>
          <p14:tracePt t="182838" x="2663825" y="4656138"/>
          <p14:tracePt t="182840" x="2646363" y="4656138"/>
          <p14:tracePt t="182856" x="2636838" y="4648200"/>
          <p14:tracePt t="182872" x="2611438" y="4648200"/>
          <p14:tracePt t="182889" x="2584450" y="4648200"/>
          <p14:tracePt t="182905" x="2566988" y="4648200"/>
          <p14:tracePt t="182922" x="2559050" y="4648200"/>
          <p14:tracePt t="182938" x="2541588" y="4648200"/>
          <p14:tracePt t="182955" x="2506663" y="4648200"/>
          <p14:tracePt t="182972" x="2479675" y="4648200"/>
          <p14:tracePt t="182988" x="2454275" y="4648200"/>
          <p14:tracePt t="183005" x="2427288" y="4648200"/>
          <p14:tracePt t="183021" x="2374900" y="4648200"/>
          <p14:tracePt t="183038" x="2332038" y="4648200"/>
          <p14:tracePt t="183039" x="2305050" y="4648200"/>
          <p14:tracePt t="183055" x="2262188" y="4648200"/>
          <p14:tracePt t="183072" x="2217738" y="4648200"/>
          <p14:tracePt t="183088" x="2174875" y="4648200"/>
          <p14:tracePt t="183105" x="2165350" y="4648200"/>
          <p14:tracePt t="183121" x="2157413" y="4648200"/>
          <p14:tracePt t="183168" x="2147888" y="4648200"/>
          <p14:tracePt t="183176" x="2060575" y="4656138"/>
          <p14:tracePt t="183188" x="2035175" y="4656138"/>
          <p14:tracePt t="183205" x="1955800" y="4656138"/>
          <p14:tracePt t="183221" x="1851025" y="4656138"/>
          <p14:tracePt t="183238" x="1773238" y="4656138"/>
          <p14:tracePt t="183239" x="1746250" y="4656138"/>
          <p14:tracePt t="183255" x="1728788" y="4656138"/>
          <p14:tracePt t="183256" x="1720850" y="4656138"/>
          <p14:tracePt t="183272" x="1711325" y="4665663"/>
          <p14:tracePt t="183288" x="1703388" y="4665663"/>
          <p14:tracePt t="183312" x="1703388" y="4673600"/>
          <p14:tracePt t="183322" x="1693863" y="4673600"/>
          <p14:tracePt t="183338" x="1685925" y="4683125"/>
          <p14:tracePt t="183355" x="1658938" y="4700588"/>
          <p14:tracePt t="183371" x="1641475" y="4743450"/>
          <p14:tracePt t="183388" x="1606550" y="4760913"/>
          <p14:tracePt t="183405" x="1606550" y="4778375"/>
          <p14:tracePt t="183422" x="1589088" y="4795838"/>
          <p14:tracePt t="183423" x="1589088" y="4813300"/>
          <p14:tracePt t="183438" x="1589088" y="4822825"/>
          <p14:tracePt t="183440" x="1589088" y="4840288"/>
          <p14:tracePt t="183455" x="1589088" y="4848225"/>
          <p14:tracePt t="183456" x="1589088" y="4857750"/>
          <p14:tracePt t="183472" x="1589088" y="4875213"/>
          <p14:tracePt t="183488" x="1606550" y="4910138"/>
          <p14:tracePt t="183505" x="1633538" y="4935538"/>
          <p14:tracePt t="183522" x="1668463" y="4987925"/>
          <p14:tracePt t="183538" x="1693863" y="5022850"/>
          <p14:tracePt t="183555" x="1711325" y="5032375"/>
          <p14:tracePt t="183571" x="1738313" y="5049838"/>
          <p14:tracePt t="183588" x="1755775" y="5067300"/>
          <p14:tracePt t="183605" x="1781175" y="5084763"/>
          <p14:tracePt t="183622" x="1808163" y="5092700"/>
          <p14:tracePt t="183623" x="1816100" y="5092700"/>
          <p14:tracePt t="183638" x="1825625" y="5092700"/>
          <p14:tracePt t="183639" x="1833563" y="5102225"/>
          <p14:tracePt t="183654" x="1843088" y="5102225"/>
          <p14:tracePt t="183655" x="1860550" y="5102225"/>
          <p14:tracePt t="183671" x="1903413" y="5102225"/>
          <p14:tracePt t="183688" x="1955800" y="5102225"/>
          <p14:tracePt t="183704" x="2043113" y="5102225"/>
          <p14:tracePt t="183721" x="2130425" y="5102225"/>
          <p14:tracePt t="183738" x="2200275" y="5102225"/>
          <p14:tracePt t="183755" x="2217738" y="5102225"/>
          <p14:tracePt t="183772" x="2235200" y="5102225"/>
          <p14:tracePt t="183788" x="2262188" y="5102225"/>
          <p14:tracePt t="183805" x="2287588" y="5092700"/>
          <p14:tracePt t="183821" x="2314575" y="5084763"/>
          <p14:tracePt t="183838" x="2349500" y="5075238"/>
          <p14:tracePt t="183839" x="2366963" y="5067300"/>
          <p14:tracePt t="183855" x="2384425" y="5067300"/>
          <p14:tracePt t="183856" x="2392363" y="5067300"/>
          <p14:tracePt t="183872" x="2444750" y="5067300"/>
          <p14:tracePt t="183888" x="2489200" y="5067300"/>
          <p14:tracePt t="183905" x="2514600" y="5067300"/>
          <p14:tracePt t="183921" x="2541588" y="5067300"/>
          <p14:tracePt t="183938" x="2549525" y="5067300"/>
          <p14:tracePt t="183955" x="2559050" y="5057775"/>
          <p14:tracePt t="183977" x="2566988" y="5057775"/>
          <p14:tracePt t="183992" x="2576513" y="5057775"/>
          <p14:tracePt t="184005" x="2584450" y="5057775"/>
          <p14:tracePt t="184021" x="2601913" y="5057775"/>
          <p14:tracePt t="184023" x="2611438" y="5057775"/>
          <p14:tracePt t="184038" x="2619375" y="5057775"/>
          <p14:tracePt t="184039" x="2646363" y="5057775"/>
          <p14:tracePt t="184055" x="2654300" y="5057775"/>
          <p14:tracePt t="184056" x="2671763" y="5057775"/>
          <p14:tracePt t="184072" x="2698750" y="5049838"/>
          <p14:tracePt t="184088" x="2716213" y="5049838"/>
          <p14:tracePt t="184105" x="2724150" y="5049838"/>
          <p14:tracePt t="184121" x="2733675" y="5049838"/>
          <p14:tracePt t="184138" x="2741613" y="5049838"/>
          <p14:tracePt t="184154" x="2741613" y="5040313"/>
          <p14:tracePt t="184171" x="2751138" y="5040313"/>
          <p14:tracePt t="184320" x="2751138" y="5032375"/>
          <p14:tracePt t="184328" x="2759075" y="5032375"/>
          <p14:tracePt t="184338" x="2776538" y="5022850"/>
          <p14:tracePt t="184355" x="2811463" y="4997450"/>
          <p14:tracePt t="184357" x="0" y="0"/>
        </p14:tracePtLst>
        <p14:tracePtLst>
          <p14:tracePt t="184980" x="3414713" y="4708525"/>
          <p14:tracePt t="185032" x="3432175" y="4708525"/>
          <p14:tracePt t="185040" x="3441700" y="4708525"/>
          <p14:tracePt t="185056" x="3449638" y="4708525"/>
          <p14:tracePt t="185064" x="3467100" y="4708525"/>
          <p14:tracePt t="185080" x="3484563" y="4708525"/>
          <p14:tracePt t="185088" x="3511550" y="4718050"/>
          <p14:tracePt t="185105" x="3589338" y="4725988"/>
          <p14:tracePt t="185121" x="3624263" y="4725988"/>
          <p14:tracePt t="185138" x="3686175" y="4735513"/>
          <p14:tracePt t="185154" x="3694113" y="4735513"/>
          <p14:tracePt t="185248" x="3703638" y="4735513"/>
          <p14:tracePt t="185256" x="3703638" y="4725988"/>
          <p14:tracePt t="185264" x="3711575" y="4718050"/>
          <p14:tracePt t="185288" x="3729038" y="4708525"/>
          <p14:tracePt t="185304" x="3738563" y="4700588"/>
          <p14:tracePt t="185312" x="3756025" y="4691063"/>
          <p14:tracePt t="185336" x="3763963" y="4683125"/>
          <p14:tracePt t="185344" x="3763963" y="4665663"/>
          <p14:tracePt t="185354" x="3773488" y="4665663"/>
          <p14:tracePt t="185371" x="3781425" y="4656138"/>
          <p14:tracePt t="185388" x="3781425" y="4648200"/>
          <p14:tracePt t="185404" x="3773488" y="4621213"/>
          <p14:tracePt t="185421" x="3763963" y="4595813"/>
          <p14:tracePt t="185438" x="3746500" y="4578350"/>
          <p14:tracePt t="185439" x="3738563" y="4568825"/>
          <p14:tracePt t="185454" x="3729038" y="4560888"/>
          <p14:tracePt t="185455" x="3729038" y="4551363"/>
          <p14:tracePt t="185471" x="3711575" y="4543425"/>
          <p14:tracePt t="185488" x="3703638" y="4533900"/>
          <p14:tracePt t="185504" x="3686175" y="4525963"/>
          <p14:tracePt t="185521" x="3668713" y="4508500"/>
          <p14:tracePt t="185538" x="3651250" y="4508500"/>
          <p14:tracePt t="185554" x="3633788" y="4498975"/>
          <p14:tracePt t="185571" x="3624263" y="4491038"/>
          <p14:tracePt t="185588" x="3606800" y="4481513"/>
          <p14:tracePt t="185604" x="3598863" y="4481513"/>
          <p14:tracePt t="185621" x="3581400" y="4481513"/>
          <p14:tracePt t="185696" x="3563938" y="4473575"/>
          <p14:tracePt t="185704" x="3536950" y="4473575"/>
          <p14:tracePt t="185712" x="3484563" y="4473575"/>
          <p14:tracePt t="185721" x="3449638" y="4473575"/>
          <p14:tracePt t="185738" x="3406775" y="4473575"/>
          <p14:tracePt t="185754" x="3362325" y="4473575"/>
          <p14:tracePt t="185771" x="3319463" y="4473575"/>
          <p14:tracePt t="185809" x="3309938" y="4473575"/>
          <p14:tracePt t="185832" x="3309938" y="4481513"/>
          <p14:tracePt t="185840" x="3302000" y="4481513"/>
          <p14:tracePt t="185848" x="3302000" y="4491038"/>
          <p14:tracePt t="185856" x="3284538" y="4498975"/>
          <p14:tracePt t="185871" x="3267075" y="4508500"/>
          <p14:tracePt t="185887" x="3257550" y="4533900"/>
          <p14:tracePt t="185904" x="3257550" y="4551363"/>
          <p14:tracePt t="185921" x="3257550" y="4578350"/>
          <p14:tracePt t="185938" x="3257550" y="4586288"/>
          <p14:tracePt t="185954" x="3275013" y="4595813"/>
          <p14:tracePt t="185971" x="3284538" y="4595813"/>
          <p14:tracePt t="185988" x="3302000" y="4595813"/>
          <p14:tracePt t="186004" x="3309938" y="4603750"/>
          <p14:tracePt t="186021" x="3327400" y="4613275"/>
          <p14:tracePt t="186040" x="3336925" y="4613275"/>
          <p14:tracePt t="186054" x="3344863" y="4613275"/>
          <p14:tracePt t="186337" x="0" y="0"/>
        </p14:tracePtLst>
        <p14:tracePtLst>
          <p14:tracePt t="186908" x="3232150" y="4935538"/>
          <p14:tracePt t="186912" x="3240088" y="4935538"/>
          <p14:tracePt t="186928" x="3249613" y="4935538"/>
          <p14:tracePt t="186937" x="3249613" y="4945063"/>
          <p14:tracePt t="186954" x="3275013" y="4953000"/>
          <p14:tracePt t="186971" x="3309938" y="4970463"/>
          <p14:tracePt t="186988" x="3354388" y="4997450"/>
          <p14:tracePt t="187004" x="3441700" y="5022850"/>
          <p14:tracePt t="187021" x="3494088" y="5040313"/>
          <p14:tracePt t="187037" x="3571875" y="5057775"/>
          <p14:tracePt t="187054" x="3633788" y="5067300"/>
          <p14:tracePt t="187056" x="3641725" y="5067300"/>
          <p14:tracePt t="187071" x="3659188" y="5067300"/>
          <p14:tracePt t="187073" x="3676650" y="5067300"/>
          <p14:tracePt t="187088" x="3686175" y="5067300"/>
          <p14:tracePt t="187104" x="3703638" y="5067300"/>
          <p14:tracePt t="187121" x="3729038" y="5067300"/>
          <p14:tracePt t="187137" x="3738563" y="5067300"/>
          <p14:tracePt t="187154" x="3763963" y="5067300"/>
          <p14:tracePt t="187171" x="3781425" y="5057775"/>
          <p14:tracePt t="187188" x="3808413" y="5057775"/>
          <p14:tracePt t="187204" x="3833813" y="5057775"/>
          <p14:tracePt t="187221" x="3851275" y="5057775"/>
          <p14:tracePt t="187237" x="3886200" y="5057775"/>
          <p14:tracePt t="187254" x="3913188" y="5057775"/>
          <p14:tracePt t="187256" x="3930650" y="5057775"/>
          <p14:tracePt t="187271" x="3965575" y="5057775"/>
          <p14:tracePt t="187288" x="4000500" y="5057775"/>
          <p14:tracePt t="187304" x="4008438" y="5057775"/>
          <p14:tracePt t="187328" x="4017963" y="5057775"/>
          <p14:tracePt t="187337" x="4017963" y="5049838"/>
          <p14:tracePt t="187354" x="4017963" y="5040313"/>
          <p14:tracePt t="187371" x="4008438" y="5014913"/>
          <p14:tracePt t="187387" x="3983038" y="4962525"/>
          <p14:tracePt t="187404" x="3956050" y="4918075"/>
          <p14:tracePt t="187421" x="3938588" y="4883150"/>
          <p14:tracePt t="187437" x="3921125" y="4875213"/>
          <p14:tracePt t="187454" x="3903663" y="4857750"/>
          <p14:tracePt t="187471" x="3886200" y="4848225"/>
          <p14:tracePt t="187496" x="3878263" y="4848225"/>
          <p14:tracePt t="187504" x="3868738" y="4848225"/>
          <p14:tracePt t="187521" x="3860800" y="4840288"/>
          <p14:tracePt t="187537" x="3843338" y="4830763"/>
          <p14:tracePt t="187560" x="3833813" y="4830763"/>
          <p14:tracePt t="187889" x="0" y="0"/>
        </p14:tracePtLst>
        <p14:tracePtLst>
          <p14:tracePt t="206900" x="6419850" y="2219325"/>
          <p14:tracePt t="206904" x="6410325" y="2227263"/>
          <p14:tracePt t="206917" x="6402388" y="2244725"/>
          <p14:tracePt t="206934" x="6392863" y="2262188"/>
          <p14:tracePt t="206936" x="6384925" y="2279650"/>
          <p14:tracePt t="206952" x="6367463" y="2289175"/>
          <p14:tracePt t="206968" x="6357938" y="2314575"/>
          <p14:tracePt t="206984" x="6340475" y="2341563"/>
          <p14:tracePt t="207001" x="6323013" y="2419350"/>
          <p14:tracePt t="207018" x="6305550" y="2471738"/>
          <p14:tracePt t="207034" x="6288088" y="2628900"/>
          <p14:tracePt t="207051" x="6270625" y="2760663"/>
          <p14:tracePt t="207068" x="6262688" y="2805113"/>
          <p14:tracePt t="207084" x="6253163" y="2857500"/>
          <p14:tracePt t="207101" x="6253163" y="2909888"/>
          <p14:tracePt t="207117" x="6253163" y="2962275"/>
          <p14:tracePt t="207134" x="6253163" y="2997200"/>
          <p14:tracePt t="207135" x="6262688" y="3022600"/>
          <p14:tracePt t="207151" x="6280150" y="3109913"/>
          <p14:tracePt t="207168" x="6323013" y="3206750"/>
          <p14:tracePt t="207185" x="6375400" y="3249613"/>
          <p14:tracePt t="207201" x="6402388" y="3284538"/>
          <p14:tracePt t="207217" x="6437313" y="3311525"/>
          <p14:tracePt t="207234" x="6454775" y="3328988"/>
          <p14:tracePt t="207252" x="6480175" y="3336925"/>
          <p14:tracePt t="207267" x="6489700" y="3346450"/>
          <p14:tracePt t="207284" x="6507163" y="3346450"/>
          <p14:tracePt t="207301" x="6532563" y="3346450"/>
          <p14:tracePt t="207318" x="6550025" y="3346450"/>
          <p14:tracePt t="207319" x="6567488" y="3346450"/>
          <p14:tracePt t="207334" x="6577013" y="3346450"/>
          <p14:tracePt t="207335" x="6584950" y="3346450"/>
          <p14:tracePt t="207351" x="6611938" y="3346450"/>
          <p14:tracePt t="207368" x="6637338" y="3336925"/>
          <p14:tracePt t="207384" x="6664325" y="3336925"/>
          <p14:tracePt t="207401" x="6681788" y="3319463"/>
          <p14:tracePt t="207418" x="6699250" y="3311525"/>
          <p14:tracePt t="207434" x="6734175" y="3294063"/>
          <p14:tracePt t="207451" x="6751638" y="3267075"/>
          <p14:tracePt t="207468" x="6769100" y="3249613"/>
          <p14:tracePt t="207484" x="6794500" y="3224213"/>
          <p14:tracePt t="207501" x="6811963" y="3206750"/>
          <p14:tracePt t="207518" x="6829425" y="3189288"/>
          <p14:tracePt t="207519" x="6838950" y="3171825"/>
          <p14:tracePt t="207534" x="6838950" y="3154363"/>
          <p14:tracePt t="207536" x="6846888" y="3144838"/>
          <p14:tracePt t="207551" x="6856413" y="3057525"/>
          <p14:tracePt t="207568" x="6873875" y="2979738"/>
          <p14:tracePt t="207584" x="6873875" y="2917825"/>
          <p14:tracePt t="207601" x="6881813" y="2865438"/>
          <p14:tracePt t="207617" x="6881813" y="2840038"/>
          <p14:tracePt t="207634" x="6881813" y="2787650"/>
          <p14:tracePt t="207651" x="6881813" y="2752725"/>
          <p14:tracePt t="207668" x="6864350" y="2716213"/>
          <p14:tracePt t="207684" x="6838950" y="2690813"/>
          <p14:tracePt t="207701" x="6811963" y="2663825"/>
          <p14:tracePt t="207718" x="6794500" y="2638425"/>
          <p14:tracePt t="207719" x="6777038" y="2628900"/>
          <p14:tracePt t="207734" x="6769100" y="2620963"/>
          <p14:tracePt t="207751" x="6734175" y="2603500"/>
          <p14:tracePt t="207769" x="6699250" y="2586038"/>
          <p14:tracePt t="207784" x="6619875" y="2576513"/>
          <p14:tracePt t="207801" x="6577013" y="2576513"/>
          <p14:tracePt t="207818" x="6550025" y="2568575"/>
          <p14:tracePt t="207834" x="6532563" y="2568575"/>
          <p14:tracePt t="207851" x="6524625" y="2568575"/>
          <p14:tracePt t="207872" x="6515100" y="2568575"/>
          <p14:tracePt t="207889" x="6515100" y="2576513"/>
          <p14:tracePt t="207901" x="6497638" y="2586038"/>
          <p14:tracePt t="207918" x="6437313" y="2628900"/>
          <p14:tracePt t="207934" x="6332538" y="2681288"/>
          <p14:tracePt t="207935" x="6280150" y="2760663"/>
          <p14:tracePt t="207951" x="6157913" y="2840038"/>
          <p14:tracePt t="207968" x="6069013" y="2900363"/>
          <p14:tracePt t="207984" x="6016625" y="2979738"/>
          <p14:tracePt t="208001" x="5991225" y="3040063"/>
          <p14:tracePt t="208018" x="5973763" y="3092450"/>
          <p14:tracePt t="208034" x="5973763" y="3127375"/>
          <p14:tracePt t="208051" x="5999163" y="3144838"/>
          <p14:tracePt t="208068" x="6026150" y="3171825"/>
          <p14:tracePt t="208084" x="6061075" y="3189288"/>
          <p14:tracePt t="208101" x="6113463" y="3214688"/>
          <p14:tracePt t="208118" x="6165850" y="3232150"/>
          <p14:tracePt t="208134" x="6200775" y="3232150"/>
          <p14:tracePt t="208136" x="6218238" y="3232150"/>
          <p14:tracePt t="208151" x="6227763" y="3232150"/>
          <p14:tracePt t="208152" x="6253163" y="3232150"/>
          <p14:tracePt t="208167" x="6262688" y="3232150"/>
          <p14:tracePt t="208184" x="6280150" y="3232150"/>
          <p14:tracePt t="208208" x="6280150" y="3224213"/>
          <p14:tracePt t="208217" x="6288088" y="3224213"/>
          <p14:tracePt t="208234" x="6297613" y="3214688"/>
          <p14:tracePt t="208251" x="6315075" y="3197225"/>
          <p14:tracePt t="208268" x="6332538" y="3179763"/>
          <p14:tracePt t="208284" x="6350000" y="3171825"/>
          <p14:tracePt t="208301" x="6357938" y="3162300"/>
          <p14:tracePt t="208317" x="6357938" y="3154363"/>
          <p14:tracePt t="208368" x="6367463" y="3154363"/>
          <p14:tracePt t="208376" x="6392863" y="3154363"/>
          <p14:tracePt t="208384" x="6402388" y="3154363"/>
          <p14:tracePt t="208408" x="6410325" y="3154363"/>
          <p14:tracePt t="208417" x="6419850" y="3154363"/>
          <p14:tracePt t="208832" x="6462713" y="3119438"/>
          <p14:tracePt t="208840" x="6480175" y="3101975"/>
          <p14:tracePt t="208851" x="6489700" y="3092450"/>
          <p14:tracePt t="208867" x="6515100" y="3049588"/>
          <p14:tracePt t="208884" x="6559550" y="3022600"/>
          <p14:tracePt t="208901" x="6594475" y="2997200"/>
          <p14:tracePt t="208917" x="6611938" y="2987675"/>
          <p14:tracePt t="209169" x="0" y="0"/>
        </p14:tracePtLst>
        <p14:tracePtLst>
          <p14:tracePt t="211692" x="6794500" y="2840038"/>
          <p14:tracePt t="211704" x="6794500" y="2830513"/>
          <p14:tracePt t="211712" x="6794500" y="2822575"/>
          <p14:tracePt t="211728" x="6786563" y="2813050"/>
          <p14:tracePt t="211736" x="6777038" y="2787650"/>
          <p14:tracePt t="211752" x="6769100" y="2770188"/>
          <p14:tracePt t="211768" x="6742113" y="2733675"/>
          <p14:tracePt t="211784" x="6716713" y="2698750"/>
          <p14:tracePt t="211800" x="6699250" y="2681288"/>
          <p14:tracePt t="211817" x="6672263" y="2655888"/>
          <p14:tracePt t="211834" x="6664325" y="2628900"/>
          <p14:tracePt t="211850" x="6646863" y="2620963"/>
          <p14:tracePt t="211928" x="6637338" y="2620963"/>
          <p14:tracePt t="211936" x="6619875" y="2620963"/>
          <p14:tracePt t="211944" x="6594475" y="2620963"/>
          <p14:tracePt t="211952" x="6559550" y="2620963"/>
          <p14:tracePt t="211968" x="6489700" y="2628900"/>
          <p14:tracePt t="211984" x="6445250" y="2638425"/>
          <p14:tracePt t="212000" x="6419850" y="2646363"/>
          <p14:tracePt t="212017" x="6410325" y="2655888"/>
          <p14:tracePt t="212033" x="6402388" y="2673350"/>
          <p14:tracePt t="212056" x="6392863" y="2673350"/>
          <p14:tracePt t="212067" x="6392863" y="2681288"/>
          <p14:tracePt t="212084" x="6375400" y="2690813"/>
          <p14:tracePt t="212100" x="6367463" y="2708275"/>
          <p14:tracePt t="212117" x="6350000" y="2760663"/>
          <p14:tracePt t="212133" x="6340475" y="2847975"/>
          <p14:tracePt t="212150" x="6340475" y="2927350"/>
          <p14:tracePt t="212152" x="6340475" y="2997200"/>
          <p14:tracePt t="212167" x="6367463" y="3049588"/>
          <p14:tracePt t="212184" x="6410325" y="3109913"/>
          <p14:tracePt t="212200" x="6454775" y="3136900"/>
          <p14:tracePt t="212217" x="6480175" y="3154363"/>
          <p14:tracePt t="212234" x="6507163" y="3171825"/>
          <p14:tracePt t="212250" x="6559550" y="3189288"/>
          <p14:tracePt t="212267" x="6584950" y="3197225"/>
          <p14:tracePt t="212284" x="6611938" y="3197225"/>
          <p14:tracePt t="212300" x="6619875" y="3197225"/>
          <p14:tracePt t="212317" x="6629400" y="3197225"/>
          <p14:tracePt t="212334" x="6654800" y="3189288"/>
          <p14:tracePt t="212335" x="6664325" y="3179763"/>
          <p14:tracePt t="212350" x="6672263" y="3171825"/>
          <p14:tracePt t="212352" x="6689725" y="3154363"/>
          <p14:tracePt t="212367" x="6734175" y="3119438"/>
          <p14:tracePt t="212384" x="6769100" y="3084513"/>
          <p14:tracePt t="212401" x="6777038" y="3049588"/>
          <p14:tracePt t="212417" x="6786563" y="3014663"/>
          <p14:tracePt t="212433" x="6794500" y="2997200"/>
          <p14:tracePt t="212450" x="6794500" y="2987675"/>
          <p14:tracePt t="212833" x="0" y="0"/>
        </p14:tracePtLst>
        <p14:tracePtLst>
          <p14:tracePt t="215468" x="8977313" y="3267075"/>
          <p14:tracePt t="215552" x="8969375" y="3259138"/>
          <p14:tracePt t="215560" x="8934450" y="3241675"/>
          <p14:tracePt t="215568" x="8924925" y="3232150"/>
          <p14:tracePt t="215584" x="8899525" y="3206750"/>
          <p14:tracePt t="215600" x="8864600" y="3179763"/>
          <p14:tracePt t="215616" x="8855075" y="3162300"/>
          <p14:tracePt t="215633" x="8847138" y="3144838"/>
          <p14:tracePt t="215650" x="8837613" y="3136900"/>
          <p14:tracePt t="215666" x="8837613" y="3127375"/>
          <p14:tracePt t="215696" x="8837613" y="3119438"/>
          <p14:tracePt t="215704" x="8837613" y="3109913"/>
          <p14:tracePt t="215716" x="8837613" y="3101975"/>
          <p14:tracePt t="215733" x="8847138" y="3084513"/>
          <p14:tracePt t="215750" x="8855075" y="3067050"/>
          <p14:tracePt t="215751" x="8855075" y="3049588"/>
          <p14:tracePt t="215766" x="8864600" y="3049588"/>
          <p14:tracePt t="215768" x="8872538" y="3049588"/>
          <p14:tracePt t="215783" x="8882063" y="3032125"/>
          <p14:tracePt t="215800" x="8899525" y="3022600"/>
          <p14:tracePt t="215816" x="8907463" y="3014663"/>
          <p14:tracePt t="215833" x="8924925" y="3005138"/>
          <p14:tracePt t="215850" x="8934450" y="2970213"/>
          <p14:tracePt t="215866" x="8959850" y="2962275"/>
          <p14:tracePt t="215883" x="8969375" y="2935288"/>
          <p14:tracePt t="215900" x="8986838" y="2927350"/>
          <p14:tracePt t="215916" x="9004300" y="2892425"/>
          <p14:tracePt t="215933" x="9021763" y="2882900"/>
          <p14:tracePt t="215950" x="9029700" y="2857500"/>
          <p14:tracePt t="215951" x="9047163" y="2847975"/>
          <p14:tracePt t="215967" x="9056688" y="2840038"/>
          <p14:tracePt t="215968" x="9056688" y="2830513"/>
          <p14:tracePt t="215983" x="9082088" y="2805113"/>
          <p14:tracePt t="216000" x="9109075" y="2770188"/>
          <p14:tracePt t="216016" x="9126538" y="2743200"/>
          <p14:tracePt t="216033" x="9161463" y="2708275"/>
          <p14:tracePt t="216050" x="9188450" y="2681288"/>
          <p14:tracePt t="216067" x="9188450" y="2663825"/>
          <p14:tracePt t="216083" x="9196388" y="2655888"/>
          <p14:tracePt t="216100" x="9205913" y="2646363"/>
          <p14:tracePt t="216121" x="9213850" y="2638425"/>
          <p14:tracePt t="216133" x="9223375" y="2628900"/>
          <p14:tracePt t="216150" x="9231313" y="2620963"/>
          <p14:tracePt t="216151" x="9240838" y="2620963"/>
          <p14:tracePt t="216167" x="9248775" y="2611438"/>
          <p14:tracePt t="216168" x="9258300" y="2603500"/>
          <p14:tracePt t="216183" x="9275763" y="2603500"/>
          <p14:tracePt t="216200" x="9283700" y="2586038"/>
          <p14:tracePt t="216216" x="9293225" y="2576513"/>
          <p14:tracePt t="216233" x="9301163" y="2576513"/>
          <p14:tracePt t="216250" x="9301163" y="2568575"/>
          <p14:tracePt t="216267" x="9310688" y="2559050"/>
          <p14:tracePt t="216283" x="9328150" y="2559050"/>
          <p14:tracePt t="216300" x="9336088" y="2559050"/>
          <p14:tracePt t="216316" x="9353550" y="2551113"/>
          <p14:tracePt t="216333" x="9363075" y="2551113"/>
          <p14:tracePt t="216432" x="9371013" y="2551113"/>
          <p14:tracePt t="216456" x="9380538" y="2551113"/>
          <p14:tracePt t="216464" x="9450388" y="2576513"/>
          <p14:tracePt t="216472" x="9502775" y="2593975"/>
          <p14:tracePt t="216483" x="9563100" y="2603500"/>
          <p14:tracePt t="216499" x="9650413" y="2628900"/>
          <p14:tracePt t="216516" x="9685338" y="2638425"/>
          <p14:tracePt t="216533" x="9729788" y="2646363"/>
          <p14:tracePt t="216550" x="9737725" y="2646363"/>
          <p14:tracePt t="216592" x="9737725" y="2655888"/>
          <p14:tracePt t="216608" x="9747250" y="2655888"/>
          <p14:tracePt t="216616" x="9747250" y="2663825"/>
          <p14:tracePt t="216632" x="9755188" y="2663825"/>
          <p14:tracePt t="216640" x="9764713" y="2681288"/>
          <p14:tracePt t="216649" x="9772650" y="2690813"/>
          <p14:tracePt t="216666" x="9782175" y="2708275"/>
          <p14:tracePt t="216683" x="9799638" y="2733675"/>
          <p14:tracePt t="216700" x="9817100" y="2752725"/>
          <p14:tracePt t="216716" x="9817100" y="2760663"/>
          <p14:tracePt t="216733" x="9834563" y="2778125"/>
          <p14:tracePt t="216750" x="9834563" y="2795588"/>
          <p14:tracePt t="216766" x="9842500" y="2805113"/>
          <p14:tracePt t="216768" x="9842500" y="2813050"/>
          <p14:tracePt t="216783" x="9852025" y="2813050"/>
          <p14:tracePt t="216785" x="9852025" y="2822575"/>
          <p14:tracePt t="216800" x="9859963" y="2840038"/>
          <p14:tracePt t="216816" x="9859963" y="2857500"/>
          <p14:tracePt t="216833" x="9869488" y="2882900"/>
          <p14:tracePt t="216849" x="9877425" y="2892425"/>
          <p14:tracePt t="216866" x="9886950" y="2909888"/>
          <p14:tracePt t="216883" x="9894888" y="2935288"/>
          <p14:tracePt t="216899" x="9894888" y="2944813"/>
          <p14:tracePt t="216916" x="9904413" y="2962275"/>
          <p14:tracePt t="216933" x="9921875" y="2987675"/>
          <p14:tracePt t="216950" x="9929813" y="3005138"/>
          <p14:tracePt t="216951" x="9947275" y="3014663"/>
          <p14:tracePt t="216968" x="9947275" y="3022600"/>
          <p14:tracePt t="216984" x="9956800" y="3032125"/>
          <p14:tracePt t="217008" x="9956800" y="3040063"/>
          <p14:tracePt t="217016" x="9964738" y="3049588"/>
          <p14:tracePt t="217040" x="9964738" y="3057525"/>
          <p14:tracePt t="217050" x="9956800" y="3067050"/>
          <p14:tracePt t="217066" x="9929813" y="3084513"/>
          <p14:tracePt t="217083" x="9912350" y="3101975"/>
          <p14:tracePt t="217100" x="9852025" y="3127375"/>
          <p14:tracePt t="217116" x="9817100" y="3144838"/>
          <p14:tracePt t="217133" x="9737725" y="3162300"/>
          <p14:tracePt t="217149" x="9685338" y="3179763"/>
          <p14:tracePt t="217151" x="9642475" y="3179763"/>
          <p14:tracePt t="217166" x="9580563" y="3179763"/>
          <p14:tracePt t="217167" x="9545638" y="3179763"/>
          <p14:tracePt t="217183" x="9528175" y="3179763"/>
          <p14:tracePt t="217185" x="9502775" y="3189288"/>
          <p14:tracePt t="217200" x="9450388" y="3189288"/>
          <p14:tracePt t="217216" x="9415463" y="3197225"/>
          <p14:tracePt t="217233" x="9405938" y="3197225"/>
          <p14:tracePt t="217249" x="9398000" y="3197225"/>
          <p14:tracePt t="217360" x="9388475" y="3197225"/>
          <p14:tracePt t="217368" x="9380538" y="3206750"/>
          <p14:tracePt t="217376" x="9371013" y="3206750"/>
          <p14:tracePt t="217379" x="0" y="0"/>
        </p14:tracePtLst>
        <p14:tracePtLst>
          <p14:tracePt t="220795" x="8767763" y="3328988"/>
          <p14:tracePt t="220984" x="8767763" y="3319463"/>
          <p14:tracePt t="220992" x="8767763" y="3311525"/>
          <p14:tracePt t="221008" x="8767763" y="3302000"/>
          <p14:tracePt t="221016" x="8759825" y="3294063"/>
          <p14:tracePt t="221032" x="8750300" y="3284538"/>
          <p14:tracePt t="221049" x="8750300" y="3276600"/>
          <p14:tracePt t="221066" x="8742363" y="3276600"/>
          <p14:tracePt t="221083" x="8732838" y="3267075"/>
          <p14:tracePt t="221099" x="8732838" y="3259138"/>
          <p14:tracePt t="221116" x="8724900" y="3259138"/>
          <p14:tracePt t="221296" x="8715375" y="3259138"/>
          <p14:tracePt t="221320" x="8707438" y="3259138"/>
          <p14:tracePt t="221336" x="8697913" y="3259138"/>
          <p14:tracePt t="221344" x="8689975" y="3267075"/>
          <p14:tracePt t="221352" x="8680450" y="3267075"/>
          <p14:tracePt t="221376" x="8672513" y="3276600"/>
          <p14:tracePt t="221424" x="8662988" y="3284538"/>
          <p14:tracePt t="221472" x="8655050" y="3284538"/>
          <p14:tracePt t="221480" x="8655050" y="3294063"/>
          <p14:tracePt t="221504" x="8645525" y="3302000"/>
          <p14:tracePt t="221560" x="8645525" y="3311525"/>
          <p14:tracePt t="221608" x="8637588" y="3311525"/>
          <p14:tracePt t="221640" x="8637588" y="3319463"/>
          <p14:tracePt t="221648" x="8628063" y="3319463"/>
          <p14:tracePt t="221688" x="8620125" y="3328988"/>
          <p14:tracePt t="221704" x="8620125" y="3336925"/>
          <p14:tracePt t="221720" x="8610600" y="3336925"/>
          <p14:tracePt t="221728" x="8610600" y="3346450"/>
          <p14:tracePt t="221752" x="8602663" y="3346450"/>
          <p14:tracePt t="221776" x="8602663" y="3354388"/>
          <p14:tracePt t="221800" x="8593138" y="3354388"/>
          <p14:tracePt t="221808" x="8593138" y="3363913"/>
          <p14:tracePt t="221832" x="8593138" y="3371850"/>
          <p14:tracePt t="221880" x="8593138" y="3381375"/>
          <p14:tracePt t="221904" x="8593138" y="3389313"/>
          <p14:tracePt t="221920" x="8593138" y="3398838"/>
          <p14:tracePt t="221928" x="8602663" y="3406775"/>
          <p14:tracePt t="221936" x="8602663" y="3416300"/>
          <p14:tracePt t="221953" x="8610600" y="3416300"/>
          <p14:tracePt t="221968" x="8610600" y="3424238"/>
          <p14:tracePt t="221982" x="8620125" y="3424238"/>
          <p14:tracePt t="221984" x="8620125" y="3441700"/>
          <p14:tracePt t="221998" x="8628063" y="3441700"/>
          <p14:tracePt t="222015" x="8637588" y="3441700"/>
          <p14:tracePt t="222032" x="8637588" y="3451225"/>
          <p14:tracePt t="222049" x="8645525" y="3459163"/>
          <p14:tracePt t="222066" x="8655050" y="3459163"/>
          <p14:tracePt t="222136" x="8662988" y="3459163"/>
          <p14:tracePt t="222208" x="8672513" y="3459163"/>
          <p14:tracePt t="222216" x="8672513" y="3451225"/>
          <p14:tracePt t="222568" x="8680450" y="3451225"/>
          <p14:tracePt t="222689" x="8628063" y="3451225"/>
          <p14:tracePt t="222691" x="0" y="0"/>
        </p14:tracePtLst>
        <p14:tracePtLst>
          <p14:tracePt t="223349" x="2566988" y="2166938"/>
          <p14:tracePt t="223367" x="2566988" y="2157413"/>
          <p14:tracePt t="223376" x="2559050" y="2149475"/>
          <p14:tracePt t="223384" x="2549525" y="2149475"/>
          <p14:tracePt t="223399" x="2549525" y="2139950"/>
          <p14:tracePt t="223400" x="2532063" y="2122488"/>
          <p14:tracePt t="223415" x="2524125" y="2122488"/>
          <p14:tracePt t="223432" x="2506663" y="2114550"/>
          <p14:tracePt t="223448" x="2497138" y="2105025"/>
          <p14:tracePt t="223488" x="2489200" y="2105025"/>
          <p14:tracePt t="223496" x="2489200" y="2097088"/>
          <p14:tracePt t="223536" x="2427288" y="2097088"/>
          <p14:tracePt t="223544" x="2384425" y="2097088"/>
          <p14:tracePt t="223553" x="2322513" y="2087563"/>
          <p14:tracePt t="223565" x="2244725" y="2087563"/>
          <p14:tracePt t="223582" x="2165350" y="2087563"/>
          <p14:tracePt t="223583" x="2052638" y="2087563"/>
          <p14:tracePt t="223598" x="1965325" y="2087563"/>
          <p14:tracePt t="223600" x="1903413" y="2087563"/>
          <p14:tracePt t="223616" x="1781175" y="2097088"/>
          <p14:tracePt t="223632" x="1728788" y="2114550"/>
          <p14:tracePt t="223649" x="1711325" y="2114550"/>
          <p14:tracePt t="223665" x="1703388" y="2122488"/>
          <p14:tracePt t="223682" x="1703388" y="2132013"/>
          <p14:tracePt t="223698" x="1693863" y="2132013"/>
          <p14:tracePt t="223715" x="1693863" y="2149475"/>
          <p14:tracePt t="223732" x="1685925" y="2157413"/>
          <p14:tracePt t="223748" x="1676400" y="2166938"/>
          <p14:tracePt t="223765" x="1668463" y="2201863"/>
          <p14:tracePt t="223782" x="1668463" y="2254250"/>
          <p14:tracePt t="223783" x="1668463" y="2262188"/>
          <p14:tracePt t="223799" x="1668463" y="2279650"/>
          <p14:tracePt t="223801" x="1676400" y="2297113"/>
          <p14:tracePt t="223815" x="1693863" y="2324100"/>
          <p14:tracePt t="223832" x="1711325" y="2359025"/>
          <p14:tracePt t="223849" x="1763713" y="2376488"/>
          <p14:tracePt t="223865" x="1790700" y="2401888"/>
          <p14:tracePt t="223882" x="1833563" y="2419350"/>
          <p14:tracePt t="223898" x="1860550" y="2428875"/>
          <p14:tracePt t="223915" x="1885950" y="2436813"/>
          <p14:tracePt t="223932" x="1903413" y="2436813"/>
          <p14:tracePt t="223948" x="1912938" y="2436813"/>
          <p14:tracePt t="224009" x="0" y="0"/>
        </p14:tracePtLst>
        <p14:tracePtLst>
          <p14:tracePt t="225180" x="10148888" y="3363913"/>
          <p14:tracePt t="225448" x="10148888" y="3354388"/>
          <p14:tracePt t="225673" x="0" y="0"/>
        </p14:tracePtLst>
        <p14:tracePtLst>
          <p14:tracePt t="226212" x="9825038" y="2708275"/>
          <p14:tracePt t="226312" x="9817100" y="2708275"/>
          <p14:tracePt t="226320" x="9807575" y="2708275"/>
          <p14:tracePt t="226336" x="9790113" y="2708275"/>
          <p14:tracePt t="226348" x="9737725" y="2698750"/>
          <p14:tracePt t="226365" x="9677400" y="2698750"/>
          <p14:tracePt t="226381" x="9625013" y="2690813"/>
          <p14:tracePt t="226398" x="9598025" y="2690813"/>
          <p14:tracePt t="226664" x="9590088" y="2690813"/>
          <p14:tracePt t="226672" x="9545638" y="2708275"/>
          <p14:tracePt t="226681" x="9528175" y="2716213"/>
          <p14:tracePt t="226698" x="9467850" y="2733675"/>
          <p14:tracePt t="226714" x="9415463" y="2743200"/>
          <p14:tracePt t="226731" x="9371013" y="2752725"/>
          <p14:tracePt t="226748" x="9363075" y="2760663"/>
          <p14:tracePt t="226765" x="9363075" y="2770188"/>
          <p14:tracePt t="226832" x="9363075" y="2778125"/>
          <p14:tracePt t="226848" x="9371013" y="2778125"/>
          <p14:tracePt t="226856" x="9388475" y="2778125"/>
          <p14:tracePt t="226864" x="9405938" y="2787650"/>
          <p14:tracePt t="226882" x="9440863" y="2787650"/>
          <p14:tracePt t="226968" x="9440863" y="2795588"/>
          <p14:tracePt t="226984" x="9423400" y="2805113"/>
          <p14:tracePt t="226992" x="9405938" y="2813050"/>
          <p14:tracePt t="227000" x="9345613" y="2830513"/>
          <p14:tracePt t="227015" x="9248775" y="2840038"/>
          <p14:tracePt t="227016" x="9188450" y="2847975"/>
          <p14:tracePt t="227032" x="9029700" y="2874963"/>
          <p14:tracePt t="227048" x="8890000" y="2892425"/>
          <p14:tracePt t="227065" x="8837613" y="2909888"/>
          <p14:tracePt t="227081" x="8829675" y="2917825"/>
          <p14:tracePt t="227168" x="8829675" y="2927350"/>
          <p14:tracePt t="227176" x="8837613" y="2927350"/>
          <p14:tracePt t="227184" x="8882063" y="2944813"/>
          <p14:tracePt t="227198" x="8942388" y="2952750"/>
          <p14:tracePt t="227199" x="9064625" y="2962275"/>
          <p14:tracePt t="227215" x="9109075" y="2970213"/>
          <p14:tracePt t="227217" x="9134475" y="2979738"/>
          <p14:tracePt t="227232" x="9178925" y="2979738"/>
          <p14:tracePt t="227288" x="9178925" y="2987675"/>
          <p14:tracePt t="227296" x="9178925" y="2997200"/>
          <p14:tracePt t="227304" x="9161463" y="2997200"/>
          <p14:tracePt t="227314" x="9144000" y="3005138"/>
          <p14:tracePt t="227331" x="9099550" y="3032125"/>
          <p14:tracePt t="227348" x="9004300" y="3057525"/>
          <p14:tracePt t="227365" x="8959850" y="3084513"/>
          <p14:tracePt t="227381" x="8942388" y="3101975"/>
          <p14:tracePt t="227432" x="8942388" y="3109913"/>
          <p14:tracePt t="227448" x="8959850" y="3109913"/>
          <p14:tracePt t="227456" x="8994775" y="3119438"/>
          <p14:tracePt t="227464" x="9012238" y="3119438"/>
          <p14:tracePt t="227481" x="9258300" y="3127375"/>
          <p14:tracePt t="227498" x="9363075" y="3127375"/>
          <p14:tracePt t="227515" x="9405938" y="3127375"/>
          <p14:tracePt t="227531" x="9415463" y="3127375"/>
          <p14:tracePt t="227576" x="9415463" y="3136900"/>
          <p14:tracePt t="227584" x="9388475" y="3144838"/>
          <p14:tracePt t="227592" x="9353550" y="3154363"/>
          <p14:tracePt t="227600" x="9310688" y="3162300"/>
          <p14:tracePt t="227615" x="9293225" y="3162300"/>
          <p14:tracePt t="227617" x="9223375" y="3179763"/>
          <p14:tracePt t="227631" x="9188450" y="3189288"/>
          <p14:tracePt t="227648" x="9170988" y="3197225"/>
          <p14:tracePt t="227704" x="9188450" y="3197225"/>
          <p14:tracePt t="227712" x="9258300" y="3197225"/>
          <p14:tracePt t="227720" x="9388475" y="3197225"/>
          <p14:tracePt t="227731" x="9493250" y="3197225"/>
          <p14:tracePt t="227748" x="9772650" y="3197225"/>
          <p14:tracePt t="227765" x="10034588" y="3197225"/>
          <p14:tracePt t="227769" x="10121900" y="3197225"/>
          <p14:tracePt t="227781" x="10183813" y="3197225"/>
          <p14:tracePt t="227798" x="10191750" y="3197225"/>
          <p14:tracePt t="228009" x="0" y="0"/>
        </p14:tracePtLst>
        <p14:tracePtLst>
          <p14:tracePt t="230036" x="9405938" y="2551113"/>
          <p14:tracePt t="230048" x="9415463" y="2551113"/>
          <p14:tracePt t="230144" x="9380538" y="2559050"/>
          <p14:tracePt t="230152" x="9363075" y="2559050"/>
          <p14:tracePt t="230164" x="9353550" y="2568575"/>
          <p14:tracePt t="230181" x="9318625" y="2586038"/>
          <p14:tracePt t="230198" x="9293225" y="2603500"/>
          <p14:tracePt t="230214" x="9275763" y="2603500"/>
          <p14:tracePt t="230216" x="9275763" y="2611438"/>
          <p14:tracePt t="230231" x="9258300" y="2620963"/>
          <p14:tracePt t="230248" x="9248775" y="2628900"/>
          <p14:tracePt t="230264" x="9231313" y="2646363"/>
          <p14:tracePt t="230281" x="9205913" y="2663825"/>
          <p14:tracePt t="230297" x="9178925" y="2690813"/>
          <p14:tracePt t="230314" x="9153525" y="2733675"/>
          <p14:tracePt t="230331" x="9134475" y="2760663"/>
          <p14:tracePt t="230348" x="9117013" y="2778125"/>
          <p14:tracePt t="230364" x="9099550" y="2805113"/>
          <p14:tracePt t="230381" x="9091613" y="2822575"/>
          <p14:tracePt t="230384" x="9082088" y="2830513"/>
          <p14:tracePt t="230398" x="9074150" y="2840038"/>
          <p14:tracePt t="230414" x="9064625" y="2840038"/>
          <p14:tracePt t="230415" x="9056688" y="2857500"/>
          <p14:tracePt t="230431" x="9056688" y="2865438"/>
          <p14:tracePt t="230432" x="9047163" y="2865438"/>
          <p14:tracePt t="230448" x="9029700" y="2892425"/>
          <p14:tracePt t="230464" x="9004300" y="2900363"/>
          <p14:tracePt t="230481" x="8986838" y="2927350"/>
          <p14:tracePt t="230504" x="8977313" y="2935288"/>
          <p14:tracePt t="230514" x="8977313" y="2944813"/>
          <p14:tracePt t="230531" x="8969375" y="2944813"/>
          <p14:tracePt t="230547" x="8951913" y="2970213"/>
          <p14:tracePt t="230564" x="8934450" y="2979738"/>
          <p14:tracePt t="230580" x="8916988" y="2997200"/>
          <p14:tracePt t="230598" x="8890000" y="3014663"/>
          <p14:tracePt t="230614" x="8864600" y="3032125"/>
          <p14:tracePt t="230616" x="8855075" y="3040063"/>
          <p14:tracePt t="230631" x="8837613" y="3057525"/>
          <p14:tracePt t="230647" x="8820150" y="3084513"/>
          <p14:tracePt t="230664" x="8812213" y="3084513"/>
          <p14:tracePt t="230681" x="8802688" y="3092450"/>
          <p14:tracePt t="230697" x="8802688" y="3109913"/>
          <p14:tracePt t="230714" x="8794750" y="3109913"/>
          <p14:tracePt t="230731" x="8794750" y="3127375"/>
          <p14:tracePt t="230747" x="8794750" y="3144838"/>
          <p14:tracePt t="230764" x="8794750" y="3154363"/>
          <p14:tracePt t="230781" x="8794750" y="3162300"/>
          <p14:tracePt t="230797" x="8802688" y="3171825"/>
          <p14:tracePt t="230815" x="8812213" y="3171825"/>
          <p14:tracePt t="230832" x="8820150" y="3171825"/>
          <p14:tracePt t="230848" x="8829675" y="3179763"/>
          <p14:tracePt t="230864" x="8837613" y="3189288"/>
          <p14:tracePt t="230881" x="8847138" y="3197225"/>
          <p14:tracePt t="230897" x="8864600" y="3197225"/>
          <p14:tracePt t="230914" x="8890000" y="3197225"/>
          <p14:tracePt t="230931" x="8934450" y="3197225"/>
          <p14:tracePt t="230947" x="9039225" y="3206750"/>
          <p14:tracePt t="230964" x="9091613" y="3214688"/>
          <p14:tracePt t="230981" x="9231313" y="3232150"/>
          <p14:tracePt t="230997" x="9293225" y="3232150"/>
          <p14:tracePt t="231014" x="9336088" y="3232150"/>
          <p14:tracePt t="231016" x="9353550" y="3232150"/>
          <p14:tracePt t="231031" x="9363075" y="3232150"/>
          <p14:tracePt t="231033" x="9388475" y="3232150"/>
          <p14:tracePt t="231047" x="9415463" y="3232150"/>
          <p14:tracePt t="231064" x="9458325" y="3232150"/>
          <p14:tracePt t="231081" x="9510713" y="3232150"/>
          <p14:tracePt t="231097" x="9563100" y="3232150"/>
          <p14:tracePt t="231114" x="9598025" y="3232150"/>
          <p14:tracePt t="231131" x="9650413" y="3232150"/>
          <p14:tracePt t="231147" x="9685338" y="3232150"/>
          <p14:tracePt t="231164" x="9712325" y="3232150"/>
          <p14:tracePt t="231181" x="9764713" y="3232150"/>
          <p14:tracePt t="231197" x="9782175" y="3232150"/>
          <p14:tracePt t="231214" x="9817100" y="3232150"/>
          <p14:tracePt t="231216" x="9834563" y="3232150"/>
          <p14:tracePt t="231231" x="9869488" y="3232150"/>
          <p14:tracePt t="231247" x="9894888" y="3232150"/>
          <p14:tracePt t="231264" x="9921875" y="3232150"/>
          <p14:tracePt t="231281" x="9947275" y="3232150"/>
          <p14:tracePt t="231297" x="9974263" y="3232150"/>
          <p14:tracePt t="231314" x="9991725" y="3232150"/>
          <p14:tracePt t="231331" x="10009188" y="3232150"/>
          <p14:tracePt t="231347" x="10026650" y="3232150"/>
          <p14:tracePt t="231364" x="10044113" y="3224213"/>
          <p14:tracePt t="231381" x="10052050" y="3214688"/>
          <p14:tracePt t="231397" x="10069513" y="3214688"/>
          <p14:tracePt t="231414" x="10069513" y="3197225"/>
          <p14:tracePt t="231416" x="10079038" y="3197225"/>
          <p14:tracePt t="231431" x="10086975" y="3197225"/>
          <p14:tracePt t="231447" x="10096500" y="3179763"/>
          <p14:tracePt t="231464" x="10104438" y="3162300"/>
          <p14:tracePt t="231481" x="10113963" y="3144838"/>
          <p14:tracePt t="231497" x="10121900" y="3109913"/>
          <p14:tracePt t="231514" x="10121900" y="3092450"/>
          <p14:tracePt t="231531" x="10131425" y="3067050"/>
          <p14:tracePt t="231547" x="10131425" y="3014663"/>
          <p14:tracePt t="231564" x="10131425" y="2987675"/>
          <p14:tracePt t="231580" x="10131425" y="2952750"/>
          <p14:tracePt t="231597" x="10131425" y="2935288"/>
          <p14:tracePt t="231614" x="10131425" y="2909888"/>
          <p14:tracePt t="231631" x="10131425" y="2882900"/>
          <p14:tracePt t="231648" x="10121900" y="2882900"/>
          <p14:tracePt t="231664" x="10104438" y="2857500"/>
          <p14:tracePt t="231680" x="10079038" y="2830513"/>
          <p14:tracePt t="231697" x="10044113" y="2795588"/>
          <p14:tracePt t="231714" x="10026650" y="2770188"/>
          <p14:tracePt t="231731" x="9999663" y="2743200"/>
          <p14:tracePt t="231747" x="9974263" y="2725738"/>
          <p14:tracePt t="231764" x="9956800" y="2708275"/>
          <p14:tracePt t="231781" x="9929813" y="2698750"/>
          <p14:tracePt t="231797" x="9904413" y="2681288"/>
          <p14:tracePt t="231814" x="9877425" y="2663825"/>
          <p14:tracePt t="231815" x="9859963" y="2663825"/>
          <p14:tracePt t="231831" x="9852025" y="2646363"/>
          <p14:tracePt t="231832" x="9834563" y="2646363"/>
          <p14:tracePt t="231848" x="9755188" y="2638425"/>
          <p14:tracePt t="231864" x="9747250" y="2620963"/>
          <p14:tracePt t="231881" x="9737725" y="2620963"/>
          <p14:tracePt t="231993" x="9720263" y="2611438"/>
          <p14:tracePt t="232001" x="9677400" y="2593975"/>
          <p14:tracePt t="232008" x="9650413" y="2586038"/>
          <p14:tracePt t="232016" x="9615488" y="2576513"/>
          <p14:tracePt t="232031" x="9590088" y="2568575"/>
          <p14:tracePt t="232032" x="9537700" y="2559050"/>
          <p14:tracePt t="232048" x="9502775" y="2541588"/>
          <p14:tracePt t="232064" x="9458325" y="2524125"/>
          <p14:tracePt t="232080" x="9450388" y="2524125"/>
          <p14:tracePt t="232112" x="9440863" y="2524125"/>
          <p14:tracePt t="232128" x="9432925" y="2524125"/>
          <p14:tracePt t="232136" x="9432925" y="2533650"/>
          <p14:tracePt t="232152" x="9423400" y="2541588"/>
          <p14:tracePt t="232168" x="9415463" y="2541588"/>
          <p14:tracePt t="232181" x="9405938" y="2551113"/>
          <p14:tracePt t="232197" x="9398000" y="2559050"/>
          <p14:tracePt t="232214" x="9388475" y="2568575"/>
          <p14:tracePt t="232231" x="9380538" y="2576513"/>
          <p14:tracePt t="232247" x="9363075" y="2593975"/>
          <p14:tracePt t="232264" x="9336088" y="2638425"/>
          <p14:tracePt t="232280" x="9310688" y="2681288"/>
          <p14:tracePt t="232297" x="9258300" y="2760663"/>
          <p14:tracePt t="232314" x="9178925" y="2892425"/>
          <p14:tracePt t="232331" x="9161463" y="2909888"/>
          <p14:tracePt t="232347" x="9134475" y="2927350"/>
          <p14:tracePt t="232364" x="9126538" y="2935288"/>
          <p14:tracePt t="232366" x="0" y="0"/>
        </p14:tracePtLst>
        <p14:tracePtLst>
          <p14:tracePt t="233388" x="8732838" y="2987675"/>
          <p14:tracePt t="233408" x="8724900" y="2997200"/>
          <p14:tracePt t="233416" x="8724900" y="3005138"/>
          <p14:tracePt t="233424" x="8715375" y="3005138"/>
          <p14:tracePt t="233432" x="8715375" y="3014663"/>
          <p14:tracePt t="233447" x="8707438" y="3040063"/>
          <p14:tracePt t="233464" x="8707438" y="3092450"/>
          <p14:tracePt t="233481" x="8707438" y="3127375"/>
          <p14:tracePt t="233497" x="8707438" y="3144838"/>
          <p14:tracePt t="233514" x="8707438" y="3162300"/>
          <p14:tracePt t="233531" x="8707438" y="3179763"/>
          <p14:tracePt t="233547" x="8707438" y="3189288"/>
          <p14:tracePt t="233568" x="8707438" y="3197225"/>
          <p14:tracePt t="233817" x="0" y="0"/>
        </p14:tracePtLst>
        <p14:tracePtLst>
          <p14:tracePt t="234476" x="10279063" y="2962275"/>
          <p14:tracePt t="234496" x="10279063" y="2970213"/>
          <p14:tracePt t="234520" x="10271125" y="2979738"/>
          <p14:tracePt t="234528" x="10261600" y="2997200"/>
          <p14:tracePt t="234536" x="10261600" y="3005138"/>
          <p14:tracePt t="234547" x="10261600" y="3022600"/>
          <p14:tracePt t="234563" x="10253663" y="3057525"/>
          <p14:tracePt t="234580" x="10244138" y="3109913"/>
          <p14:tracePt t="234597" x="10244138" y="3162300"/>
          <p14:tracePt t="234613" x="10244138" y="3179763"/>
          <p14:tracePt t="234615" x="10244138" y="3189288"/>
          <p14:tracePt t="234630" x="10244138" y="3197225"/>
          <p14:tracePt t="234786" x="0" y="0"/>
        </p14:tracePtLst>
        <p14:tracePtLst>
          <p14:tracePt t="241924" x="9790113" y="3136900"/>
          <p14:tracePt t="242000" x="9799638" y="3136900"/>
          <p14:tracePt t="242008" x="9807575" y="3136900"/>
          <p14:tracePt t="242024" x="9825038" y="3144838"/>
          <p14:tracePt t="242032" x="9834563" y="3154363"/>
          <p14:tracePt t="242046" x="9842500" y="3154363"/>
          <p14:tracePt t="242047" x="9859963" y="3154363"/>
          <p14:tracePt t="242062" x="9869488" y="3154363"/>
          <p14:tracePt t="242063" x="9886950" y="3154363"/>
          <p14:tracePt t="242080" x="9904413" y="3154363"/>
          <p14:tracePt t="242096" x="9912350" y="3154363"/>
          <p14:tracePt t="242112" x="9921875" y="3154363"/>
          <p14:tracePt t="242129" x="9929813" y="3162300"/>
          <p14:tracePt t="242146" x="9939338" y="3162300"/>
          <p14:tracePt t="242224" x="9947275" y="3162300"/>
          <p14:tracePt t="242448" x="9939338" y="3171825"/>
          <p14:tracePt t="242456" x="9929813" y="3171825"/>
          <p14:tracePt t="242472" x="9921875" y="3179763"/>
          <p14:tracePt t="242488" x="9912350" y="3179763"/>
          <p14:tracePt t="242584" x="9939338" y="3179763"/>
          <p14:tracePt t="242592" x="9947275" y="3179763"/>
          <p14:tracePt t="242600" x="9956800" y="3189288"/>
          <p14:tracePt t="242612" x="9956800" y="3197225"/>
          <p14:tracePt t="242629" x="9974263" y="3197225"/>
          <p14:tracePt t="242645" x="9982200" y="3197225"/>
          <p14:tracePt t="242680" x="9991725" y="3197225"/>
          <p14:tracePt t="242688" x="9999663" y="3206750"/>
          <p14:tracePt t="242704" x="10009188" y="3206750"/>
          <p14:tracePt t="242720" x="10017125" y="3206750"/>
          <p14:tracePt t="242736" x="10026650" y="3206750"/>
          <p14:tracePt t="242753" x="10044113" y="3206750"/>
          <p14:tracePt t="242768" x="10052050" y="3206750"/>
          <p14:tracePt t="242792" x="10061575" y="3206750"/>
          <p14:tracePt t="243080" x="10052050" y="3206750"/>
          <p14:tracePt t="243112" x="10044113" y="3206750"/>
          <p14:tracePt t="245161" x="0" y="0"/>
        </p14:tracePtLst>
        <p14:tracePtLst>
          <p14:tracePt t="248772" x="6821488" y="2559050"/>
          <p14:tracePt t="248872" x="6811963" y="2559050"/>
          <p14:tracePt t="248880" x="6804025" y="2559050"/>
          <p14:tracePt t="248888" x="6759575" y="2559050"/>
          <p14:tracePt t="248896" x="6724650" y="2559050"/>
          <p14:tracePt t="248912" x="6689725" y="2559050"/>
          <p14:tracePt t="248928" x="6629400" y="2559050"/>
          <p14:tracePt t="248945" x="6584950" y="2559050"/>
          <p14:tracePt t="248961" x="6567488" y="2559050"/>
          <p14:tracePt t="248978" x="6559550" y="2559050"/>
          <p14:tracePt t="248995" x="6550025" y="2568575"/>
          <p14:tracePt t="249011" x="6542088" y="2576513"/>
          <p14:tracePt t="249028" x="6532563" y="2576513"/>
          <p14:tracePt t="249044" x="6524625" y="2576513"/>
          <p14:tracePt t="249061" x="6507163" y="2586038"/>
          <p14:tracePt t="249078" x="6480175" y="2603500"/>
          <p14:tracePt t="249095" x="6445250" y="2620963"/>
          <p14:tracePt t="249096" x="6437313" y="2628900"/>
          <p14:tracePt t="249112" x="6419850" y="2646363"/>
          <p14:tracePt t="249128" x="6384925" y="2673350"/>
          <p14:tracePt t="249144" x="6367463" y="2698750"/>
          <p14:tracePt t="249161" x="6340475" y="2733675"/>
          <p14:tracePt t="249178" x="6315075" y="2778125"/>
          <p14:tracePt t="249195" x="6305550" y="2830513"/>
          <p14:tracePt t="249211" x="6305550" y="2882900"/>
          <p14:tracePt t="249228" x="6305550" y="2917825"/>
          <p14:tracePt t="249244" x="6332538" y="2944813"/>
          <p14:tracePt t="249261" x="6357938" y="2979738"/>
          <p14:tracePt t="249263" x="6367463" y="2987675"/>
          <p14:tracePt t="249278" x="6384925" y="2987675"/>
          <p14:tracePt t="249279" x="6402388" y="2997200"/>
          <p14:tracePt t="249295" x="6427788" y="3005138"/>
          <p14:tracePt t="249296" x="6454775" y="3014663"/>
          <p14:tracePt t="249312" x="6497638" y="3032125"/>
          <p14:tracePt t="249328" x="6542088" y="3040063"/>
          <p14:tracePt t="249345" x="6567488" y="3049588"/>
          <p14:tracePt t="249361" x="6602413" y="3049588"/>
          <p14:tracePt t="249378" x="6611938" y="3049588"/>
          <p14:tracePt t="249394" x="6619875" y="3049588"/>
          <p14:tracePt t="249440" x="6629400" y="3049588"/>
          <p14:tracePt t="249568" x="6619875" y="3049588"/>
          <p14:tracePt t="249576" x="6594475" y="3057525"/>
          <p14:tracePt t="249579" x="0" y="0"/>
        </p14:tracePtLst>
        <p14:tracePtLst>
          <p14:tracePt t="250156" x="6445250" y="4656138"/>
          <p14:tracePt t="250392" x="6445250" y="4665663"/>
          <p14:tracePt t="250409" x="6437313" y="4665663"/>
          <p14:tracePt t="250416" x="6427788" y="4673600"/>
          <p14:tracePt t="250432" x="6419850" y="4673600"/>
          <p14:tracePt t="250444" x="6419850" y="4683125"/>
          <p14:tracePt t="250461" x="6410325" y="4683125"/>
          <p14:tracePt t="250478" x="6410325" y="4691063"/>
          <p14:tracePt t="250495" x="6410325" y="4700588"/>
          <p14:tracePt t="250496" x="6402388" y="4700588"/>
          <p14:tracePt t="250528" x="6402388" y="4708525"/>
          <p14:tracePt t="250536" x="6392863" y="4718050"/>
          <p14:tracePt t="250560" x="6384925" y="4725988"/>
          <p14:tracePt t="250568" x="6384925" y="4735513"/>
          <p14:tracePt t="250578" x="6375400" y="4743450"/>
          <p14:tracePt t="250594" x="6367463" y="4743450"/>
          <p14:tracePt t="250611" x="6357938" y="4752975"/>
          <p14:tracePt t="250628" x="6350000" y="4760913"/>
          <p14:tracePt t="250649" x="6340475" y="4760913"/>
          <p14:tracePt t="250664" x="6340475" y="4770438"/>
          <p14:tracePt t="250677" x="6340475" y="4778375"/>
          <p14:tracePt t="250694" x="6332538" y="4787900"/>
          <p14:tracePt t="250695" x="6323013" y="4795838"/>
          <p14:tracePt t="250711" x="6323013" y="4805363"/>
          <p14:tracePt t="250728" x="6315075" y="4830763"/>
          <p14:tracePt t="250744" x="6315075" y="4848225"/>
          <p14:tracePt t="250761" x="6305550" y="4857750"/>
          <p14:tracePt t="250778" x="6305550" y="4883150"/>
          <p14:tracePt t="250795" x="6297613" y="4900613"/>
          <p14:tracePt t="250811" x="6297613" y="4918075"/>
          <p14:tracePt t="250828" x="6297613" y="4927600"/>
          <p14:tracePt t="250845" x="6305550" y="4953000"/>
          <p14:tracePt t="250861" x="6305550" y="4962525"/>
          <p14:tracePt t="250877" x="6305550" y="4979988"/>
          <p14:tracePt t="250896" x="6315075" y="4997450"/>
          <p14:tracePt t="250911" x="6332538" y="5014913"/>
          <p14:tracePt t="250928" x="6332538" y="5032375"/>
          <p14:tracePt t="250944" x="6357938" y="5049838"/>
          <p14:tracePt t="250961" x="6367463" y="5067300"/>
          <p14:tracePt t="250978" x="6384925" y="5092700"/>
          <p14:tracePt t="250994" x="6402388" y="5102225"/>
          <p14:tracePt t="251011" x="6437313" y="5119688"/>
          <p14:tracePt t="251028" x="6462713" y="5137150"/>
          <p14:tracePt t="251044" x="6489700" y="5154613"/>
          <p14:tracePt t="251061" x="6524625" y="5172075"/>
          <p14:tracePt t="251078" x="6559550" y="5189538"/>
          <p14:tracePt t="251094" x="6584950" y="5197475"/>
          <p14:tracePt t="251152" x="6594475" y="5197475"/>
          <p14:tracePt t="251184" x="6602413" y="5197475"/>
          <p14:tracePt t="251240" x="6611938" y="5180013"/>
          <p14:tracePt t="251248" x="6619875" y="5180013"/>
          <p14:tracePt t="251264" x="6629400" y="5172075"/>
          <p14:tracePt t="251272" x="6629400" y="5162550"/>
          <p14:tracePt t="251280" x="6646863" y="5154613"/>
          <p14:tracePt t="251296" x="6654800" y="5154613"/>
          <p14:tracePt t="251311" x="6664325" y="5137150"/>
          <p14:tracePt t="251327" x="6681788" y="5127625"/>
          <p14:tracePt t="251344" x="6689725" y="5102225"/>
          <p14:tracePt t="251361" x="6707188" y="5092700"/>
          <p14:tracePt t="251378" x="6716713" y="5084763"/>
          <p14:tracePt t="251394" x="6734175" y="5057775"/>
          <p14:tracePt t="251411" x="6751638" y="5040313"/>
          <p14:tracePt t="251428" x="6777038" y="5005388"/>
          <p14:tracePt t="251444" x="6786563" y="4962525"/>
          <p14:tracePt t="251461" x="6804025" y="4935538"/>
          <p14:tracePt t="251478" x="6821488" y="4900613"/>
          <p14:tracePt t="251494" x="6821488" y="4892675"/>
          <p14:tracePt t="251496" x="6821488" y="4883150"/>
          <p14:tracePt t="251512" x="6821488" y="4865688"/>
          <p14:tracePt t="251528" x="6821488" y="4848225"/>
          <p14:tracePt t="251544" x="6786563" y="4813300"/>
          <p14:tracePt t="251561" x="6724650" y="4770438"/>
          <p14:tracePt t="251577" x="6654800" y="4735513"/>
          <p14:tracePt t="251594" x="6611938" y="4725988"/>
          <p14:tracePt t="251611" x="6594475" y="4725988"/>
          <p14:tracePt t="251628" x="6584950" y="4725988"/>
          <p14:tracePt t="251712" x="6567488" y="4725988"/>
          <p14:tracePt t="251720" x="6550025" y="4725988"/>
          <p14:tracePt t="251728" x="6542088" y="4725988"/>
          <p14:tracePt t="251744" x="6524625" y="4725988"/>
          <p14:tracePt t="251833" x="6524625" y="4735513"/>
          <p14:tracePt t="251840" x="6515100" y="4743450"/>
          <p14:tracePt t="251849" x="6507163" y="4760913"/>
          <p14:tracePt t="251861" x="6489700" y="4778375"/>
          <p14:tracePt t="251878" x="6462713" y="4805363"/>
          <p14:tracePt t="251879" x="6454775" y="4830763"/>
          <p14:tracePt t="251894" x="6437313" y="4848225"/>
          <p14:tracePt t="251895" x="6419850" y="4865688"/>
          <p14:tracePt t="251911" x="6402388" y="4883150"/>
          <p14:tracePt t="251912" x="6402388" y="4892675"/>
          <p14:tracePt t="251928" x="6384925" y="4945063"/>
          <p14:tracePt t="251944" x="6375400" y="4970463"/>
          <p14:tracePt t="251961" x="6367463" y="4997450"/>
          <p14:tracePt t="251978" x="6367463" y="5005388"/>
          <p14:tracePt t="251994" x="6375400" y="5014913"/>
          <p14:tracePt t="252011" x="6384925" y="5022850"/>
          <p14:tracePt t="252027" x="6392863" y="5040313"/>
          <p14:tracePt t="252044" x="6419850" y="5049838"/>
          <p14:tracePt t="252061" x="6427788" y="5057775"/>
          <p14:tracePt t="252077" x="6454775" y="5075238"/>
          <p14:tracePt t="252079" x="6454775" y="5092700"/>
          <p14:tracePt t="252094" x="6462713" y="5092700"/>
          <p14:tracePt t="252096" x="6472238" y="5092700"/>
          <p14:tracePt t="252112" x="6472238" y="5102225"/>
          <p14:tracePt t="252128" x="6480175" y="5102225"/>
          <p14:tracePt t="252160" x="6480175" y="5110163"/>
          <p14:tracePt t="252384" x="6602413" y="5127625"/>
          <p14:tracePt t="252392" x="6629400" y="5145088"/>
          <p14:tracePt t="252400" x="6637338" y="5145088"/>
          <p14:tracePt t="252432" x="6646863" y="5154613"/>
          <p14:tracePt t="253857" x="0" y="0"/>
        </p14:tracePtLst>
        <p14:tracePtLst>
          <p14:tracePt t="257796" x="9545638" y="2376488"/>
          <p14:tracePt t="257856" x="9537700" y="2376488"/>
          <p14:tracePt t="257864" x="9520238" y="2384425"/>
          <p14:tracePt t="257872" x="9475788" y="2384425"/>
          <p14:tracePt t="257880" x="9415463" y="2384425"/>
          <p14:tracePt t="257893" x="9380538" y="2384425"/>
          <p14:tracePt t="257910" x="9336088" y="2401888"/>
          <p14:tracePt t="257911" x="9266238" y="2411413"/>
          <p14:tracePt t="257927" x="9240838" y="2419350"/>
          <p14:tracePt t="257928" x="9223375" y="2428875"/>
          <p14:tracePt t="257943" x="9161463" y="2454275"/>
          <p14:tracePt t="257960" x="9126538" y="2471738"/>
          <p14:tracePt t="257977" x="9091613" y="2516188"/>
          <p14:tracePt t="257993" x="9047163" y="2603500"/>
          <p14:tracePt t="258010" x="9021763" y="2646363"/>
          <p14:tracePt t="258027" x="8994775" y="2778125"/>
          <p14:tracePt t="258043" x="8951913" y="2952750"/>
          <p14:tracePt t="258060" x="8907463" y="3109913"/>
          <p14:tracePt t="258077" x="8872538" y="3311525"/>
          <p14:tracePt t="258093" x="8872538" y="3451225"/>
          <p14:tracePt t="258110" x="8872538" y="3494088"/>
          <p14:tracePt t="258111" x="8872538" y="3529013"/>
          <p14:tracePt t="258127" x="8872538" y="3538538"/>
          <p14:tracePt t="258128" x="8890000" y="3563938"/>
          <p14:tracePt t="258144" x="8907463" y="3608388"/>
          <p14:tracePt t="258160" x="8959850" y="3643313"/>
          <p14:tracePt t="258176" x="9056688" y="3686175"/>
          <p14:tracePt t="258193" x="9109075" y="3730625"/>
          <p14:tracePt t="258210" x="9231313" y="3756025"/>
          <p14:tracePt t="258226" x="9283700" y="3765550"/>
          <p14:tracePt t="258243" x="9345613" y="3765550"/>
          <p14:tracePt t="258260" x="9388475" y="3748088"/>
          <p14:tracePt t="258277" x="9415463" y="3730625"/>
          <p14:tracePt t="258293" x="9440863" y="3713163"/>
          <p14:tracePt t="258310" x="9458325" y="3703638"/>
          <p14:tracePt t="258311" x="9467850" y="3695700"/>
          <p14:tracePt t="258481" x="0" y="0"/>
        </p14:tracePtLst>
        <p14:tracePtLst>
          <p14:tracePt t="259307" x="8366125" y="3206750"/>
          <p14:tracePt t="259392" x="8375650" y="3197225"/>
          <p14:tracePt t="259408" x="8393113" y="3189288"/>
          <p14:tracePt t="259416" x="8410575" y="3179763"/>
          <p14:tracePt t="259426" x="8418513" y="3162300"/>
          <p14:tracePt t="259443" x="8462963" y="3136900"/>
          <p14:tracePt t="259460" x="8515350" y="3109913"/>
          <p14:tracePt t="259476" x="8540750" y="3074988"/>
          <p14:tracePt t="259493" x="8575675" y="3022600"/>
          <p14:tracePt t="259510" x="8620125" y="2962275"/>
          <p14:tracePt t="259511" x="8645525" y="2935288"/>
          <p14:tracePt t="259526" x="8680450" y="2909888"/>
          <p14:tracePt t="259528" x="8707438" y="2874963"/>
          <p14:tracePt t="259544" x="8759825" y="2830513"/>
          <p14:tracePt t="259561" x="8802688" y="2770188"/>
          <p14:tracePt t="259576" x="8855075" y="2725738"/>
          <p14:tracePt t="259593" x="8924925" y="2673350"/>
          <p14:tracePt t="259609" x="8969375" y="2620963"/>
          <p14:tracePt t="259626" x="9012238" y="2593975"/>
          <p14:tracePt t="259643" x="9047163" y="2586038"/>
          <p14:tracePt t="259659" x="9074150" y="2568575"/>
          <p14:tracePt t="259676" x="9091613" y="2568575"/>
          <p14:tracePt t="259693" x="9099550" y="2568575"/>
          <p14:tracePt t="259710" x="9126538" y="2568575"/>
          <p14:tracePt t="259726" x="9213850" y="2568575"/>
          <p14:tracePt t="259728" x="9223375" y="2568575"/>
          <p14:tracePt t="259743" x="9248775" y="2576513"/>
          <p14:tracePt t="259745" x="9318625" y="2576513"/>
          <p14:tracePt t="259761" x="9336088" y="2586038"/>
          <p14:tracePt t="259776" x="9345613" y="2586038"/>
          <p14:tracePt t="259816" x="9345613" y="2593975"/>
          <p14:tracePt t="259840" x="9336088" y="2593975"/>
          <p14:tracePt t="259848" x="9336088" y="2611438"/>
          <p14:tracePt t="259850" x="0" y="0"/>
        </p14:tracePtLst>
        <p14:tracePtLst>
          <p14:tracePt t="260316" x="9493250" y="3511550"/>
          <p14:tracePt t="260352" x="9493250" y="3521075"/>
          <p14:tracePt t="260376" x="9493250" y="3529013"/>
          <p14:tracePt t="260384" x="9493250" y="3538538"/>
          <p14:tracePt t="260513" x="9493250" y="3529013"/>
          <p14:tracePt t="260584" x="9493250" y="3538538"/>
          <p14:tracePt t="260608" x="9493250" y="3546475"/>
          <p14:tracePt t="260616" x="9493250" y="3556000"/>
          <p14:tracePt t="260626" x="9493250" y="3563938"/>
          <p14:tracePt t="260643" x="9493250" y="3573463"/>
          <p14:tracePt t="260659" x="9493250" y="3581400"/>
          <p14:tracePt t="260676" x="9493250" y="3590925"/>
          <p14:tracePt t="260696" x="9493250" y="3598863"/>
          <p14:tracePt t="260792" x="9493250" y="3590925"/>
          <p14:tracePt t="260816" x="9493250" y="3581400"/>
          <p14:tracePt t="260824" x="9485313" y="3581400"/>
          <p14:tracePt t="260920" x="9485313" y="3590925"/>
          <p14:tracePt t="260928" x="9485313" y="3598863"/>
          <p14:tracePt t="260936" x="9485313" y="3608388"/>
          <p14:tracePt t="260944" x="9485313" y="3616325"/>
          <p14:tracePt t="260960" x="9485313" y="3625850"/>
          <p14:tracePt t="260976" x="9485313" y="3633788"/>
          <p14:tracePt t="260992" x="9485313" y="3651250"/>
          <p14:tracePt t="261128" x="9485313" y="3633788"/>
          <p14:tracePt t="261136" x="9475788" y="3625850"/>
          <p14:tracePt t="261144" x="9475788" y="3616325"/>
          <p14:tracePt t="261160" x="9475788" y="3598863"/>
          <p14:tracePt t="261176" x="9475788" y="3590925"/>
          <p14:tracePt t="261288" x="9485313" y="3598863"/>
          <p14:tracePt t="261304" x="9493250" y="3598863"/>
          <p14:tracePt t="262393" x="0" y="0"/>
        </p14:tracePtLst>
        <p14:tracePtLst>
          <p14:tracePt t="262964" x="4978400" y="2174875"/>
          <p14:tracePt t="263016" x="4978400" y="2166938"/>
          <p14:tracePt t="263025" x="4995863" y="2166938"/>
          <p14:tracePt t="263032" x="4995863" y="2157413"/>
          <p14:tracePt t="263043" x="5003800" y="2157413"/>
          <p14:tracePt t="263059" x="5013325" y="2157413"/>
          <p14:tracePt t="263076" x="5021263" y="2149475"/>
          <p14:tracePt t="263092" x="5038725" y="2149475"/>
          <p14:tracePt t="263109" x="5048250" y="2139950"/>
          <p14:tracePt t="263126" x="5065713" y="2139950"/>
          <p14:tracePt t="263144" x="5073650" y="2139950"/>
          <p14:tracePt t="263168" x="5083175" y="2139950"/>
          <p14:tracePt t="263184" x="5091113" y="2139950"/>
          <p14:tracePt t="263200" x="5100638" y="2139950"/>
          <p14:tracePt t="263209" x="5108575" y="2139950"/>
          <p14:tracePt t="263304" x="5108575" y="2132013"/>
          <p14:tracePt t="263312" x="5100638" y="2122488"/>
          <p14:tracePt t="263336" x="5091113" y="2122488"/>
          <p14:tracePt t="263344" x="5091113" y="2114550"/>
          <p14:tracePt t="263481" x="0" y="0"/>
        </p14:tracePtLst>
        <p14:tracePtLst>
          <p14:tracePt t="266204" x="6794500" y="4795838"/>
          <p14:tracePt t="266208" x="6794500" y="4787900"/>
          <p14:tracePt t="266216" x="6777038" y="4778375"/>
          <p14:tracePt t="266225" x="6769100" y="4770438"/>
          <p14:tracePt t="266248" x="6759575" y="4770438"/>
          <p14:tracePt t="266259" x="6742113" y="4760913"/>
          <p14:tracePt t="266275" x="6716713" y="4760913"/>
          <p14:tracePt t="266292" x="6689725" y="4752975"/>
          <p14:tracePt t="266309" x="6672263" y="4752975"/>
          <p14:tracePt t="266325" x="6637338" y="4735513"/>
          <p14:tracePt t="266327" x="6611938" y="4735513"/>
          <p14:tracePt t="266342" x="6594475" y="4725988"/>
          <p14:tracePt t="266343" x="6559550" y="4725988"/>
          <p14:tracePt t="266359" x="6515100" y="4700588"/>
          <p14:tracePt t="266360" x="6497638" y="4700588"/>
          <p14:tracePt t="266375" x="6462713" y="4700588"/>
          <p14:tracePt t="266392" x="6437313" y="4691063"/>
          <p14:tracePt t="266408" x="6427788" y="4691063"/>
          <p14:tracePt t="266425" x="6410325" y="4691063"/>
          <p14:tracePt t="266448" x="6402388" y="4691063"/>
          <p14:tracePt t="266459" x="6384925" y="4691063"/>
          <p14:tracePt t="266475" x="6367463" y="4708525"/>
          <p14:tracePt t="266492" x="6340475" y="4718050"/>
          <p14:tracePt t="266509" x="6315075" y="4752975"/>
          <p14:tracePt t="266525" x="6288088" y="4787900"/>
          <p14:tracePt t="266527" x="6270625" y="4787900"/>
          <p14:tracePt t="266542" x="6262688" y="4805363"/>
          <p14:tracePt t="266559" x="6227763" y="4857750"/>
          <p14:tracePt t="266560" x="6227763" y="4865688"/>
          <p14:tracePt t="266576" x="6210300" y="4900613"/>
          <p14:tracePt t="266592" x="6200775" y="4945063"/>
          <p14:tracePt t="266609" x="6200775" y="4979988"/>
          <p14:tracePt t="266625" x="6192838" y="5040313"/>
          <p14:tracePt t="266642" x="6200775" y="5075238"/>
          <p14:tracePt t="266659" x="6210300" y="5127625"/>
          <p14:tracePt t="266675" x="6227763" y="5154613"/>
          <p14:tracePt t="266692" x="6280150" y="5189538"/>
          <p14:tracePt t="266709" x="6323013" y="5207000"/>
          <p14:tracePt t="266725" x="6375400" y="5232400"/>
          <p14:tracePt t="266727" x="6437313" y="5241925"/>
          <p14:tracePt t="266742" x="6454775" y="5249863"/>
          <p14:tracePt t="266758" x="6497638" y="5259388"/>
          <p14:tracePt t="266760" x="6532563" y="5267325"/>
          <p14:tracePt t="266776" x="6567488" y="5267325"/>
          <p14:tracePt t="266792" x="6611938" y="5267325"/>
          <p14:tracePt t="266808" x="6637338" y="5267325"/>
          <p14:tracePt t="266825" x="6664325" y="5267325"/>
          <p14:tracePt t="266842" x="6689725" y="5249863"/>
          <p14:tracePt t="266858" x="6716713" y="5224463"/>
          <p14:tracePt t="266875" x="6742113" y="5172075"/>
          <p14:tracePt t="266892" x="6786563" y="5040313"/>
          <p14:tracePt t="266908" x="6794500" y="4927600"/>
          <p14:tracePt t="266925" x="6811963" y="4805363"/>
          <p14:tracePt t="266927" x="6821488" y="4787900"/>
          <p14:tracePt t="266942" x="6829425" y="4752975"/>
          <p14:tracePt t="266943" x="6829425" y="4735513"/>
          <p14:tracePt t="266958" x="6829425" y="4725988"/>
          <p14:tracePt t="266975" x="6829425" y="4708525"/>
          <p14:tracePt t="266976" x="6829425" y="4700588"/>
          <p14:tracePt t="266992" x="6821488" y="4691063"/>
          <p14:tracePt t="267008" x="6786563" y="4673600"/>
          <p14:tracePt t="267025" x="6759575" y="4665663"/>
          <p14:tracePt t="267042" x="6751638" y="4648200"/>
          <p14:tracePt t="267058" x="6742113" y="4648200"/>
          <p14:tracePt t="267075" x="6734175" y="4648200"/>
          <p14:tracePt t="267096" x="6724650" y="4648200"/>
          <p14:tracePt t="267109" x="6716713" y="4648200"/>
          <p14:tracePt t="267125" x="6707188" y="4648200"/>
          <p14:tracePt t="267142" x="6699250" y="4648200"/>
          <p14:tracePt t="267158" x="6699250" y="4638675"/>
          <p14:tracePt t="267175" x="6689725" y="4638675"/>
          <p14:tracePt t="267216" x="6681788" y="4638675"/>
          <p14:tracePt t="267224" x="6672263" y="4648200"/>
          <p14:tracePt t="267232" x="6664325" y="4656138"/>
          <p14:tracePt t="267242" x="6654800" y="4665663"/>
          <p14:tracePt t="267259" x="6602413" y="4691063"/>
          <p14:tracePt t="267275" x="6542088" y="4735513"/>
          <p14:tracePt t="267292" x="6497638" y="4778375"/>
          <p14:tracePt t="267309" x="6480175" y="4795838"/>
          <p14:tracePt t="267325" x="6472238" y="4805363"/>
          <p14:tracePt t="267344" x="6472238" y="4813300"/>
          <p14:tracePt t="267376" x="6472238" y="4822825"/>
          <p14:tracePt t="267384" x="6472238" y="4830763"/>
          <p14:tracePt t="267392" x="6472238" y="4840288"/>
          <p14:tracePt t="267408" x="6462713" y="4865688"/>
          <p14:tracePt t="267425" x="6454775" y="4900613"/>
          <p14:tracePt t="267442" x="6454775" y="4927600"/>
          <p14:tracePt t="267458" x="6454775" y="4953000"/>
          <p14:tracePt t="267475" x="6454775" y="4979988"/>
          <p14:tracePt t="267492" x="6454775" y="4997450"/>
          <p14:tracePt t="267508" x="6462713" y="5022850"/>
          <p14:tracePt t="267525" x="6472238" y="5032375"/>
          <p14:tracePt t="267541" x="6480175" y="5049838"/>
          <p14:tracePt t="267558" x="6489700" y="5057775"/>
          <p14:tracePt t="267575" x="6489700" y="5067300"/>
          <p14:tracePt t="267576" x="6497638" y="5075238"/>
          <p14:tracePt t="267616" x="6507163" y="5075238"/>
          <p14:tracePt t="267632" x="6515100" y="5084763"/>
          <p14:tracePt t="267648" x="6524625" y="5084763"/>
          <p14:tracePt t="267656" x="6532563" y="5084763"/>
          <p14:tracePt t="267664" x="6542088" y="5092700"/>
          <p14:tracePt t="267675" x="6550025" y="5092700"/>
          <p14:tracePt t="267692" x="6559550" y="5102225"/>
          <p14:tracePt t="267833" x="0" y="0"/>
        </p14:tracePtLst>
        <p14:tracePtLst>
          <p14:tracePt t="270500" x="3100388" y="2770188"/>
          <p14:tracePt t="270520" x="3152775" y="2778125"/>
          <p14:tracePt t="270528" x="3162300" y="2778125"/>
          <p14:tracePt t="270536" x="3179763" y="2778125"/>
          <p14:tracePt t="270544" x="3187700" y="2778125"/>
          <p14:tracePt t="270560" x="3197225" y="2778125"/>
          <p14:tracePt t="270575" x="3214688" y="2778125"/>
          <p14:tracePt t="270576" x="3222625" y="2778125"/>
          <p14:tracePt t="270592" x="3240088" y="2778125"/>
          <p14:tracePt t="270608" x="3257550" y="2787650"/>
          <p14:tracePt t="270624" x="3267075" y="2795588"/>
          <p14:tracePt t="270641" x="3275013" y="2795588"/>
          <p14:tracePt t="270664" x="3284538" y="2795588"/>
          <p14:tracePt t="270833" x="0" y="0"/>
        </p14:tracePtLst>
        <p14:tracePtLst>
          <p14:tracePt t="271980" x="9440863" y="5424488"/>
          <p14:tracePt t="272057" x="9440863" y="5434013"/>
          <p14:tracePt t="272072" x="9440863" y="5459413"/>
          <p14:tracePt t="272080" x="9450388" y="5468938"/>
          <p14:tracePt t="272091" x="9450388" y="5486400"/>
          <p14:tracePt t="272108" x="9450388" y="5495925"/>
          <p14:tracePt t="272125" x="9467850" y="5503863"/>
          <p14:tracePt t="272216" x="9467850" y="5495925"/>
          <p14:tracePt t="272224" x="9467850" y="5476875"/>
          <p14:tracePt t="272232" x="9467850" y="5468938"/>
          <p14:tracePt t="272241" x="9467850" y="5459413"/>
          <p14:tracePt t="272258" x="9467850" y="5441950"/>
          <p14:tracePt t="272274" x="9467850" y="5434013"/>
          <p14:tracePt t="272601" x="0" y="0"/>
        </p14:tracePtLst>
        <p14:tracePtLst>
          <p14:tracePt t="275371" x="4741863" y="2122488"/>
          <p14:tracePt t="275375" x="4751388" y="2122488"/>
          <p14:tracePt t="275391" x="4759325" y="2122488"/>
          <p14:tracePt t="275408" x="4786313" y="2122488"/>
          <p14:tracePt t="275424" x="4811713" y="2122488"/>
          <p14:tracePt t="275440" x="4856163" y="2122488"/>
          <p14:tracePt t="275457" x="4873625" y="2122488"/>
          <p14:tracePt t="275474" x="4899025" y="2122488"/>
          <p14:tracePt t="275491" x="4916488" y="2122488"/>
          <p14:tracePt t="275507" x="4926013" y="2132013"/>
          <p14:tracePt t="275545" x="4933950" y="2132013"/>
          <p14:tracePt t="275552" x="4943475" y="2132013"/>
          <p14:tracePt t="275584" x="4951413" y="2132013"/>
          <p14:tracePt t="275600" x="4960938" y="2132013"/>
          <p14:tracePt t="275632" x="4968875" y="2132013"/>
          <p14:tracePt t="275648" x="4978400" y="2132013"/>
          <p14:tracePt t="275744" x="4986338" y="2132013"/>
          <p14:tracePt t="275757" x="4995863" y="2132013"/>
          <p14:tracePt t="275774" x="5013325" y="2132013"/>
          <p14:tracePt t="275791" x="5021263" y="2132013"/>
          <p14:tracePt t="275807" x="5030788" y="2132013"/>
          <p14:tracePt t="275832" x="5038725" y="2132013"/>
          <p14:tracePt t="275840" x="5048250" y="2132013"/>
          <p14:tracePt t="276008" x="5038725" y="2132013"/>
          <p14:tracePt t="276011" x="0" y="0"/>
        </p14:tracePtLst>
        <p14:tracePtLst>
          <p14:tracePt t="276796" x="2741613" y="2900363"/>
          <p14:tracePt t="276800" x="2759075" y="2900363"/>
          <p14:tracePt t="276808" x="2768600" y="2909888"/>
          <p14:tracePt t="276824" x="2794000" y="2917825"/>
          <p14:tracePt t="276840" x="2828925" y="2917825"/>
          <p14:tracePt t="276857" x="2925763" y="2927350"/>
          <p14:tracePt t="276873" x="3030538" y="2927350"/>
          <p14:tracePt t="276890" x="3170238" y="2935288"/>
          <p14:tracePt t="276907" x="3257550" y="2935288"/>
          <p14:tracePt t="276923" x="3267075" y="2935288"/>
          <p14:tracePt t="276940" x="3275013" y="2935288"/>
          <p14:tracePt t="277040" x="3275013" y="2927350"/>
          <p14:tracePt t="277048" x="3267075" y="2927350"/>
          <p14:tracePt t="277057" x="3257550" y="2917825"/>
          <p14:tracePt t="277074" x="3249613" y="2917825"/>
          <p14:tracePt t="277090" x="3232150" y="2917825"/>
          <p14:tracePt t="277152" x="3240088" y="2927350"/>
          <p14:tracePt t="277161" x="3249613" y="2927350"/>
          <p14:tracePt t="277168" x="3249613" y="2935288"/>
          <p14:tracePt t="277176" x="3257550" y="2935288"/>
          <p14:tracePt t="277190" x="3275013" y="2944813"/>
          <p14:tracePt t="277192" x="3284538" y="2952750"/>
          <p14:tracePt t="277207" x="3319463" y="2970213"/>
          <p14:tracePt t="277224" x="3327400" y="2979738"/>
          <p14:tracePt t="277240" x="3344863" y="2979738"/>
          <p14:tracePt t="277257" x="3362325" y="2979738"/>
          <p14:tracePt t="277274" x="3362325" y="2970213"/>
          <p14:tracePt t="277290" x="3379788" y="2952750"/>
          <p14:tracePt t="277307" x="3389313" y="2944813"/>
          <p14:tracePt t="277323" x="3406775" y="2917825"/>
          <p14:tracePt t="277340" x="3406775" y="2900363"/>
          <p14:tracePt t="277357" x="3406775" y="2874963"/>
          <p14:tracePt t="277374" x="3389313" y="2847975"/>
          <p14:tracePt t="277375" x="3371850" y="2813050"/>
          <p14:tracePt t="277390" x="3344863" y="2795588"/>
          <p14:tracePt t="277391" x="3327400" y="2787650"/>
          <p14:tracePt t="277407" x="3302000" y="2752725"/>
          <p14:tracePt t="277408" x="3275013" y="2743200"/>
          <p14:tracePt t="277424" x="3240088" y="2725738"/>
          <p14:tracePt t="277440" x="3205163" y="2708275"/>
          <p14:tracePt t="277457" x="3179763" y="2690813"/>
          <p14:tracePt t="277473" x="3162300" y="2681288"/>
          <p14:tracePt t="277490" x="3135313" y="2681288"/>
          <p14:tracePt t="277507" x="3092450" y="2681288"/>
          <p14:tracePt t="277524" x="3038475" y="2673350"/>
          <p14:tracePt t="277540" x="2995613" y="2673350"/>
          <p14:tracePt t="277557" x="2960688" y="2673350"/>
          <p14:tracePt t="277573" x="2943225" y="2681288"/>
          <p14:tracePt t="277576" x="2933700" y="2681288"/>
          <p14:tracePt t="277590" x="2925763" y="2690813"/>
          <p14:tracePt t="277592" x="2908300" y="2690813"/>
          <p14:tracePt t="277607" x="2881313" y="2698750"/>
          <p14:tracePt t="277624" x="2855913" y="2708275"/>
          <p14:tracePt t="277640" x="2828925" y="2716213"/>
          <p14:tracePt t="277657" x="2820988" y="2725738"/>
          <p14:tracePt t="277674" x="2803525" y="2733675"/>
          <p14:tracePt t="277690" x="2794000" y="2733675"/>
          <p14:tracePt t="277707" x="2794000" y="2760663"/>
          <p14:tracePt t="277724" x="2794000" y="2787650"/>
          <p14:tracePt t="277740" x="2794000" y="2813050"/>
          <p14:tracePt t="277757" x="2811463" y="2840038"/>
          <p14:tracePt t="277774" x="2838450" y="2874963"/>
          <p14:tracePt t="277776" x="2846388" y="2882900"/>
          <p14:tracePt t="277790" x="2863850" y="2900363"/>
          <p14:tracePt t="277792" x="2881313" y="2909888"/>
          <p14:tracePt t="277807" x="2898775" y="2909888"/>
          <p14:tracePt t="277809" x="2916238" y="2927350"/>
          <p14:tracePt t="277824" x="2960688" y="2944813"/>
          <p14:tracePt t="277840" x="3003550" y="2952750"/>
          <p14:tracePt t="277857" x="3100388" y="2952750"/>
          <p14:tracePt t="277873" x="3222625" y="2952750"/>
          <p14:tracePt t="277890" x="3267075" y="2935288"/>
          <p14:tracePt t="277906" x="3292475" y="2927350"/>
          <p14:tracePt t="277923" x="3302000" y="2909888"/>
          <p14:tracePt t="277940" x="3309938" y="2900363"/>
          <p14:tracePt t="278209" x="0" y="0"/>
        </p14:tracePtLst>
        <p14:tracePtLst>
          <p14:tracePt t="284180" x="3152775" y="4673600"/>
          <p14:tracePt t="284200" x="3152775" y="4665663"/>
          <p14:tracePt t="284216" x="3144838" y="4665663"/>
          <p14:tracePt t="284224" x="3135313" y="4656138"/>
          <p14:tracePt t="284232" x="3127375" y="4656138"/>
          <p14:tracePt t="284248" x="3109913" y="4656138"/>
          <p14:tracePt t="284264" x="3100388" y="4648200"/>
          <p14:tracePt t="284273" x="3092450" y="4648200"/>
          <p14:tracePt t="284289" x="3082925" y="4648200"/>
          <p14:tracePt t="284306" x="3074988" y="4648200"/>
          <p14:tracePt t="284322" x="3065463" y="4638675"/>
          <p14:tracePt t="284344" x="3057525" y="4638675"/>
          <p14:tracePt t="284368" x="3048000" y="4638675"/>
          <p14:tracePt t="284376" x="3048000" y="4630738"/>
          <p14:tracePt t="284392" x="3038475" y="4630738"/>
          <p14:tracePt t="284424" x="3021013" y="4621213"/>
          <p14:tracePt t="284432" x="3013075" y="4613275"/>
          <p14:tracePt t="284448" x="3003550" y="4603750"/>
          <p14:tracePt t="284456" x="2986088" y="4595813"/>
          <p14:tracePt t="284473" x="2978150" y="4586288"/>
          <p14:tracePt t="284489" x="2968625" y="4586288"/>
          <p14:tracePt t="284624" x="2960688" y="4586288"/>
          <p14:tracePt t="284632" x="2960688" y="4578350"/>
          <p14:tracePt t="284639" x="2943225" y="4568825"/>
          <p14:tracePt t="284656" x="2916238" y="4551363"/>
          <p14:tracePt t="284673" x="2890838" y="4551363"/>
          <p14:tracePt t="284689" x="2838450" y="4533900"/>
          <p14:tracePt t="284706" x="2786063" y="4516438"/>
          <p14:tracePt t="284722" x="2759075" y="4508500"/>
          <p14:tracePt t="284739" x="2741613" y="4498975"/>
          <p14:tracePt t="284756" x="2724150" y="4481513"/>
          <p14:tracePt t="284773" x="2671763" y="4464050"/>
          <p14:tracePt t="284789" x="2636838" y="4429125"/>
          <p14:tracePt t="284806" x="2541588" y="4394200"/>
          <p14:tracePt t="284808" x="2479675" y="4376738"/>
          <p14:tracePt t="284822" x="2471738" y="4359275"/>
          <p14:tracePt t="284824" x="2419350" y="4351338"/>
          <p14:tracePt t="284840" x="2392363" y="4333875"/>
          <p14:tracePt t="284856" x="2374900" y="4316413"/>
          <p14:tracePt t="284872" x="2349500" y="4306888"/>
          <p14:tracePt t="284889" x="2332038" y="4306888"/>
          <p14:tracePt t="284906" x="2297113" y="4298950"/>
          <p14:tracePt t="284922" x="2209800" y="4289425"/>
          <p14:tracePt t="284939" x="2139950" y="4289425"/>
          <p14:tracePt t="284955" x="2095500" y="4289425"/>
          <p14:tracePt t="284972" x="2070100" y="4289425"/>
          <p14:tracePt t="284989" x="2052638" y="4289425"/>
          <p14:tracePt t="285005" x="2035175" y="4289425"/>
          <p14:tracePt t="285022" x="2025650" y="4289425"/>
          <p14:tracePt t="285040" x="2008188" y="4298950"/>
          <p14:tracePt t="285056" x="2000250" y="4306888"/>
          <p14:tracePt t="285073" x="1982788" y="4316413"/>
          <p14:tracePt t="285089" x="1955800" y="4324350"/>
          <p14:tracePt t="285106" x="1930400" y="4351338"/>
          <p14:tracePt t="285122" x="1912938" y="4386263"/>
          <p14:tracePt t="285139" x="1903413" y="4411663"/>
          <p14:tracePt t="285156" x="1903413" y="4429125"/>
          <p14:tracePt t="285173" x="1903413" y="4456113"/>
          <p14:tracePt t="285189" x="1920875" y="4508500"/>
          <p14:tracePt t="285206" x="1938338" y="4533900"/>
          <p14:tracePt t="285208" x="1938338" y="4551363"/>
          <p14:tracePt t="285222" x="1955800" y="4578350"/>
          <p14:tracePt t="285224" x="1973263" y="4595813"/>
          <p14:tracePt t="285240" x="2008188" y="4638675"/>
          <p14:tracePt t="285256" x="2017713" y="4665663"/>
          <p14:tracePt t="285273" x="2052638" y="4673600"/>
          <p14:tracePt t="285289" x="2087563" y="4691063"/>
          <p14:tracePt t="285306" x="2122488" y="4708525"/>
          <p14:tracePt t="285322" x="2130425" y="4708525"/>
          <p14:tracePt t="285339" x="2139950" y="4708525"/>
          <p14:tracePt t="285356" x="2147888" y="4708525"/>
          <p14:tracePt t="285384" x="2157413" y="4708525"/>
          <p14:tracePt t="285393" x="2157413" y="4700588"/>
          <p14:tracePt t="285440" x="2165350" y="4700588"/>
          <p14:tracePt t="285472" x="2165350" y="4691063"/>
          <p14:tracePt t="285481" x="0" y="0"/>
        </p14:tracePtLst>
        <p14:tracePtLst>
          <p14:tracePt t="287020" x="10156825" y="5381625"/>
          <p14:tracePt t="287353" x="0" y="0"/>
        </p14:tracePtLst>
        <p14:tracePtLst>
          <p14:tracePt t="288380" x="9590088" y="4464050"/>
          <p14:tracePt t="288384" x="9572625" y="4464050"/>
          <p14:tracePt t="288392" x="9572625" y="4473575"/>
          <p14:tracePt t="288405" x="9563100" y="4473575"/>
          <p14:tracePt t="288422" x="9545638" y="4473575"/>
          <p14:tracePt t="288439" x="9537700" y="4473575"/>
          <p14:tracePt t="288455" x="9537700" y="4481513"/>
          <p14:tracePt t="288472" x="9528175" y="4481513"/>
          <p14:tracePt t="288489" x="9520238" y="4481513"/>
          <p14:tracePt t="288505" x="9510713" y="4491038"/>
          <p14:tracePt t="288522" x="9485313" y="4498975"/>
          <p14:tracePt t="288539" x="9423400" y="4508500"/>
          <p14:tracePt t="288556" x="9336088" y="4525963"/>
          <p14:tracePt t="288572" x="9266238" y="4543425"/>
          <p14:tracePt t="288589" x="9205913" y="4568825"/>
          <p14:tracePt t="288605" x="9144000" y="4595813"/>
          <p14:tracePt t="288622" x="9109075" y="4621213"/>
          <p14:tracePt t="288624" x="9099550" y="4638675"/>
          <p14:tracePt t="288638" x="9074150" y="4648200"/>
          <p14:tracePt t="288640" x="9056688" y="4673600"/>
          <p14:tracePt t="288656" x="9004300" y="4718050"/>
          <p14:tracePt t="288672" x="8942388" y="4752975"/>
          <p14:tracePt t="288688" x="8907463" y="4770438"/>
          <p14:tracePt t="288705" x="8855075" y="4787900"/>
          <p14:tracePt t="288722" x="8837613" y="4805363"/>
          <p14:tracePt t="288738" x="8802688" y="4830763"/>
          <p14:tracePt t="288756" x="8794750" y="4848225"/>
          <p14:tracePt t="288772" x="8785225" y="4857750"/>
          <p14:tracePt t="288788" x="8759825" y="4883150"/>
          <p14:tracePt t="288805" x="8742363" y="4910138"/>
          <p14:tracePt t="288822" x="8715375" y="4945063"/>
          <p14:tracePt t="288823" x="8707438" y="4953000"/>
          <p14:tracePt t="288839" x="8680450" y="4979988"/>
          <p14:tracePt t="288840" x="8662988" y="5005388"/>
          <p14:tracePt t="288856" x="8645525" y="5022850"/>
          <p14:tracePt t="288872" x="8637588" y="5084763"/>
          <p14:tracePt t="288888" x="8637588" y="5119688"/>
          <p14:tracePt t="288905" x="8645525" y="5137150"/>
          <p14:tracePt t="288922" x="8655050" y="5189538"/>
          <p14:tracePt t="288939" x="8680450" y="5224463"/>
          <p14:tracePt t="288955" x="8707438" y="5276850"/>
          <p14:tracePt t="288972" x="8732838" y="5311775"/>
          <p14:tracePt t="288988" x="8750300" y="5329238"/>
          <p14:tracePt t="289005" x="8777288" y="5346700"/>
          <p14:tracePt t="289022" x="8794750" y="5372100"/>
          <p14:tracePt t="289038" x="8820150" y="5399088"/>
          <p14:tracePt t="289040" x="8837613" y="5416550"/>
          <p14:tracePt t="289055" x="8924925" y="5441950"/>
          <p14:tracePt t="289072" x="8977313" y="5441950"/>
          <p14:tracePt t="289088" x="9004300" y="5451475"/>
          <p14:tracePt t="289105" x="9064625" y="5476875"/>
          <p14:tracePt t="289122" x="9134475" y="5495925"/>
          <p14:tracePt t="289139" x="9161463" y="5495925"/>
          <p14:tracePt t="289155" x="9205913" y="5503863"/>
          <p14:tracePt t="289172" x="9240838" y="5521325"/>
          <p14:tracePt t="289189" x="9318625" y="5556250"/>
          <p14:tracePt t="289192" x="9380538" y="5565775"/>
          <p14:tracePt t="289205" x="9415463" y="5573713"/>
          <p14:tracePt t="289222" x="9520238" y="5573713"/>
          <p14:tracePt t="289223" x="9598025" y="5573713"/>
          <p14:tracePt t="289239" x="9615488" y="5573713"/>
          <p14:tracePt t="289240" x="9632950" y="5573713"/>
          <p14:tracePt t="289255" x="9659938" y="5548313"/>
          <p14:tracePt t="289273" x="9737725" y="5538788"/>
          <p14:tracePt t="289289" x="9782175" y="5530850"/>
          <p14:tracePt t="289305" x="9869488" y="5495925"/>
          <p14:tracePt t="289322" x="10009188" y="5451475"/>
          <p14:tracePt t="289338" x="10086975" y="5416550"/>
          <p14:tracePt t="289355" x="10148888" y="5399088"/>
          <p14:tracePt t="289371" x="10218738" y="5381625"/>
          <p14:tracePt t="289389" x="10226675" y="5364163"/>
          <p14:tracePt t="289405" x="10244138" y="5329238"/>
          <p14:tracePt t="289422" x="10236200" y="5294313"/>
          <p14:tracePt t="289423" x="10236200" y="5284788"/>
          <p14:tracePt t="289438" x="10218738" y="5276850"/>
          <p14:tracePt t="289440" x="10201275" y="5259388"/>
          <p14:tracePt t="289455" x="10174288" y="5172075"/>
          <p14:tracePt t="289472" x="10156825" y="5127625"/>
          <p14:tracePt t="289489" x="10131425" y="5102225"/>
          <p14:tracePt t="289505" x="10096500" y="5057775"/>
          <p14:tracePt t="289522" x="10069513" y="5032375"/>
          <p14:tracePt t="289538" x="10044113" y="4997450"/>
          <p14:tracePt t="289555" x="10009188" y="4970463"/>
          <p14:tracePt t="289572" x="9991725" y="4953000"/>
          <p14:tracePt t="289588" x="9982200" y="4953000"/>
          <p14:tracePt t="289605" x="9964738" y="4953000"/>
          <p14:tracePt t="289622" x="9956800" y="4953000"/>
          <p14:tracePt t="289638" x="9956800" y="4945063"/>
          <p14:tracePt t="289792" x="9947275" y="4945063"/>
          <p14:tracePt t="289841" x="0" y="0"/>
        </p14:tracePtLst>
        <p14:tracePtLst>
          <p14:tracePt t="293116" x="9642475" y="2411413"/>
          <p14:tracePt t="293152" x="9642475" y="2419350"/>
          <p14:tracePt t="293160" x="9632950" y="2419350"/>
          <p14:tracePt t="293184" x="9625013" y="2428875"/>
          <p14:tracePt t="293193" x="9615488" y="2428875"/>
          <p14:tracePt t="293209" x="9607550" y="2428875"/>
          <p14:tracePt t="293221" x="9590088" y="2428875"/>
          <p14:tracePt t="293238" x="9572625" y="2428875"/>
          <p14:tracePt t="293239" x="9537700" y="2428875"/>
          <p14:tracePt t="293254" x="9528175" y="2428875"/>
          <p14:tracePt t="293256" x="9467850" y="2428875"/>
          <p14:tracePt t="293272" x="9398000" y="2428875"/>
          <p14:tracePt t="293288" x="9336088" y="2428875"/>
          <p14:tracePt t="293304" x="9293225" y="2428875"/>
          <p14:tracePt t="293321" x="9240838" y="2446338"/>
          <p14:tracePt t="293338" x="9223375" y="2481263"/>
          <p14:tracePt t="293355" x="9205913" y="2481263"/>
          <p14:tracePt t="293371" x="9153525" y="2506663"/>
          <p14:tracePt t="293388" x="9117013" y="2524125"/>
          <p14:tracePt t="293404" x="9039225" y="2551113"/>
          <p14:tracePt t="293421" x="8907463" y="2611438"/>
          <p14:tracePt t="293438" x="8872538" y="2638425"/>
          <p14:tracePt t="293439" x="8864600" y="2655888"/>
          <p14:tracePt t="293455" x="8802688" y="2663825"/>
          <p14:tracePt t="293457" x="8767763" y="2681288"/>
          <p14:tracePt t="293472" x="8750300" y="2698750"/>
          <p14:tracePt t="293488" x="8724900" y="2752725"/>
          <p14:tracePt t="293504" x="8689975" y="2787650"/>
          <p14:tracePt t="293521" x="8680450" y="2830513"/>
          <p14:tracePt t="293538" x="8637588" y="2865438"/>
          <p14:tracePt t="293555" x="8628063" y="2874963"/>
          <p14:tracePt t="293571" x="8628063" y="2882900"/>
          <p14:tracePt t="293588" x="8628063" y="2917825"/>
          <p14:tracePt t="293604" x="8628063" y="2935288"/>
          <p14:tracePt t="293621" x="8628063" y="2979738"/>
          <p14:tracePt t="293638" x="8620125" y="3005138"/>
          <p14:tracePt t="293639" x="8620125" y="3022600"/>
          <p14:tracePt t="293654" x="8620125" y="3040063"/>
          <p14:tracePt t="293655" x="8620125" y="3049588"/>
          <p14:tracePt t="293671" x="8620125" y="3057525"/>
          <p14:tracePt t="293672" x="8620125" y="3067050"/>
          <p14:tracePt t="293688" x="8620125" y="3101975"/>
          <p14:tracePt t="293705" x="8628063" y="3109913"/>
          <p14:tracePt t="293721" x="8645525" y="3144838"/>
          <p14:tracePt t="293738" x="8655050" y="3154363"/>
          <p14:tracePt t="293755" x="8662988" y="3179763"/>
          <p14:tracePt t="293771" x="8680450" y="3224213"/>
          <p14:tracePt t="293788" x="8680450" y="3249613"/>
          <p14:tracePt t="293805" x="8672513" y="3276600"/>
          <p14:tracePt t="293821" x="8662988" y="3294063"/>
          <p14:tracePt t="293838" x="8645525" y="3328988"/>
          <p14:tracePt t="293854" x="8645525" y="3336925"/>
          <p14:tracePt t="293856" x="8645525" y="3346450"/>
          <p14:tracePt t="293880" x="8655050" y="3346450"/>
          <p14:tracePt t="293912" x="8662988" y="3346450"/>
          <p14:tracePt t="293968" x="8672513" y="3346450"/>
          <p14:tracePt t="294008" x="8680450" y="3346450"/>
          <p14:tracePt t="294064" x="8672513" y="3346450"/>
          <p14:tracePt t="294097" x="8662988" y="3346450"/>
          <p14:tracePt t="294120" x="8655050" y="3336925"/>
          <p14:tracePt t="294128" x="8645525" y="3336925"/>
          <p14:tracePt t="294144" x="8645525" y="3328988"/>
          <p14:tracePt t="294161" x="8637588" y="3319463"/>
          <p14:tracePt t="294184" x="8628063" y="3319463"/>
          <p14:tracePt t="294200" x="8628063" y="3311525"/>
          <p14:tracePt t="294216" x="8620125" y="3311525"/>
          <p14:tracePt t="294225" x="8620125" y="3302000"/>
          <p14:tracePt t="294238" x="8610600" y="3294063"/>
          <p14:tracePt t="294254" x="8628063" y="3294063"/>
          <p14:tracePt t="294255" x="8697913" y="3311525"/>
          <p14:tracePt t="294271" x="8742363" y="3328988"/>
          <p14:tracePt t="294272" x="8802688" y="3346450"/>
          <p14:tracePt t="294288" x="8864600" y="3371850"/>
          <p14:tracePt t="294304" x="8890000" y="3381375"/>
          <p14:tracePt t="294321" x="8907463" y="3389313"/>
          <p14:tracePt t="294352" x="8916988" y="3389313"/>
          <p14:tracePt t="294393" x="8924925" y="3389313"/>
          <p14:tracePt t="294400" x="8934450" y="3389313"/>
          <p14:tracePt t="294409" x="8951913" y="3389313"/>
          <p14:tracePt t="294421" x="8969375" y="3389313"/>
          <p14:tracePt t="294438" x="8986838" y="3398838"/>
          <p14:tracePt t="294440" x="8994775" y="3398838"/>
          <p14:tracePt t="294454" x="9004300" y="3406775"/>
          <p14:tracePt t="294456" x="9021763" y="3416300"/>
          <p14:tracePt t="294471" x="9039225" y="3433763"/>
          <p14:tracePt t="294488" x="9056688" y="3433763"/>
          <p14:tracePt t="294504" x="9056688" y="3441700"/>
          <p14:tracePt t="294521" x="9064625" y="3451225"/>
          <p14:tracePt t="294538" x="9082088" y="3451225"/>
          <p14:tracePt t="294554" x="9109075" y="3459163"/>
          <p14:tracePt t="294571" x="9144000" y="3476625"/>
          <p14:tracePt t="294588" x="9205913" y="3486150"/>
          <p14:tracePt t="294604" x="9283700" y="3503613"/>
          <p14:tracePt t="294621" x="9328150" y="3521075"/>
          <p14:tracePt t="294638" x="9345613" y="3521075"/>
          <p14:tracePt t="294640" x="9353550" y="3529013"/>
          <p14:tracePt t="294664" x="9363075" y="3529013"/>
          <p14:tracePt t="294672" x="9371013" y="3538538"/>
          <p14:tracePt t="294688" x="9380538" y="3538538"/>
          <p14:tracePt t="294704" x="9405938" y="3546475"/>
          <p14:tracePt t="294721" x="9458325" y="3546475"/>
          <p14:tracePt t="294737" x="9555163" y="3563938"/>
          <p14:tracePt t="294754" x="9659938" y="3573463"/>
          <p14:tracePt t="294771" x="9755188" y="3573463"/>
          <p14:tracePt t="294788" x="9790113" y="3581400"/>
          <p14:tracePt t="294804" x="9817100" y="3563938"/>
          <p14:tracePt t="294821" x="9825038" y="3556000"/>
          <p14:tracePt t="294837" x="9842500" y="3538538"/>
          <p14:tracePt t="294839" x="9852025" y="3529013"/>
          <p14:tracePt t="294856" x="9859963" y="3521075"/>
          <p14:tracePt t="294871" x="9877425" y="3511550"/>
          <p14:tracePt t="294873" x="9886950" y="3503613"/>
          <p14:tracePt t="294888" x="9904413" y="3494088"/>
          <p14:tracePt t="294904" x="9912350" y="3468688"/>
          <p14:tracePt t="294921" x="9947275" y="3433763"/>
          <p14:tracePt t="294938" x="9956800" y="3406775"/>
          <p14:tracePt t="294954" x="9974263" y="3381375"/>
          <p14:tracePt t="294971" x="9974263" y="3363913"/>
          <p14:tracePt t="294987" x="9991725" y="3336925"/>
          <p14:tracePt t="295004" x="9999663" y="3294063"/>
          <p14:tracePt t="295021" x="10009188" y="3267075"/>
          <p14:tracePt t="295037" x="10017125" y="3179763"/>
          <p14:tracePt t="295039" x="10017125" y="3136900"/>
          <p14:tracePt t="295054" x="10017125" y="3109913"/>
          <p14:tracePt t="295055" x="10017125" y="3074988"/>
          <p14:tracePt t="295071" x="10017125" y="3049588"/>
          <p14:tracePt t="295088" x="9999663" y="2987675"/>
          <p14:tracePt t="295104" x="9982200" y="2900363"/>
          <p14:tracePt t="295121" x="9956800" y="2847975"/>
          <p14:tracePt t="295138" x="9947275" y="2813050"/>
          <p14:tracePt t="295154" x="9929813" y="2787650"/>
          <p14:tracePt t="295176" x="9929813" y="2778125"/>
          <p14:tracePt t="295256" x="9921875" y="2770188"/>
          <p14:tracePt t="295264" x="9904413" y="2760663"/>
          <p14:tracePt t="295272" x="9904413" y="2752725"/>
          <p14:tracePt t="295287" x="9886950" y="2733675"/>
          <p14:tracePt t="295304" x="9877425" y="2716213"/>
          <p14:tracePt t="295321" x="9852025" y="2698750"/>
          <p14:tracePt t="295337" x="9852025" y="2690813"/>
          <p14:tracePt t="295616" x="9842500" y="2690813"/>
          <p14:tracePt t="295624" x="9825038" y="2698750"/>
          <p14:tracePt t="296424" x="0" y="0"/>
        </p14:tracePtLst>
        <p14:tracePtLst>
          <p14:tracePt t="297588" x="9632950" y="4665663"/>
          <p14:tracePt t="297641" x="9625013" y="4665663"/>
          <p14:tracePt t="297648" x="9572625" y="4665663"/>
          <p14:tracePt t="297656" x="9563100" y="4665663"/>
          <p14:tracePt t="297671" x="9545638" y="4665663"/>
          <p14:tracePt t="297673" x="9520238" y="4656138"/>
          <p14:tracePt t="297688" x="9450388" y="4656138"/>
          <p14:tracePt t="297704" x="9388475" y="4656138"/>
          <p14:tracePt t="297720" x="9336088" y="4656138"/>
          <p14:tracePt t="297737" x="9283700" y="4656138"/>
          <p14:tracePt t="297754" x="9196388" y="4648200"/>
          <p14:tracePt t="297772" x="9153525" y="4648200"/>
          <p14:tracePt t="297787" x="9134475" y="4648200"/>
          <p14:tracePt t="297803" x="9117013" y="4665663"/>
          <p14:tracePt t="297820" x="9109075" y="4673600"/>
          <p14:tracePt t="297837" x="9091613" y="4691063"/>
          <p14:tracePt t="297854" x="9064625" y="4700588"/>
          <p14:tracePt t="297870" x="9056688" y="4708525"/>
          <p14:tracePt t="297872" x="9039225" y="4718050"/>
          <p14:tracePt t="297887" x="9029700" y="4735513"/>
          <p14:tracePt t="297904" x="9012238" y="4752975"/>
          <p14:tracePt t="297920" x="8994775" y="4770438"/>
          <p14:tracePt t="297937" x="8977313" y="4795838"/>
          <p14:tracePt t="297954" x="8959850" y="4830763"/>
          <p14:tracePt t="297970" x="8934450" y="4865688"/>
          <p14:tracePt t="297988" x="8907463" y="4910138"/>
          <p14:tracePt t="298004" x="8899525" y="4935538"/>
          <p14:tracePt t="298020" x="8882063" y="4953000"/>
          <p14:tracePt t="298037" x="8872538" y="4979988"/>
          <p14:tracePt t="298053" x="8872538" y="5022850"/>
          <p14:tracePt t="298070" x="8864600" y="5057775"/>
          <p14:tracePt t="298072" x="8855075" y="5075238"/>
          <p14:tracePt t="298086" x="8855075" y="5102225"/>
          <p14:tracePt t="298088" x="8837613" y="5127625"/>
          <p14:tracePt t="298103" x="8837613" y="5180013"/>
          <p14:tracePt t="298121" x="8837613" y="5214938"/>
          <p14:tracePt t="298137" x="8864600" y="5249863"/>
          <p14:tracePt t="298154" x="8916988" y="5276850"/>
          <p14:tracePt t="298171" x="8969375" y="5302250"/>
          <p14:tracePt t="298187" x="9004300" y="5319713"/>
          <p14:tracePt t="298204" x="9021763" y="5337175"/>
          <p14:tracePt t="298220" x="9047163" y="5337175"/>
          <p14:tracePt t="298237" x="9056688" y="5337175"/>
          <p14:tracePt t="298254" x="9064625" y="5337175"/>
          <p14:tracePt t="298270" x="9074150" y="5337175"/>
          <p14:tracePt t="298272" x="9074150" y="5329238"/>
          <p14:tracePt t="298296" x="9082088" y="5319713"/>
          <p14:tracePt t="298304" x="9082088" y="5311775"/>
          <p14:tracePt t="298320" x="9091613" y="5302250"/>
          <p14:tracePt t="298337" x="9099550" y="5302250"/>
          <p14:tracePt t="298368" x="9109075" y="5302250"/>
          <p14:tracePt t="298408" x="9117013" y="5302250"/>
          <p14:tracePt t="298480" x="9126538" y="5302250"/>
          <p14:tracePt t="298512" x="9134475" y="5302250"/>
          <p14:tracePt t="298536" x="9144000" y="5311775"/>
          <p14:tracePt t="298544" x="9153525" y="5319713"/>
          <p14:tracePt t="298554" x="9161463" y="5329238"/>
          <p14:tracePt t="298570" x="9205913" y="5372100"/>
          <p14:tracePt t="298587" x="9293225" y="5416550"/>
          <p14:tracePt t="298604" x="9328150" y="5434013"/>
          <p14:tracePt t="298621" x="9336088" y="5434013"/>
          <p14:tracePt t="298664" x="9336088" y="5424488"/>
          <p14:tracePt t="298688" x="9336088" y="5416550"/>
          <p14:tracePt t="298809" x="9336088" y="5407025"/>
          <p14:tracePt t="298904" x="9345613" y="5407025"/>
          <p14:tracePt t="298945" x="9353550" y="5407025"/>
          <p14:tracePt t="298984" x="9363075" y="5407025"/>
          <p14:tracePt t="298993" x="9371013" y="5407025"/>
          <p14:tracePt t="299025" x="9380538" y="5407025"/>
          <p14:tracePt t="299032" x="9388475" y="5407025"/>
          <p14:tracePt t="299048" x="9398000" y="5407025"/>
          <p14:tracePt t="299056" x="9405938" y="5407025"/>
          <p14:tracePt t="299072" x="9415463" y="5407025"/>
          <p14:tracePt t="299087" x="9432925" y="5407025"/>
          <p14:tracePt t="299104" x="9440863" y="5407025"/>
          <p14:tracePt t="299120" x="9458325" y="5407025"/>
          <p14:tracePt t="299513" x="0" y="0"/>
        </p14:tracePtLst>
        <p14:tracePtLst>
          <p14:tracePt t="300236" x="9737725" y="4795838"/>
          <p14:tracePt t="300240" x="9729788" y="4787900"/>
          <p14:tracePt t="300253" x="9720263" y="4778375"/>
          <p14:tracePt t="300255" x="9712325" y="4778375"/>
          <p14:tracePt t="300270" x="9702800" y="4770438"/>
          <p14:tracePt t="300288" x="9694863" y="4760913"/>
          <p14:tracePt t="300313" x="9685338" y="4760913"/>
          <p14:tracePt t="300336" x="9677400" y="4760913"/>
          <p14:tracePt t="300344" x="9632950" y="4760913"/>
          <p14:tracePt t="300354" x="9615488" y="4760913"/>
          <p14:tracePt t="300370" x="9563100" y="4760913"/>
          <p14:tracePt t="300387" x="9510713" y="4760913"/>
          <p14:tracePt t="300403" x="9493250" y="4770438"/>
          <p14:tracePt t="300420" x="9485313" y="4770438"/>
          <p14:tracePt t="300437" x="9475788" y="4770438"/>
          <p14:tracePt t="300453" x="9458325" y="4787900"/>
          <p14:tracePt t="300470" x="9432925" y="4805363"/>
          <p14:tracePt t="300472" x="9415463" y="4805363"/>
          <p14:tracePt t="300487" x="9398000" y="4822825"/>
          <p14:tracePt t="300488" x="9388475" y="4840288"/>
          <p14:tracePt t="300504" x="9336088" y="4865688"/>
          <p14:tracePt t="300520" x="9258300" y="4892675"/>
          <p14:tracePt t="300537" x="9161463" y="4918075"/>
          <p14:tracePt t="300553" x="9047163" y="4962525"/>
          <p14:tracePt t="300570" x="8959850" y="4997450"/>
          <p14:tracePt t="300587" x="8924925" y="5022850"/>
          <p14:tracePt t="300603" x="8916988" y="5032375"/>
          <p14:tracePt t="300620" x="8907463" y="5049838"/>
          <p14:tracePt t="300637" x="8899525" y="5067300"/>
          <p14:tracePt t="300653" x="8899525" y="5092700"/>
          <p14:tracePt t="300670" x="8890000" y="5110163"/>
          <p14:tracePt t="300672" x="8890000" y="5127625"/>
          <p14:tracePt t="300687" x="8890000" y="5137150"/>
          <p14:tracePt t="300688" x="8890000" y="5145088"/>
          <p14:tracePt t="300704" x="8890000" y="5162550"/>
          <p14:tracePt t="300720" x="8890000" y="5197475"/>
          <p14:tracePt t="300737" x="8890000" y="5224463"/>
          <p14:tracePt t="300753" x="8899525" y="5249863"/>
          <p14:tracePt t="300770" x="8916988" y="5267325"/>
          <p14:tracePt t="300787" x="8924925" y="5302250"/>
          <p14:tracePt t="300803" x="8959850" y="5329238"/>
          <p14:tracePt t="300820" x="9004300" y="5372100"/>
          <p14:tracePt t="300836" x="9134475" y="5424488"/>
          <p14:tracePt t="300853" x="9301163" y="5468938"/>
          <p14:tracePt t="300870" x="9450388" y="5476875"/>
          <p14:tracePt t="300871" x="9520238" y="5486400"/>
          <p14:tracePt t="300887" x="9572625" y="5486400"/>
          <p14:tracePt t="300888" x="9590088" y="5486400"/>
          <p14:tracePt t="300904" x="9632950" y="5486400"/>
          <p14:tracePt t="300929" x="9642475" y="5486400"/>
          <p14:tracePt t="301073" x="9642475" y="5476875"/>
          <p14:tracePt t="301080" x="9625013" y="5399088"/>
          <p14:tracePt t="301088" x="9615488" y="5372100"/>
          <p14:tracePt t="301091" x="0" y="0"/>
        </p14:tracePtLst>
        <p14:tracePtLst>
          <p14:tracePt t="301644" x="9650413" y="2752725"/>
          <p14:tracePt t="301647" x="9642475" y="2752725"/>
          <p14:tracePt t="301664" x="9625013" y="2760663"/>
          <p14:tracePt t="301672" x="9615488" y="2760663"/>
          <p14:tracePt t="301686" x="9615488" y="2770188"/>
          <p14:tracePt t="301688" x="9598025" y="2770188"/>
          <p14:tracePt t="301703" x="9590088" y="2778125"/>
          <p14:tracePt t="301720" x="9572625" y="2787650"/>
          <p14:tracePt t="301736" x="9563100" y="2805113"/>
          <p14:tracePt t="301760" x="9555163" y="2805113"/>
          <p14:tracePt t="301770" x="9555163" y="2813050"/>
          <p14:tracePt t="301786" x="9545638" y="2822575"/>
          <p14:tracePt t="301803" x="9520238" y="2830513"/>
          <p14:tracePt t="301820" x="9510713" y="2847975"/>
          <p14:tracePt t="301836" x="9493250" y="2847975"/>
          <p14:tracePt t="301853" x="9458325" y="2865438"/>
          <p14:tracePt t="301870" x="9450388" y="2882900"/>
          <p14:tracePt t="301886" x="9432925" y="2909888"/>
          <p14:tracePt t="301903" x="9423400" y="2927350"/>
          <p14:tracePt t="301920" x="9415463" y="2935288"/>
          <p14:tracePt t="301936" x="9405938" y="2962275"/>
          <p14:tracePt t="301953" x="9405938" y="2979738"/>
          <p14:tracePt t="301976" x="9405938" y="2987675"/>
          <p14:tracePt t="301986" x="9405938" y="2997200"/>
          <p14:tracePt t="302003" x="9405938" y="3005138"/>
          <p14:tracePt t="302020" x="9415463" y="3005138"/>
          <p14:tracePt t="302129" x="0" y="0"/>
        </p14:tracePtLst>
        <p14:tracePtLst>
          <p14:tracePt t="302676" x="9353550" y="4813300"/>
          <p14:tracePt t="302761" x="0" y="0"/>
        </p14:tracePtLst>
        <p14:tracePtLst>
          <p14:tracePt t="305851" x="9475788" y="4743450"/>
          <p14:tracePt t="305969" x="0" y="0"/>
        </p14:tracePtLst>
        <p14:tracePtLst>
          <p14:tracePt t="309252" x="9336088" y="4735513"/>
          <p14:tracePt t="309417" x="0" y="0"/>
        </p14:tracePtLst>
        <p14:tracePtLst>
          <p14:tracePt t="320276" x="4514850" y="1965325"/>
          <p14:tracePt t="320280" x="4532313" y="1965325"/>
          <p14:tracePt t="320296" x="4559300" y="1974850"/>
          <p14:tracePt t="320304" x="4567238" y="1974850"/>
          <p14:tracePt t="320317" x="4594225" y="1982788"/>
          <p14:tracePt t="320334" x="4619625" y="1992313"/>
          <p14:tracePt t="320335" x="4654550" y="2000250"/>
          <p14:tracePt t="320350" x="4681538" y="2009775"/>
          <p14:tracePt t="320352" x="4689475" y="2009775"/>
          <p14:tracePt t="320367" x="4706938" y="2009775"/>
          <p14:tracePt t="320368" x="4716463" y="2017713"/>
          <p14:tracePt t="320384" x="4759325" y="2027238"/>
          <p14:tracePt t="320400" x="4786313" y="2035175"/>
          <p14:tracePt t="320417" x="4811713" y="2044700"/>
          <p14:tracePt t="320434" x="4821238" y="2052638"/>
          <p14:tracePt t="320451" x="4838700" y="2052638"/>
          <p14:tracePt t="320528" x="4846638" y="2052638"/>
          <p14:tracePt t="320536" x="4856163" y="2052638"/>
          <p14:tracePt t="320544" x="4864100" y="2052638"/>
          <p14:tracePt t="320552" x="4881563" y="2052638"/>
          <p14:tracePt t="320567" x="4899025" y="2052638"/>
          <p14:tracePt t="320584" x="4943475" y="2062163"/>
          <p14:tracePt t="320600" x="4986338" y="2062163"/>
          <p14:tracePt t="320617" x="5021263" y="2070100"/>
          <p14:tracePt t="320634" x="5048250" y="2070100"/>
          <p14:tracePt t="320651" x="5056188" y="2070100"/>
          <p14:tracePt t="320667" x="5073650" y="2070100"/>
          <p14:tracePt t="320684" x="5083175" y="2070100"/>
          <p14:tracePt t="320700" x="5091113" y="2070100"/>
          <p14:tracePt t="320717" x="5108575" y="2062163"/>
          <p14:tracePt t="320734" x="5126038" y="2062163"/>
          <p14:tracePt t="320767" x="5153025" y="2044700"/>
          <p14:tracePt t="320769" x="5160963" y="2035175"/>
          <p14:tracePt t="320784" x="5178425" y="2017713"/>
          <p14:tracePt t="320800" x="5187950" y="1992313"/>
          <p14:tracePt t="320817" x="5195888" y="1939925"/>
          <p14:tracePt t="320834" x="5195888" y="1912938"/>
          <p14:tracePt t="320850" x="5195888" y="1895475"/>
          <p14:tracePt t="320867" x="5195888" y="1860550"/>
          <p14:tracePt t="320884" x="5178425" y="1843088"/>
          <p14:tracePt t="320900" x="5143500" y="1817688"/>
          <p14:tracePt t="320917" x="5118100" y="1800225"/>
          <p14:tracePt t="320933" x="5083175" y="1790700"/>
          <p14:tracePt t="320950" x="5056188" y="1790700"/>
          <p14:tracePt t="320967" x="5013325" y="1782763"/>
          <p14:tracePt t="320984" x="4986338" y="1782763"/>
          <p14:tracePt t="321000" x="4968875" y="1782763"/>
          <p14:tracePt t="321017" x="4960938" y="1782763"/>
          <p14:tracePt t="321034" x="4926013" y="1800225"/>
          <p14:tracePt t="321050" x="4899025" y="1825625"/>
          <p14:tracePt t="321067" x="4856163" y="1878013"/>
          <p14:tracePt t="321084" x="4821238" y="1905000"/>
          <p14:tracePt t="321100" x="4786313" y="1939925"/>
          <p14:tracePt t="321117" x="4768850" y="1974850"/>
          <p14:tracePt t="321134" x="4759325" y="2000250"/>
          <p14:tracePt t="321136" x="4768850" y="2035175"/>
          <p14:tracePt t="321150" x="4786313" y="2044700"/>
          <p14:tracePt t="321152" x="4821238" y="2070100"/>
          <p14:tracePt t="321167" x="4838700" y="2087563"/>
          <p14:tracePt t="321168" x="4891088" y="2105025"/>
          <p14:tracePt t="321184" x="4933950" y="2132013"/>
          <p14:tracePt t="321200" x="4960938" y="2157413"/>
          <p14:tracePt t="321217" x="5013325" y="2174875"/>
          <p14:tracePt t="321234" x="5073650" y="2192338"/>
          <p14:tracePt t="321250" x="5100638" y="2192338"/>
          <p14:tracePt t="321267" x="5118100" y="2192338"/>
          <p14:tracePt t="321284" x="5143500" y="2192338"/>
          <p14:tracePt t="321300" x="5160963" y="2184400"/>
          <p14:tracePt t="321317" x="5170488" y="2174875"/>
          <p14:tracePt t="321333" x="5170488" y="2166938"/>
          <p14:tracePt t="321335" x="5178425" y="2166938"/>
          <p14:tracePt t="321350" x="5178425" y="2157413"/>
          <p14:tracePt t="321464" x="5170488" y="2157413"/>
          <p14:tracePt t="321472" x="5160963" y="2157413"/>
          <p14:tracePt t="321521" x="5153025" y="2157413"/>
          <p14:tracePt t="322064" x="5160963" y="2157413"/>
          <p14:tracePt t="322072" x="5170488" y="2157413"/>
          <p14:tracePt t="322083" x="5170488" y="2149475"/>
          <p14:tracePt t="322100" x="5187950" y="2139950"/>
          <p14:tracePt t="322117" x="5195888" y="2139950"/>
          <p14:tracePt t="322133" x="5195888" y="2132013"/>
          <p14:tracePt t="322150" x="5213350" y="2114550"/>
          <p14:tracePt t="322167" x="5213350" y="2105025"/>
          <p14:tracePt t="322168" x="5222875" y="2097088"/>
          <p14:tracePt t="322184" x="5240338" y="2079625"/>
          <p14:tracePt t="322200" x="5240338" y="2062163"/>
          <p14:tracePt t="322217" x="5240338" y="2052638"/>
          <p14:tracePt t="322233" x="5240338" y="2044700"/>
          <p14:tracePt t="322721" x="0" y="0"/>
        </p14:tracePtLst>
        <p14:tracePtLst>
          <p14:tracePt t="326771" x="1755775" y="4979988"/>
          <p14:tracePt t="326864" x="1763713" y="4970463"/>
          <p14:tracePt t="326872" x="1773238" y="4970463"/>
          <p14:tracePt t="326883" x="1790700" y="4970463"/>
          <p14:tracePt t="326899" x="1808163" y="4979988"/>
          <p14:tracePt t="326916" x="1843088" y="4987925"/>
          <p14:tracePt t="326932" x="1903413" y="5005388"/>
          <p14:tracePt t="326949" x="1947863" y="5014913"/>
          <p14:tracePt t="326966" x="2000250" y="5032375"/>
          <p14:tracePt t="326968" x="2035175" y="5032375"/>
          <p14:tracePt t="326983" x="2043113" y="5032375"/>
          <p14:tracePt t="326984" x="2060575" y="5032375"/>
          <p14:tracePt t="327000" x="2087563" y="5032375"/>
          <p14:tracePt t="327017" x="2105025" y="5032375"/>
          <p14:tracePt t="327033" x="2130425" y="5032375"/>
          <p14:tracePt t="327049" x="2147888" y="5032375"/>
          <p14:tracePt t="327066" x="2157413" y="5032375"/>
          <p14:tracePt t="327083" x="2182813" y="5049838"/>
          <p14:tracePt t="327099" x="2200275" y="5049838"/>
          <p14:tracePt t="327116" x="2209800" y="5049838"/>
          <p14:tracePt t="327133" x="2235200" y="5057775"/>
          <p14:tracePt t="327149" x="2305050" y="5084763"/>
          <p14:tracePt t="327166" x="2366963" y="5092700"/>
          <p14:tracePt t="327168" x="2384425" y="5092700"/>
          <p14:tracePt t="327182" x="2409825" y="5092700"/>
          <p14:tracePt t="327184" x="2444750" y="5102225"/>
          <p14:tracePt t="327199" x="2479675" y="5110163"/>
          <p14:tracePt t="327216" x="2506663" y="5110163"/>
          <p14:tracePt t="327233" x="2524125" y="5110163"/>
          <p14:tracePt t="327264" x="2532063" y="5110163"/>
          <p14:tracePt t="327280" x="2541588" y="5110163"/>
          <p14:tracePt t="327289" x="2549525" y="5102225"/>
          <p14:tracePt t="327299" x="2549525" y="5092700"/>
          <p14:tracePt t="327316" x="2566988" y="5092700"/>
          <p14:tracePt t="327333" x="2576513" y="5092700"/>
          <p14:tracePt t="327349" x="2593975" y="5084763"/>
          <p14:tracePt t="327366" x="2593975" y="5075238"/>
          <p14:tracePt t="327368" x="2601913" y="5075238"/>
          <p14:tracePt t="327383" x="2619375" y="5067300"/>
          <p14:tracePt t="327385" x="2619375" y="5057775"/>
          <p14:tracePt t="327400" x="2636838" y="5049838"/>
          <p14:tracePt t="327417" x="2654300" y="5040313"/>
          <p14:tracePt t="327432" x="2671763" y="5032375"/>
          <p14:tracePt t="327449" x="2681288" y="5032375"/>
          <p14:tracePt t="327465" x="2689225" y="5022850"/>
          <p14:tracePt t="327482" x="2716213" y="5014913"/>
          <p14:tracePt t="327499" x="2724150" y="5005388"/>
          <p14:tracePt t="327516" x="2741613" y="4997450"/>
          <p14:tracePt t="327533" x="2751138" y="4979988"/>
          <p14:tracePt t="327549" x="2759075" y="4979988"/>
          <p14:tracePt t="327566" x="2759075" y="4962525"/>
          <p14:tracePt t="327583" x="2751138" y="4945063"/>
          <p14:tracePt t="327584" x="2751138" y="4927600"/>
          <p14:tracePt t="327599" x="2724150" y="4892675"/>
          <p14:tracePt t="327616" x="2681288" y="4857750"/>
          <p14:tracePt t="327632" x="2654300" y="4830763"/>
          <p14:tracePt t="327649" x="2636838" y="4813300"/>
          <p14:tracePt t="327666" x="2619375" y="4805363"/>
          <p14:tracePt t="327683" x="2584450" y="4787900"/>
          <p14:tracePt t="327699" x="2532063" y="4770438"/>
          <p14:tracePt t="327716" x="2454275" y="4752975"/>
          <p14:tracePt t="327733" x="2366963" y="4725988"/>
          <p14:tracePt t="327749" x="2287588" y="4708525"/>
          <p14:tracePt t="327766" x="2235200" y="4700588"/>
          <p14:tracePt t="327783" x="2147888" y="4691063"/>
          <p14:tracePt t="327784" x="2122488" y="4691063"/>
          <p14:tracePt t="327800" x="2043113" y="4691063"/>
          <p14:tracePt t="327817" x="1912938" y="4691063"/>
          <p14:tracePt t="327832" x="1885950" y="4691063"/>
          <p14:tracePt t="327849" x="1868488" y="4700588"/>
          <p14:tracePt t="327866" x="1843088" y="4700588"/>
          <p14:tracePt t="327883" x="1808163" y="4735513"/>
          <p14:tracePt t="327899" x="1781175" y="4760913"/>
          <p14:tracePt t="327916" x="1746250" y="4787900"/>
          <p14:tracePt t="327933" x="1711325" y="4848225"/>
          <p14:tracePt t="327949" x="1693863" y="4910138"/>
          <p14:tracePt t="327966" x="1693863" y="4927600"/>
          <p14:tracePt t="327982" x="1693863" y="4945063"/>
          <p14:tracePt t="327984" x="1693863" y="4953000"/>
          <p14:tracePt t="328000" x="1720850" y="4970463"/>
          <p14:tracePt t="328016" x="1746250" y="4987925"/>
          <p14:tracePt t="328032" x="1781175" y="5014913"/>
          <p14:tracePt t="328049" x="1860550" y="5049838"/>
          <p14:tracePt t="328066" x="1990725" y="5075238"/>
          <p14:tracePt t="328083" x="2078038" y="5084763"/>
          <p14:tracePt t="328099" x="2147888" y="5092700"/>
          <p14:tracePt t="328116" x="2174875" y="5092700"/>
          <p14:tracePt t="328133" x="2182813" y="5092700"/>
          <p14:tracePt t="328416" x="2192338" y="5092700"/>
          <p14:tracePt t="328592" x="2200275" y="5092700"/>
          <p14:tracePt t="328609" x="2209800" y="5092700"/>
          <p14:tracePt t="328632" x="2217738" y="5092700"/>
          <p14:tracePt t="328640" x="2227263" y="5084763"/>
          <p14:tracePt t="328656" x="2235200" y="5084763"/>
          <p14:tracePt t="328665" x="2235200" y="5075238"/>
          <p14:tracePt t="328682" x="2244725" y="5075238"/>
          <p14:tracePt t="328699" x="2252663" y="5067300"/>
          <p14:tracePt t="328728" x="2262188" y="5067300"/>
          <p14:tracePt t="328737" x="2262188" y="5057775"/>
          <p14:tracePt t="328776" x="2270125" y="5057775"/>
          <p14:tracePt t="328800" x="2270125" y="5049838"/>
          <p14:tracePt t="328824" x="2279650" y="5049838"/>
          <p14:tracePt t="328888" x="2297113" y="5049838"/>
          <p14:tracePt t="328896" x="2305050" y="5049838"/>
          <p14:tracePt t="328904" x="2305050" y="5040313"/>
          <p14:tracePt t="328916" x="2314575" y="5040313"/>
          <p14:tracePt t="328932" x="2322513" y="5032375"/>
          <p14:tracePt t="328969" x="2332038" y="5032375"/>
          <p14:tracePt t="329000" x="2339975" y="5022850"/>
          <p14:tracePt t="329008" x="2349500" y="5022850"/>
          <p14:tracePt t="329424" x="2366963" y="5022850"/>
          <p14:tracePt t="329432" x="2374900" y="5022850"/>
          <p14:tracePt t="329440" x="2374900" y="5032375"/>
          <p14:tracePt t="329456" x="2384425" y="5040313"/>
          <p14:tracePt t="329472" x="2392363" y="5040313"/>
          <p14:tracePt t="329482" x="2401888" y="5049838"/>
          <p14:tracePt t="329499" x="2401888" y="5057775"/>
          <p14:tracePt t="329515" x="2409825" y="5057775"/>
          <p14:tracePt t="329532" x="2419350" y="5057775"/>
          <p14:tracePt t="329593" x="2427288" y="5057775"/>
          <p14:tracePt t="329800" x="2419350" y="5057775"/>
          <p14:tracePt t="329803" x="0" y="0"/>
        </p14:tracePtLst>
        <p14:tracePtLst>
          <p14:tracePt t="333443" x="2724150" y="4953000"/>
          <p14:tracePt t="333480" x="2733675" y="4953000"/>
          <p14:tracePt t="333584" x="2741613" y="4945063"/>
          <p14:tracePt t="333593" x="2751138" y="4945063"/>
          <p14:tracePt t="333609" x="2759075" y="4935538"/>
          <p14:tracePt t="333616" x="2768600" y="4927600"/>
          <p14:tracePt t="333640" x="2768600" y="4910138"/>
          <p14:tracePt t="333648" x="2786063" y="4900613"/>
          <p14:tracePt t="333665" x="2786063" y="4883150"/>
          <p14:tracePt t="333682" x="2786063" y="4865688"/>
          <p14:tracePt t="333698" x="2776538" y="4857750"/>
          <p14:tracePt t="333715" x="2751138" y="4830763"/>
          <p14:tracePt t="333732" x="2681288" y="4725988"/>
          <p14:tracePt t="333748" x="2584450" y="4683125"/>
          <p14:tracePt t="333765" x="2506663" y="4665663"/>
          <p14:tracePt t="333782" x="2419350" y="4638675"/>
          <p14:tracePt t="333798" x="2366963" y="4621213"/>
          <p14:tracePt t="333800" x="2339975" y="4613275"/>
          <p14:tracePt t="333815" x="2279650" y="4603750"/>
          <p14:tracePt t="333817" x="2209800" y="4603750"/>
          <p14:tracePt t="333832" x="2139950" y="4595813"/>
          <p14:tracePt t="333848" x="2025650" y="4586288"/>
          <p14:tracePt t="333865" x="1895475" y="4578350"/>
          <p14:tracePt t="333882" x="1851025" y="4578350"/>
          <p14:tracePt t="333898" x="1798638" y="4568825"/>
          <p14:tracePt t="333915" x="1773238" y="4568825"/>
          <p14:tracePt t="333932" x="1746250" y="4578350"/>
          <p14:tracePt t="333948" x="1738313" y="4586288"/>
          <p14:tracePt t="333965" x="1720850" y="4595813"/>
          <p14:tracePt t="333981" x="1685925" y="4613275"/>
          <p14:tracePt t="333998" x="1668463" y="4621213"/>
          <p14:tracePt t="334015" x="1633538" y="4656138"/>
          <p14:tracePt t="334016" x="1633538" y="4665663"/>
          <p14:tracePt t="334031" x="1616075" y="4683125"/>
          <p14:tracePt t="334032" x="1606550" y="4700588"/>
          <p14:tracePt t="334048" x="1598613" y="4743450"/>
          <p14:tracePt t="334065" x="1598613" y="4795838"/>
          <p14:tracePt t="334082" x="1598613" y="4813300"/>
          <p14:tracePt t="334098" x="1616075" y="4857750"/>
          <p14:tracePt t="334115" x="1641475" y="4900613"/>
          <p14:tracePt t="334132" x="1668463" y="4927600"/>
          <p14:tracePt t="334148" x="1711325" y="4979988"/>
          <p14:tracePt t="334165" x="1738313" y="5022850"/>
          <p14:tracePt t="334182" x="1773238" y="5049838"/>
          <p14:tracePt t="334184" x="1781175" y="5049838"/>
          <p14:tracePt t="334198" x="1781175" y="5057775"/>
          <p14:tracePt t="334200" x="1790700" y="5057775"/>
          <p14:tracePt t="334215" x="1798638" y="5067300"/>
          <p14:tracePt t="334232" x="1825625" y="5084763"/>
          <p14:tracePt t="334248" x="1851025" y="5102225"/>
          <p14:tracePt t="334265" x="1930400" y="5119688"/>
          <p14:tracePt t="334282" x="2043113" y="5127625"/>
          <p14:tracePt t="334298" x="2182813" y="5127625"/>
          <p14:tracePt t="334315" x="2279650" y="5127625"/>
          <p14:tracePt t="334332" x="2339975" y="5119688"/>
          <p14:tracePt t="334348" x="2384425" y="5102225"/>
          <p14:tracePt t="334365" x="2392363" y="5092700"/>
          <p14:tracePt t="334381" x="2409825" y="5075238"/>
          <p14:tracePt t="334398" x="2419350" y="5075238"/>
          <p14:tracePt t="334399" x="2436813" y="5067300"/>
          <p14:tracePt t="334415" x="2436813" y="5057775"/>
          <p14:tracePt t="334416" x="2444750" y="5057775"/>
          <p14:tracePt t="334432" x="2471738" y="5049838"/>
          <p14:tracePt t="334448" x="2497138" y="5049838"/>
          <p14:tracePt t="334465" x="2524125" y="5049838"/>
          <p14:tracePt t="334481" x="2549525" y="5049838"/>
          <p14:tracePt t="334498" x="2559050" y="5049838"/>
          <p14:tracePt t="334515" x="2566988" y="5049838"/>
          <p14:tracePt t="334532" x="2576513" y="5049838"/>
          <p14:tracePt t="334553" x="2576513" y="5040313"/>
          <p14:tracePt t="334873" x="0" y="0"/>
        </p14:tracePtLst>
        <p14:tracePtLst>
          <p14:tracePt t="338469" x="1720850" y="5302250"/>
          <p14:tracePt t="338472" x="1755775" y="5311775"/>
          <p14:tracePt t="338481" x="1773238" y="5319713"/>
          <p14:tracePt t="338498" x="1798638" y="5329238"/>
          <p14:tracePt t="338514" x="1816100" y="5329238"/>
          <p14:tracePt t="338531" x="1825625" y="5337175"/>
          <p14:tracePt t="338552" x="1833563" y="5346700"/>
          <p14:tracePt t="338564" x="1843088" y="5346700"/>
          <p14:tracePt t="338584" x="1860550" y="5346700"/>
          <p14:tracePt t="338598" x="1868488" y="5346700"/>
          <p14:tracePt t="338614" x="1895475" y="5346700"/>
          <p14:tracePt t="338616" x="1903413" y="5346700"/>
          <p14:tracePt t="338631" x="1920875" y="5346700"/>
          <p14:tracePt t="338633" x="1938338" y="5354638"/>
          <p14:tracePt t="338648" x="1965325" y="5364163"/>
          <p14:tracePt t="338664" x="1982788" y="5364163"/>
          <p14:tracePt t="338681" x="2008188" y="5364163"/>
          <p14:tracePt t="338697" x="2035175" y="5364163"/>
          <p14:tracePt t="338714" x="2078038" y="5364163"/>
          <p14:tracePt t="338731" x="2095500" y="5364163"/>
          <p14:tracePt t="338748" x="2122488" y="5364163"/>
          <p14:tracePt t="338764" x="2139950" y="5364163"/>
          <p14:tracePt t="338781" x="2157413" y="5364163"/>
          <p14:tracePt t="338797" x="2182813" y="5364163"/>
          <p14:tracePt t="338814" x="2209800" y="5364163"/>
          <p14:tracePt t="338831" x="2244725" y="5364163"/>
          <p14:tracePt t="338848" x="2262188" y="5364163"/>
          <p14:tracePt t="338864" x="2297113" y="5346700"/>
          <p14:tracePt t="338881" x="2322513" y="5337175"/>
          <p14:tracePt t="338897" x="2339975" y="5329238"/>
          <p14:tracePt t="338914" x="2374900" y="5311775"/>
          <p14:tracePt t="338931" x="2401888" y="5284788"/>
          <p14:tracePt t="338947" x="2419350" y="5267325"/>
          <p14:tracePt t="338964" x="2436813" y="5241925"/>
          <p14:tracePt t="338981" x="2436813" y="5180013"/>
          <p14:tracePt t="338997" x="2436813" y="5145088"/>
          <p14:tracePt t="338999" x="2419350" y="5110163"/>
          <p14:tracePt t="339014" x="2409825" y="5092700"/>
          <p14:tracePt t="339015" x="2409825" y="5084763"/>
          <p14:tracePt t="339031" x="2401888" y="5067300"/>
          <p14:tracePt t="339032" x="2384425" y="5049838"/>
          <p14:tracePt t="339048" x="2349500" y="5022850"/>
          <p14:tracePt t="339064" x="2332038" y="5005388"/>
          <p14:tracePt t="339081" x="2297113" y="4987925"/>
          <p14:tracePt t="339097" x="2262188" y="4962525"/>
          <p14:tracePt t="339114" x="2192338" y="4935538"/>
          <p14:tracePt t="339131" x="2157413" y="4927600"/>
          <p14:tracePt t="339148" x="2112963" y="4910138"/>
          <p14:tracePt t="339164" x="2078038" y="4892675"/>
          <p14:tracePt t="339181" x="2035175" y="4875213"/>
          <p14:tracePt t="339197" x="1973263" y="4865688"/>
          <p14:tracePt t="339214" x="1938338" y="4865688"/>
          <p14:tracePt t="339231" x="1912938" y="4865688"/>
          <p14:tracePt t="339232" x="1903413" y="4865688"/>
          <p14:tracePt t="339248" x="1878013" y="4865688"/>
          <p14:tracePt t="339264" x="1860550" y="4875213"/>
          <p14:tracePt t="339280" x="1843088" y="4883150"/>
          <p14:tracePt t="339297" x="1808163" y="4892675"/>
          <p14:tracePt t="339314" x="1773238" y="4900613"/>
          <p14:tracePt t="339331" x="1738313" y="4927600"/>
          <p14:tracePt t="339347" x="1711325" y="4945063"/>
          <p14:tracePt t="339364" x="1658938" y="4962525"/>
          <p14:tracePt t="339380" x="1554163" y="5014913"/>
          <p14:tracePt t="339397" x="1511300" y="5057775"/>
          <p14:tracePt t="339414" x="1441450" y="5110163"/>
          <p14:tracePt t="339415" x="1414463" y="5127625"/>
          <p14:tracePt t="339431" x="1406525" y="5137150"/>
          <p14:tracePt t="339433" x="1389063" y="5154613"/>
          <p14:tracePt t="339447" x="1371600" y="5172075"/>
          <p14:tracePt t="339465" x="1354138" y="5189538"/>
          <p14:tracePt t="339480" x="1354138" y="5207000"/>
          <p14:tracePt t="339497" x="1336675" y="5214938"/>
          <p14:tracePt t="339514" x="1336675" y="5232400"/>
          <p14:tracePt t="339531" x="1327150" y="5259388"/>
          <p14:tracePt t="339547" x="1327150" y="5276850"/>
          <p14:tracePt t="339564" x="1327150" y="5294313"/>
          <p14:tracePt t="339580" x="1344613" y="5302250"/>
          <p14:tracePt t="339597" x="1371600" y="5319713"/>
          <p14:tracePt t="339614" x="1397000" y="5329238"/>
          <p14:tracePt t="339630" x="1423988" y="5346700"/>
          <p14:tracePt t="339632" x="1431925" y="5354638"/>
          <p14:tracePt t="339647" x="1466850" y="5364163"/>
          <p14:tracePt t="339664" x="1484313" y="5381625"/>
          <p14:tracePt t="339680" x="1519238" y="5399088"/>
          <p14:tracePt t="339697" x="1554163" y="5399088"/>
          <p14:tracePt t="339714" x="1571625" y="5424488"/>
          <p14:tracePt t="339730" x="1606550" y="5434013"/>
          <p14:tracePt t="339747" x="1703388" y="5451475"/>
          <p14:tracePt t="339764" x="1851025" y="5468938"/>
          <p14:tracePt t="339780" x="1912938" y="5476875"/>
          <p14:tracePt t="339797" x="1965325" y="5486400"/>
          <p14:tracePt t="339814" x="1990725" y="5486400"/>
          <p14:tracePt t="339830" x="2017713" y="5486400"/>
          <p14:tracePt t="339832" x="2025650" y="5476875"/>
          <p14:tracePt t="339847" x="2025650" y="5468938"/>
          <p14:tracePt t="339864" x="2035175" y="5459413"/>
          <p14:tracePt t="339880" x="2043113" y="5451475"/>
          <p14:tracePt t="339897" x="2043113" y="5434013"/>
          <p14:tracePt t="339914" x="2043113" y="5416550"/>
          <p14:tracePt t="339930" x="2052638" y="5407025"/>
          <p14:tracePt t="339947" x="2060575" y="5399088"/>
          <p14:tracePt t="339963" x="2070100" y="5389563"/>
          <p14:tracePt t="339980" x="2087563" y="5372100"/>
          <p14:tracePt t="339997" x="2087563" y="5354638"/>
          <p14:tracePt t="340013" x="2095500" y="5337175"/>
          <p14:tracePt t="340030" x="2105025" y="5329238"/>
          <p14:tracePt t="340032" x="2105025" y="5319713"/>
          <p14:tracePt t="340047" x="2105025" y="5311775"/>
          <p14:tracePt t="340048" x="2105025" y="5302250"/>
          <p14:tracePt t="340064" x="2105025" y="5284788"/>
          <p14:tracePt t="340080" x="2105025" y="5267325"/>
          <p14:tracePt t="340097" x="2095500" y="5241925"/>
          <p14:tracePt t="340114" x="2095500" y="5214938"/>
          <p14:tracePt t="340131" x="2087563" y="5197475"/>
          <p14:tracePt t="340147" x="2087563" y="5189538"/>
          <p14:tracePt t="340164" x="2078038" y="5189538"/>
          <p14:tracePt t="340181" x="2070100" y="5189538"/>
          <p14:tracePt t="340197" x="2070100" y="5180013"/>
          <p14:tracePt t="340214" x="2070100" y="5172075"/>
          <p14:tracePt t="340440" x="2070100" y="5162550"/>
          <p14:tracePt t="340456" x="2070100" y="5137150"/>
          <p14:tracePt t="340464" x="2070100" y="5127625"/>
          <p14:tracePt t="340472" x="2070100" y="5110163"/>
          <p14:tracePt t="340480" x="2070100" y="5084763"/>
          <p14:tracePt t="340497" x="2070100" y="5049838"/>
          <p14:tracePt t="340514" x="2070100" y="5022850"/>
          <p14:tracePt t="340531" x="2052638" y="4997450"/>
          <p14:tracePt t="340547" x="2052638" y="4987925"/>
          <p14:tracePt t="340721" x="0" y="0"/>
        </p14:tracePtLst>
        <p14:tracePtLst>
          <p14:tracePt t="343589" x="2105025" y="4997450"/>
          <p14:tracePt t="343592" x="2095500" y="4987925"/>
          <p14:tracePt t="343600" x="2078038" y="4979988"/>
          <p14:tracePt t="343613" x="2052638" y="4970463"/>
          <p14:tracePt t="343630" x="2035175" y="4962525"/>
          <p14:tracePt t="343632" x="2008188" y="4953000"/>
          <p14:tracePt t="343647" x="2000250" y="4953000"/>
          <p14:tracePt t="343648" x="1982788" y="4945063"/>
          <p14:tracePt t="343664" x="1965325" y="4935538"/>
          <p14:tracePt t="343680" x="1920875" y="4927600"/>
          <p14:tracePt t="343697" x="1833563" y="4918075"/>
          <p14:tracePt t="343713" x="1728788" y="4918075"/>
          <p14:tracePt t="343730" x="1676400" y="4918075"/>
          <p14:tracePt t="343747" x="1616075" y="4918075"/>
          <p14:tracePt t="343763" x="1598613" y="4918075"/>
          <p14:tracePt t="343780" x="1589088" y="4918075"/>
          <p14:tracePt t="343800" x="1581150" y="4927600"/>
          <p14:tracePt t="343813" x="1581150" y="4935538"/>
          <p14:tracePt t="343830" x="1554163" y="4953000"/>
          <p14:tracePt t="343847" x="1536700" y="4962525"/>
          <p14:tracePt t="343848" x="1528763" y="4979988"/>
          <p14:tracePt t="343864" x="1493838" y="5014913"/>
          <p14:tracePt t="343880" x="1466850" y="5032375"/>
          <p14:tracePt t="343896" x="1431925" y="5067300"/>
          <p14:tracePt t="343913" x="1423988" y="5102225"/>
          <p14:tracePt t="343930" x="1414463" y="5127625"/>
          <p14:tracePt t="343947" x="1414463" y="5162550"/>
          <p14:tracePt t="343963" x="1414463" y="5189538"/>
          <p14:tracePt t="343980" x="1423988" y="5214938"/>
          <p14:tracePt t="343997" x="1449388" y="5259388"/>
          <p14:tracePt t="344013" x="1501775" y="5276850"/>
          <p14:tracePt t="344015" x="1511300" y="5294313"/>
          <p14:tracePt t="344030" x="1528763" y="5294313"/>
          <p14:tracePt t="344031" x="1536700" y="5294313"/>
          <p14:tracePt t="344047" x="1546225" y="5302250"/>
          <p14:tracePt t="344048" x="1554163" y="5302250"/>
          <p14:tracePt t="344064" x="1581150" y="5311775"/>
          <p14:tracePt t="344080" x="1616075" y="5329238"/>
          <p14:tracePt t="344096" x="1651000" y="5337175"/>
          <p14:tracePt t="344113" x="1685925" y="5346700"/>
          <p14:tracePt t="344130" x="1738313" y="5346700"/>
          <p14:tracePt t="344147" x="1808163" y="5346700"/>
          <p14:tracePt t="344163" x="1851025" y="5346700"/>
          <p14:tracePt t="344180" x="1920875" y="5346700"/>
          <p14:tracePt t="344197" x="1990725" y="5346700"/>
          <p14:tracePt t="344213" x="2017713" y="5346700"/>
          <p14:tracePt t="344230" x="2043113" y="5346700"/>
          <p14:tracePt t="344231" x="2052638" y="5337175"/>
          <p14:tracePt t="344248" x="2052638" y="5329238"/>
          <p14:tracePt t="344263" x="2060575" y="5329238"/>
          <p14:tracePt t="344264" x="2070100" y="5319713"/>
          <p14:tracePt t="344280" x="2078038" y="5311775"/>
          <p14:tracePt t="344481" x="0" y="0"/>
        </p14:tracePtLst>
        <p14:tracePtLst>
          <p14:tracePt t="350493" x="2925763" y="4997450"/>
          <p14:tracePt t="350496" x="2908300" y="4987925"/>
          <p14:tracePt t="350512" x="2820988" y="4962525"/>
          <p14:tracePt t="350529" x="2794000" y="4953000"/>
          <p14:tracePt t="350546" x="2759075" y="4935538"/>
          <p14:tracePt t="350563" x="2751138" y="4935538"/>
          <p14:tracePt t="350579" x="2733675" y="4935538"/>
          <p14:tracePt t="350625" x="2724150" y="4935538"/>
          <p14:tracePt t="350633" x="2706688" y="4935538"/>
          <p14:tracePt t="350640" x="2671763" y="4945063"/>
          <p14:tracePt t="350648" x="2654300" y="4953000"/>
          <p14:tracePt t="350662" x="2646363" y="4962525"/>
          <p14:tracePt t="350664" x="2636838" y="4970463"/>
          <p14:tracePt t="350679" x="2619375" y="4987925"/>
          <p14:tracePt t="350696" x="2601913" y="5014913"/>
          <p14:tracePt t="350712" x="2601913" y="5040313"/>
          <p14:tracePt t="350729" x="2601913" y="5067300"/>
          <p14:tracePt t="350746" x="2611438" y="5092700"/>
          <p14:tracePt t="350763" x="2646363" y="5119688"/>
          <p14:tracePt t="350779" x="2671763" y="5154613"/>
          <p14:tracePt t="350795" x="2706688" y="5180013"/>
          <p14:tracePt t="350812" x="2733675" y="5214938"/>
          <p14:tracePt t="350829" x="2776538" y="5232400"/>
          <p14:tracePt t="350846" x="2794000" y="5241925"/>
          <p14:tracePt t="350862" x="2820988" y="5259388"/>
          <p14:tracePt t="350864" x="2820988" y="5267325"/>
          <p14:tracePt t="350879" x="2838450" y="5267325"/>
          <p14:tracePt t="350896" x="2846388" y="5267325"/>
          <p14:tracePt t="350928" x="2855913" y="5267325"/>
          <p14:tracePt t="350936" x="2863850" y="5259388"/>
          <p14:tracePt t="350945" x="2863850" y="5249863"/>
          <p14:tracePt t="350962" x="2881313" y="5232400"/>
          <p14:tracePt t="350979" x="2890838" y="5224463"/>
          <p14:tracePt t="350996" x="2898775" y="5214938"/>
          <p14:tracePt t="351012" x="2898775" y="5207000"/>
          <p14:tracePt t="351225" x="0" y="0"/>
        </p14:tracePtLst>
        <p14:tracePtLst>
          <p14:tracePt t="352924" x="3074988" y="5189538"/>
          <p14:tracePt t="352928" x="3082925" y="5207000"/>
          <p14:tracePt t="352936" x="3100388" y="5207000"/>
          <p14:tracePt t="352945" x="3117850" y="5224463"/>
          <p14:tracePt t="352962" x="3144838" y="5249863"/>
          <p14:tracePt t="352978" x="3170238" y="5267325"/>
          <p14:tracePt t="352995" x="3205163" y="5267325"/>
          <p14:tracePt t="353012" x="3214688" y="5276850"/>
          <p14:tracePt t="353029" x="3232150" y="5284788"/>
          <p14:tracePt t="353336" x="3249613" y="5284788"/>
          <p14:tracePt t="353344" x="3257550" y="5284788"/>
          <p14:tracePt t="353352" x="3267075" y="5284788"/>
          <p14:tracePt t="353362" x="3284538" y="5284788"/>
          <p14:tracePt t="353379" x="3292475" y="5284788"/>
          <p14:tracePt t="353395" x="3309938" y="5284788"/>
          <p14:tracePt t="353633" x="0" y="0"/>
        </p14:tracePtLst>
        <p14:tracePtLst>
          <p14:tracePt t="355420" x="3606800" y="4962525"/>
          <p14:tracePt t="355424" x="3606800" y="4970463"/>
          <p14:tracePt t="355440" x="3616325" y="4970463"/>
          <p14:tracePt t="355448" x="3641725" y="4979988"/>
          <p14:tracePt t="355462" x="3651250" y="4987925"/>
          <p14:tracePt t="355478" x="3703638" y="5014913"/>
          <p14:tracePt t="355480" x="3729038" y="5022850"/>
          <p14:tracePt t="355495" x="3756025" y="5040313"/>
          <p14:tracePt t="355496" x="3825875" y="5049838"/>
          <p14:tracePt t="355512" x="3938588" y="5084763"/>
          <p14:tracePt t="355528" x="4035425" y="5110163"/>
          <p14:tracePt t="355545" x="4070350" y="5127625"/>
          <p14:tracePt t="355562" x="4105275" y="5145088"/>
          <p14:tracePt t="355578" x="4113213" y="5154613"/>
          <p14:tracePt t="355595" x="4130675" y="5154613"/>
          <p14:tracePt t="355612" x="4140200" y="5154613"/>
          <p14:tracePt t="355628" x="4157663" y="5154613"/>
          <p14:tracePt t="355645" x="4175125" y="5154613"/>
          <p14:tracePt t="355662" x="4200525" y="5154613"/>
          <p14:tracePt t="355678" x="4244975" y="5154613"/>
          <p14:tracePt t="355679" x="4262438" y="5154613"/>
          <p14:tracePt t="355694" x="4287838" y="5154613"/>
          <p14:tracePt t="355695" x="4297363" y="5154613"/>
          <p14:tracePt t="355712" x="4349750" y="5154613"/>
          <p14:tracePt t="355728" x="4402138" y="5154613"/>
          <p14:tracePt t="355744" x="4445000" y="5154613"/>
          <p14:tracePt t="355762" x="4489450" y="5154613"/>
          <p14:tracePt t="355778" x="4524375" y="5154613"/>
          <p14:tracePt t="355795" x="4549775" y="5137150"/>
          <p14:tracePt t="355812" x="4567238" y="5137150"/>
          <p14:tracePt t="355828" x="4584700" y="5127625"/>
          <p14:tracePt t="355845" x="4611688" y="5110163"/>
          <p14:tracePt t="355862" x="4637088" y="5102225"/>
          <p14:tracePt t="355878" x="4664075" y="5092700"/>
          <p14:tracePt t="355880" x="4681538" y="5084763"/>
          <p14:tracePt t="355895" x="4699000" y="5075238"/>
          <p14:tracePt t="355896" x="4706938" y="5075238"/>
          <p14:tracePt t="355912" x="4733925" y="5049838"/>
          <p14:tracePt t="355936" x="4741863" y="5040313"/>
          <p14:tracePt t="355945" x="4741863" y="5032375"/>
          <p14:tracePt t="355962" x="4751388" y="5022850"/>
          <p14:tracePt t="355978" x="4751388" y="5005388"/>
          <p14:tracePt t="355995" x="4751388" y="4979988"/>
          <p14:tracePt t="356012" x="4751388" y="4962525"/>
          <p14:tracePt t="356028" x="4751388" y="4945063"/>
          <p14:tracePt t="356045" x="4741863" y="4927600"/>
          <p14:tracePt t="356062" x="4716463" y="4900613"/>
          <p14:tracePt t="356078" x="4681538" y="4848225"/>
          <p14:tracePt t="356080" x="4672013" y="4848225"/>
          <p14:tracePt t="356095" x="4664075" y="4830763"/>
          <p14:tracePt t="356096" x="4654550" y="4822825"/>
          <p14:tracePt t="356112" x="4619625" y="4805363"/>
          <p14:tracePt t="356128" x="4611688" y="4795838"/>
          <p14:tracePt t="356145" x="4584700" y="4787900"/>
          <p14:tracePt t="356161" x="4567238" y="4778375"/>
          <p14:tracePt t="356178" x="4541838" y="4770438"/>
          <p14:tracePt t="356195" x="4506913" y="4743450"/>
          <p14:tracePt t="356212" x="4462463" y="4735513"/>
          <p14:tracePt t="356228" x="4410075" y="4725988"/>
          <p14:tracePt t="356244" x="4367213" y="4708525"/>
          <p14:tracePt t="356262" x="4305300" y="4683125"/>
          <p14:tracePt t="356263" x="4287838" y="4683125"/>
          <p14:tracePt t="356278" x="4279900" y="4673600"/>
          <p14:tracePt t="356294" x="4252913" y="4673600"/>
          <p14:tracePt t="356296" x="4244975" y="4673600"/>
          <p14:tracePt t="356311" x="4227513" y="4673600"/>
          <p14:tracePt t="356328" x="4210050" y="4673600"/>
          <p14:tracePt t="356345" x="4148138" y="4673600"/>
          <p14:tracePt t="356362" x="4105275" y="4673600"/>
          <p14:tracePt t="356378" x="3990975" y="4673600"/>
          <p14:tracePt t="356395" x="3860800" y="4673600"/>
          <p14:tracePt t="356411" x="3668713" y="4673600"/>
          <p14:tracePt t="356428" x="3511550" y="4673600"/>
          <p14:tracePt t="356445" x="3414713" y="4673600"/>
          <p14:tracePt t="356461" x="3379788" y="4683125"/>
          <p14:tracePt t="356464" x="3371850" y="4683125"/>
          <p14:tracePt t="356478" x="3362325" y="4691063"/>
          <p14:tracePt t="356480" x="3362325" y="4700588"/>
          <p14:tracePt t="356495" x="3354388" y="4700588"/>
          <p14:tracePt t="356497" x="3344863" y="4700588"/>
          <p14:tracePt t="356512" x="3336925" y="4718050"/>
          <p14:tracePt t="356528" x="3319463" y="4725988"/>
          <p14:tracePt t="356545" x="3292475" y="4770438"/>
          <p14:tracePt t="356561" x="3292475" y="4787900"/>
          <p14:tracePt t="356578" x="3292475" y="4840288"/>
          <p14:tracePt t="356595" x="3292475" y="4875213"/>
          <p14:tracePt t="356611" x="3292475" y="4892675"/>
          <p14:tracePt t="356628" x="3302000" y="4918075"/>
          <p14:tracePt t="356645" x="3319463" y="4935538"/>
          <p14:tracePt t="356661" x="3344863" y="4953000"/>
          <p14:tracePt t="356663" x="3354388" y="4962525"/>
          <p14:tracePt t="356678" x="3371850" y="4970463"/>
          <p14:tracePt t="356695" x="3406775" y="5005388"/>
          <p14:tracePt t="356696" x="3424238" y="5014913"/>
          <p14:tracePt t="356712" x="3459163" y="5040313"/>
          <p14:tracePt t="356728" x="3484563" y="5067300"/>
          <p14:tracePt t="356745" x="3536950" y="5092700"/>
          <p14:tracePt t="356761" x="3589338" y="5102225"/>
          <p14:tracePt t="356778" x="3616325" y="5110163"/>
          <p14:tracePt t="356795" x="3633788" y="5110163"/>
          <p14:tracePt t="356811" x="3659188" y="5110163"/>
          <p14:tracePt t="356828" x="3703638" y="5110163"/>
          <p14:tracePt t="356845" x="3763963" y="5110163"/>
          <p14:tracePt t="356861" x="3851275" y="5102225"/>
          <p14:tracePt t="356878" x="3895725" y="5092700"/>
          <p14:tracePt t="356879" x="3903663" y="5092700"/>
          <p14:tracePt t="356895" x="3921125" y="5084763"/>
          <p14:tracePt t="356897" x="3938588" y="5084763"/>
          <p14:tracePt t="356928" x="3948113" y="5084763"/>
          <p14:tracePt t="356960" x="3956050" y="5084763"/>
          <p14:tracePt t="356992" x="3965575" y="5084763"/>
          <p14:tracePt t="357008" x="3973513" y="5084763"/>
          <p14:tracePt t="357016" x="3983038" y="5084763"/>
          <p14:tracePt t="357028" x="3990975" y="5084763"/>
          <p14:tracePt t="357045" x="4008438" y="5084763"/>
          <p14:tracePt t="357061" x="4035425" y="5084763"/>
          <p14:tracePt t="357078" x="4060825" y="5084763"/>
          <p14:tracePt t="357079" x="4070350" y="5084763"/>
          <p14:tracePt t="357095" x="4078288" y="5084763"/>
          <p14:tracePt t="357097" x="4095750" y="5084763"/>
          <p14:tracePt t="357377" x="0" y="0"/>
        </p14:tracePtLst>
        <p14:tracePtLst>
          <p14:tracePt t="358668" x="3686175" y="4979988"/>
          <p14:tracePt t="358704" x="3694113" y="4979988"/>
          <p14:tracePt t="358712" x="3711575" y="4979988"/>
          <p14:tracePt t="358720" x="3729038" y="4979988"/>
          <p14:tracePt t="358728" x="3738563" y="4987925"/>
          <p14:tracePt t="358744" x="3781425" y="4997450"/>
          <p14:tracePt t="358763" x="3816350" y="5014913"/>
          <p14:tracePt t="358778" x="3833813" y="5022850"/>
          <p14:tracePt t="358794" x="3851275" y="5022850"/>
          <p14:tracePt t="358904" x="3860800" y="5022850"/>
          <p14:tracePt t="358912" x="3868738" y="5014913"/>
          <p14:tracePt t="358920" x="3878263" y="5005388"/>
          <p14:tracePt t="358928" x="3886200" y="4997450"/>
          <p14:tracePt t="358944" x="3886200" y="4979988"/>
          <p14:tracePt t="358961" x="3895725" y="4970463"/>
          <p14:tracePt t="358977" x="3903663" y="4953000"/>
          <p14:tracePt t="358994" x="3913188" y="4945063"/>
          <p14:tracePt t="359011" x="3921125" y="4927600"/>
          <p14:tracePt t="359027" x="3930650" y="4900613"/>
          <p14:tracePt t="359044" x="3930650" y="4875213"/>
          <p14:tracePt t="359061" x="3930650" y="4848225"/>
          <p14:tracePt t="359078" x="3921125" y="4830763"/>
          <p14:tracePt t="359094" x="3913188" y="4813300"/>
          <p14:tracePt t="359096" x="3903663" y="4813300"/>
          <p14:tracePt t="359111" x="3895725" y="4813300"/>
          <p14:tracePt t="359113" x="3886200" y="4813300"/>
          <p14:tracePt t="359128" x="3878263" y="4795838"/>
          <p14:tracePt t="359144" x="3868738" y="4795838"/>
          <p14:tracePt t="359296" x="3868738" y="4805363"/>
          <p14:tracePt t="359304" x="3860800" y="4805363"/>
          <p14:tracePt t="359312" x="3851275" y="4805363"/>
          <p14:tracePt t="359328" x="3843338" y="4813300"/>
          <p14:tracePt t="359344" x="3833813" y="4822825"/>
          <p14:tracePt t="359657" x="0" y="0"/>
        </p14:tracePtLst>
        <p14:tracePtLst>
          <p14:tracePt t="366284" x="3878263" y="4760913"/>
          <p14:tracePt t="366328" x="3868738" y="4770438"/>
          <p14:tracePt t="366343" x="3843338" y="4778375"/>
          <p14:tracePt t="366352" x="3816350" y="4787900"/>
          <p14:tracePt t="366360" x="3808413" y="4795838"/>
          <p14:tracePt t="366377" x="3773488" y="4813300"/>
          <p14:tracePt t="366394" x="3756025" y="4822825"/>
          <p14:tracePt t="366410" x="3738563" y="4840288"/>
          <p14:tracePt t="366427" x="3711575" y="4848225"/>
          <p14:tracePt t="366489" x="3711575" y="4857750"/>
          <p14:tracePt t="366529" x="3711575" y="4865688"/>
          <p14:tracePt t="366543" x="3711575" y="4875213"/>
          <p14:tracePt t="366552" x="3711575" y="4883150"/>
          <p14:tracePt t="366560" x="3711575" y="4892675"/>
          <p14:tracePt t="366576" x="3729038" y="4900613"/>
          <p14:tracePt t="366593" x="3746500" y="4910138"/>
          <p14:tracePt t="366610" x="3798888" y="4945063"/>
          <p14:tracePt t="366627" x="3851275" y="4997450"/>
          <p14:tracePt t="366643" x="3878263" y="5014913"/>
          <p14:tracePt t="366660" x="3903663" y="5040313"/>
          <p14:tracePt t="366676" x="3913188" y="5040313"/>
          <p14:tracePt t="366693" x="3921125" y="5040313"/>
          <p14:tracePt t="366710" x="3938588" y="5040313"/>
          <p14:tracePt t="366711" x="3948113" y="5049838"/>
          <p14:tracePt t="366744" x="3956050" y="5049838"/>
          <p14:tracePt t="366776" x="3956050" y="5057775"/>
          <p14:tracePt t="366936" x="3948113" y="5057775"/>
          <p14:tracePt t="366969" x="0" y="0"/>
        </p14:tracePtLst>
        <p14:tracePtLst>
          <p14:tracePt t="370108" x="2078038" y="4962525"/>
          <p14:tracePt t="370112" x="2070100" y="4962525"/>
          <p14:tracePt t="370126" x="2052638" y="4962525"/>
          <p14:tracePt t="370143" x="2000250" y="4962525"/>
          <p14:tracePt t="370144" x="1990725" y="4953000"/>
          <p14:tracePt t="370160" x="1965325" y="4953000"/>
          <p14:tracePt t="370176" x="1938338" y="4953000"/>
          <p14:tracePt t="370249" x="1930400" y="4953000"/>
          <p14:tracePt t="370256" x="1912938" y="4953000"/>
          <p14:tracePt t="370264" x="1868488" y="4953000"/>
          <p14:tracePt t="370276" x="1808163" y="4962525"/>
          <p14:tracePt t="370293" x="1755775" y="4962525"/>
          <p14:tracePt t="370309" x="1728788" y="4970463"/>
          <p14:tracePt t="370326" x="1720850" y="4970463"/>
          <p14:tracePt t="370328" x="1711325" y="4970463"/>
          <p14:tracePt t="370376" x="1703388" y="4979988"/>
          <p14:tracePt t="370384" x="1693863" y="4987925"/>
          <p14:tracePt t="370393" x="1685925" y="4987925"/>
          <p14:tracePt t="370409" x="1668463" y="4997450"/>
          <p14:tracePt t="370426" x="1651000" y="4997450"/>
          <p14:tracePt t="370442" x="1616075" y="5014913"/>
          <p14:tracePt t="370459" x="1589088" y="5022850"/>
          <p14:tracePt t="370489" x="1554163" y="5022850"/>
          <p14:tracePt t="370512" x="1546225" y="5032375"/>
          <p14:tracePt t="370520" x="1546225" y="5040313"/>
          <p14:tracePt t="370528" x="1536700" y="5049838"/>
          <p14:tracePt t="370543" x="1528763" y="5049838"/>
          <p14:tracePt t="370560" x="1501775" y="5067300"/>
          <p14:tracePt t="370576" x="1493838" y="5084763"/>
          <p14:tracePt t="370592" x="1484313" y="5102225"/>
          <p14:tracePt t="370609" x="1476375" y="5127625"/>
          <p14:tracePt t="370626" x="1476375" y="5137150"/>
          <p14:tracePt t="370642" x="1476375" y="5154613"/>
          <p14:tracePt t="370659" x="1476375" y="5180013"/>
          <p14:tracePt t="370676" x="1493838" y="5197475"/>
          <p14:tracePt t="370692" x="1511300" y="5207000"/>
          <p14:tracePt t="370709" x="1546225" y="5241925"/>
          <p14:tracePt t="370726" x="1571625" y="5267325"/>
          <p14:tracePt t="370728" x="1589088" y="5276850"/>
          <p14:tracePt t="370742" x="1606550" y="5284788"/>
          <p14:tracePt t="370744" x="1616075" y="5294313"/>
          <p14:tracePt t="370759" x="1658938" y="5319713"/>
          <p14:tracePt t="370776" x="1685925" y="5337175"/>
          <p14:tracePt t="370793" x="1711325" y="5354638"/>
          <p14:tracePt t="370809" x="1728788" y="5364163"/>
          <p14:tracePt t="370826" x="1738313" y="5372100"/>
          <p14:tracePt t="370843" x="1755775" y="5372100"/>
          <p14:tracePt t="370859" x="1763713" y="5372100"/>
          <p14:tracePt t="370889" x="1773238" y="5372100"/>
          <p14:tracePt t="370904" x="1781175" y="5372100"/>
          <p14:tracePt t="370929" x="1798638" y="5381625"/>
          <p14:tracePt t="370936" x="1808163" y="5381625"/>
          <p14:tracePt t="370944" x="1816100" y="5381625"/>
          <p14:tracePt t="370960" x="1843088" y="5381625"/>
          <p14:tracePt t="370976" x="1878013" y="5381625"/>
          <p14:tracePt t="370992" x="1912938" y="5381625"/>
          <p14:tracePt t="371009" x="1947863" y="5372100"/>
          <p14:tracePt t="371025" x="1990725" y="5364163"/>
          <p14:tracePt t="371042" x="2008188" y="5354638"/>
          <p14:tracePt t="371059" x="2017713" y="5354638"/>
          <p14:tracePt t="371076" x="2025650" y="5354638"/>
          <p14:tracePt t="371093" x="2035175" y="5354638"/>
          <p14:tracePt t="371109" x="2043113" y="5337175"/>
          <p14:tracePt t="371126" x="2070100" y="5337175"/>
          <p14:tracePt t="371127" x="2087563" y="5329238"/>
          <p14:tracePt t="371142" x="2095500" y="5319713"/>
          <p14:tracePt t="371160" x="2122488" y="5311775"/>
          <p14:tracePt t="371176" x="2139950" y="5302250"/>
          <p14:tracePt t="371193" x="2147888" y="5302250"/>
          <p14:tracePt t="371210" x="2157413" y="5302250"/>
          <p14:tracePt t="371226" x="2157413" y="5284788"/>
          <p14:tracePt t="371243" x="2165350" y="5276850"/>
          <p14:tracePt t="371259" x="2165350" y="5259388"/>
          <p14:tracePt t="371276" x="2174875" y="5249863"/>
          <p14:tracePt t="371294" x="2174875" y="5241925"/>
          <p14:tracePt t="371309" x="2174875" y="5232400"/>
          <p14:tracePt t="371441" x="0" y="0"/>
        </p14:tracePtLst>
        <p14:tracePtLst>
          <p14:tracePt t="377164" x="2270125" y="5407025"/>
          <p14:tracePt t="377328" x="2270125" y="5389563"/>
          <p14:tracePt t="377336" x="2252663" y="5381625"/>
          <p14:tracePt t="377344" x="2244725" y="5372100"/>
          <p14:tracePt t="377358" x="2217738" y="5354638"/>
          <p14:tracePt t="377360" x="2200275" y="5337175"/>
          <p14:tracePt t="377375" x="2174875" y="5329238"/>
          <p14:tracePt t="377376" x="2165350" y="5319713"/>
          <p14:tracePt t="377392" x="2070100" y="5302250"/>
          <p14:tracePt t="377408" x="2035175" y="5284788"/>
          <p14:tracePt t="377425" x="2017713" y="5284788"/>
          <p14:tracePt t="377441" x="2008188" y="5284788"/>
          <p14:tracePt t="377496" x="2000250" y="5284788"/>
          <p14:tracePt t="377504" x="1990725" y="5284788"/>
          <p14:tracePt t="377520" x="1982788" y="5294313"/>
          <p14:tracePt t="377528" x="1965325" y="5294313"/>
          <p14:tracePt t="377541" x="1955800" y="5302250"/>
          <p14:tracePt t="377558" x="1947863" y="5302250"/>
          <p14:tracePt t="377680" x="1947863" y="5311775"/>
          <p14:tracePt t="377688" x="1938338" y="5311775"/>
          <p14:tracePt t="377696" x="1930400" y="5319713"/>
          <p14:tracePt t="377708" x="1930400" y="5329238"/>
          <p14:tracePt t="377725" x="1930400" y="5337175"/>
          <p14:tracePt t="377742" x="1930400" y="5354638"/>
          <p14:tracePt t="377758" x="1920875" y="5372100"/>
          <p14:tracePt t="377760" x="1920875" y="5381625"/>
          <p14:tracePt t="377775" x="1920875" y="5389563"/>
          <p14:tracePt t="377791" x="1920875" y="5399088"/>
          <p14:tracePt t="377857" x="0" y="0"/>
        </p14:tracePtLst>
        <p14:tracePtLst>
          <p14:tracePt t="378500" x="3152775" y="5880100"/>
          <p14:tracePt t="378504" x="3144838" y="5880100"/>
          <p14:tracePt t="378520" x="3135313" y="5880100"/>
          <p14:tracePt t="378529" x="3127375" y="5880100"/>
          <p14:tracePt t="378541" x="3109913" y="5880100"/>
          <p14:tracePt t="378558" x="3065463" y="5862638"/>
          <p14:tracePt t="378575" x="3013075" y="5853113"/>
          <p14:tracePt t="378577" x="2986088" y="5853113"/>
          <p14:tracePt t="378591" x="2933700" y="5853113"/>
          <p14:tracePt t="378608" x="2898775" y="5853113"/>
          <p14:tracePt t="378625" x="2855913" y="5870575"/>
          <p14:tracePt t="378641" x="2820988" y="5905500"/>
          <p14:tracePt t="378657" x="2776538" y="5932488"/>
          <p14:tracePt t="378674" x="2759075" y="5967413"/>
          <p14:tracePt t="378691" x="2759075" y="5992813"/>
          <p14:tracePt t="378708" x="2776538" y="6010275"/>
          <p14:tracePt t="378725" x="2803525" y="6027738"/>
          <p14:tracePt t="378741" x="2846388" y="6045200"/>
          <p14:tracePt t="378743" x="2881313" y="6054725"/>
          <p14:tracePt t="378758" x="2925763" y="6062663"/>
          <p14:tracePt t="378759" x="2951163" y="6080125"/>
          <p14:tracePt t="378775" x="3021013" y="6097588"/>
          <p14:tracePt t="378777" x="3065463" y="6115050"/>
          <p14:tracePt t="378792" x="3162300" y="6149975"/>
          <p14:tracePt t="378808" x="3240088" y="6176963"/>
          <p14:tracePt t="378824" x="3302000" y="6194425"/>
          <p14:tracePt t="378841" x="3354388" y="6202363"/>
          <p14:tracePt t="378858" x="3406775" y="6202363"/>
          <p14:tracePt t="378875" x="3424238" y="6202363"/>
          <p14:tracePt t="378891" x="3441700" y="6202363"/>
          <p14:tracePt t="378908" x="3449638" y="6184900"/>
          <p14:tracePt t="378925" x="3459163" y="6159500"/>
          <p14:tracePt t="378941" x="3459163" y="6115050"/>
          <p14:tracePt t="378943" x="3459163" y="6080125"/>
          <p14:tracePt t="378958" x="3459163" y="6054725"/>
          <p14:tracePt t="378975" x="3467100" y="6027738"/>
          <p14:tracePt t="378976" x="3476625" y="6010275"/>
          <p14:tracePt t="379000" x="3476625" y="6002338"/>
          <p14:tracePt t="379016" x="3476625" y="5992813"/>
          <p14:tracePt t="379033" x="3476625" y="5984875"/>
          <p14:tracePt t="379041" x="3467100" y="5984875"/>
          <p14:tracePt t="379058" x="3459163" y="5984875"/>
          <p14:tracePt t="379075" x="3441700" y="5984875"/>
          <p14:tracePt t="379091" x="3441700" y="5992813"/>
          <p14:tracePt t="379128" x="3432175" y="6002338"/>
          <p14:tracePt t="379409" x="0" y="0"/>
        </p14:tracePtLst>
        <p14:tracePtLst>
          <p14:tracePt t="385107" x="2217738" y="5653088"/>
          <p14:tracePt t="385329" x="2217738" y="5643563"/>
          <p14:tracePt t="385345" x="2217738" y="5635625"/>
          <p14:tracePt t="385352" x="2235200" y="5626100"/>
          <p14:tracePt t="385369" x="2244725" y="5618163"/>
          <p14:tracePt t="385376" x="2252663" y="5608638"/>
          <p14:tracePt t="385390" x="2262188" y="5600700"/>
          <p14:tracePt t="385392" x="2270125" y="5591175"/>
          <p14:tracePt t="385407" x="2279650" y="5583238"/>
          <p14:tracePt t="385424" x="2287588" y="5583238"/>
          <p14:tracePt t="385441" x="2297113" y="5573713"/>
          <p14:tracePt t="385473" x="2305050" y="5573713"/>
          <p14:tracePt t="385481" x="2305050" y="5565775"/>
          <p14:tracePt t="385490" x="2305050" y="5556250"/>
          <p14:tracePt t="385507" x="2322513" y="5538788"/>
          <p14:tracePt t="385524" x="2339975" y="5530850"/>
          <p14:tracePt t="385541" x="2357438" y="5513388"/>
          <p14:tracePt t="385557" x="2357438" y="5503863"/>
          <p14:tracePt t="385574" x="2357438" y="5495925"/>
          <p14:tracePt t="385590" x="2366963" y="5476875"/>
          <p14:tracePt t="385592" x="2366963" y="5468938"/>
          <p14:tracePt t="385607" x="2366963" y="5459413"/>
          <p14:tracePt t="385623" x="2374900" y="5441950"/>
          <p14:tracePt t="385641" x="2374900" y="5424488"/>
          <p14:tracePt t="385657" x="2374900" y="5407025"/>
          <p14:tracePt t="385674" x="2374900" y="5399088"/>
          <p14:tracePt t="385690" x="2374900" y="5389563"/>
          <p14:tracePt t="385706" x="2366963" y="5381625"/>
          <p14:tracePt t="385723" x="2357438" y="5354638"/>
          <p14:tracePt t="385740" x="2349500" y="5346700"/>
          <p14:tracePt t="385757" x="2339975" y="5337175"/>
          <p14:tracePt t="385773" x="2332038" y="5329238"/>
          <p14:tracePt t="385790" x="2322513" y="5311775"/>
          <p14:tracePt t="385792" x="2314575" y="5311775"/>
          <p14:tracePt t="385808" x="2305050" y="5294313"/>
          <p14:tracePt t="385824" x="2287588" y="5284788"/>
          <p14:tracePt t="385840" x="2270125" y="5276850"/>
          <p14:tracePt t="385857" x="2262188" y="5276850"/>
          <p14:tracePt t="385873" x="2244725" y="5267325"/>
          <p14:tracePt t="385890" x="2217738" y="5259388"/>
          <p14:tracePt t="385907" x="2200275" y="5249863"/>
          <p14:tracePt t="385924" x="2182813" y="5249863"/>
          <p14:tracePt t="385940" x="2182813" y="5241925"/>
          <p14:tracePt t="386064" x="2174875" y="5241925"/>
          <p14:tracePt t="386089" x="2165350" y="5241925"/>
          <p14:tracePt t="386112" x="2147888" y="5241925"/>
          <p14:tracePt t="386120" x="2130425" y="5241925"/>
          <p14:tracePt t="386128" x="2105025" y="5241925"/>
          <p14:tracePt t="386140" x="2087563" y="5241925"/>
          <p14:tracePt t="386157" x="2052638" y="5232400"/>
          <p14:tracePt t="386174" x="1990725" y="5232400"/>
          <p14:tracePt t="386190" x="1947863" y="5232400"/>
          <p14:tracePt t="386192" x="1930400" y="5232400"/>
          <p14:tracePt t="386207" x="1920875" y="5232400"/>
          <p14:tracePt t="386432" x="1912938" y="5232400"/>
          <p14:tracePt t="386440" x="1885950" y="5232400"/>
          <p14:tracePt t="386448" x="1843088" y="5232400"/>
          <p14:tracePt t="386457" x="1825625" y="5232400"/>
          <p14:tracePt t="386474" x="1738313" y="5241925"/>
          <p14:tracePt t="386490" x="1606550" y="5249863"/>
          <p14:tracePt t="386507" x="1571625" y="5249863"/>
          <p14:tracePt t="386524" x="1554163" y="5259388"/>
          <p14:tracePt t="386585" x="1546225" y="5259388"/>
          <p14:tracePt t="386592" x="1536700" y="5259388"/>
          <p14:tracePt t="386600" x="1528763" y="5267325"/>
          <p14:tracePt t="386608" x="1528763" y="5276850"/>
          <p14:tracePt t="386624" x="1511300" y="5276850"/>
          <p14:tracePt t="386640" x="1484313" y="5284788"/>
          <p14:tracePt t="386657" x="1466850" y="5294313"/>
          <p14:tracePt t="386673" x="1449388" y="5311775"/>
          <p14:tracePt t="386696" x="1441450" y="5311775"/>
          <p14:tracePt t="386707" x="1431925" y="5311775"/>
          <p14:tracePt t="386723" x="1423988" y="5319713"/>
          <p14:tracePt t="386740" x="1406525" y="5329238"/>
          <p14:tracePt t="386756" x="1397000" y="5346700"/>
          <p14:tracePt t="386773" x="1389063" y="5364163"/>
          <p14:tracePt t="386790" x="1371600" y="5381625"/>
          <p14:tracePt t="386791" x="1354138" y="5389563"/>
          <p14:tracePt t="386806" x="1354138" y="5407025"/>
          <p14:tracePt t="386823" x="1344613" y="5416550"/>
          <p14:tracePt t="386824" x="1344613" y="5434013"/>
          <p14:tracePt t="386840" x="1336675" y="5451475"/>
          <p14:tracePt t="386857" x="1336675" y="5468938"/>
          <p14:tracePt t="386874" x="1336675" y="5486400"/>
          <p14:tracePt t="386890" x="1344613" y="5503863"/>
          <p14:tracePt t="386907" x="1379538" y="5521325"/>
          <p14:tracePt t="386923" x="1397000" y="5548313"/>
          <p14:tracePt t="386940" x="1423988" y="5573713"/>
          <p14:tracePt t="386957" x="1441450" y="5583238"/>
          <p14:tracePt t="386973" x="1466850" y="5608638"/>
          <p14:tracePt t="386990" x="1493838" y="5618163"/>
          <p14:tracePt t="386992" x="1501775" y="5626100"/>
          <p14:tracePt t="387007" x="1519238" y="5643563"/>
          <p14:tracePt t="387008" x="1536700" y="5653088"/>
          <p14:tracePt t="387023" x="1563688" y="5661025"/>
          <p14:tracePt t="387040" x="1589088" y="5670550"/>
          <p14:tracePt t="387057" x="1598613" y="5678488"/>
          <p14:tracePt t="387073" x="1606550" y="5688013"/>
          <p14:tracePt t="387121" x="1616075" y="5688013"/>
          <p14:tracePt t="387136" x="1624013" y="5688013"/>
          <p14:tracePt t="387145" x="1633538" y="5688013"/>
          <p14:tracePt t="387161" x="1651000" y="5688013"/>
          <p14:tracePt t="387174" x="1651000" y="5678488"/>
          <p14:tracePt t="387175" x="1658938" y="5678488"/>
          <p14:tracePt t="387192" x="1658938" y="5670550"/>
          <p14:tracePt t="387217" x="1668463" y="5670550"/>
          <p14:tracePt t="387232" x="1676400" y="5661025"/>
          <p14:tracePt t="387248" x="1676400" y="5653088"/>
          <p14:tracePt t="387257" x="1685925" y="5653088"/>
          <p14:tracePt t="387273" x="1703388" y="5653088"/>
          <p14:tracePt t="387290" x="1720850" y="5653088"/>
          <p14:tracePt t="387307" x="1728788" y="5643563"/>
          <p14:tracePt t="387323" x="1755775" y="5635625"/>
          <p14:tracePt t="387340" x="1755775" y="5626100"/>
          <p14:tracePt t="387357" x="1763713" y="5626100"/>
          <p14:tracePt t="387373" x="1773238" y="5626100"/>
          <p14:tracePt t="387465" x="1781175" y="5626100"/>
          <p14:tracePt t="387480" x="1781175" y="5635625"/>
          <p14:tracePt t="387488" x="1798638" y="5635625"/>
          <p14:tracePt t="387496" x="1798638" y="5643563"/>
          <p14:tracePt t="387507" x="1808163" y="5643563"/>
          <p14:tracePt t="387523" x="1816100" y="5653088"/>
          <p14:tracePt t="387540" x="1825625" y="5661025"/>
          <p14:tracePt t="387557" x="1833563" y="5661025"/>
          <p14:tracePt t="387729" x="1843088" y="5661025"/>
          <p14:tracePt t="387993" x="1851025" y="5661025"/>
          <p14:tracePt t="388008" x="1860550" y="5661025"/>
          <p14:tracePt t="388080" x="1868488" y="5661025"/>
          <p14:tracePt t="388096" x="1878013" y="5661025"/>
          <p14:tracePt t="388104" x="1885950" y="5661025"/>
          <p14:tracePt t="388160" x="1895475" y="5661025"/>
          <p14:tracePt t="388177" x="1903413" y="5661025"/>
          <p14:tracePt t="388200" x="1912938" y="5661025"/>
          <p14:tracePt t="388208" x="1912938" y="5653088"/>
          <p14:tracePt t="388224" x="1920875" y="5653088"/>
          <p14:tracePt t="388360" x="1930400" y="5653088"/>
          <p14:tracePt t="388424" x="1938338" y="5653088"/>
          <p14:tracePt t="388584" x="1947863" y="5653088"/>
          <p14:tracePt t="388600" x="1947863" y="5643563"/>
          <p14:tracePt t="388656" x="1955800" y="5643563"/>
          <p14:tracePt t="388881" x="1965325" y="5635625"/>
          <p14:tracePt t="388888" x="1973263" y="5635625"/>
          <p14:tracePt t="388944" x="1982788" y="5635625"/>
          <p14:tracePt t="389329" x="0" y="0"/>
        </p14:tracePtLst>
        <p14:tracePtLst>
          <p14:tracePt t="403276" x="2636838" y="4743450"/>
          <p14:tracePt t="403336" x="2628900" y="4743450"/>
          <p14:tracePt t="403344" x="2576513" y="4743450"/>
          <p14:tracePt t="403354" x="2549525" y="4735513"/>
          <p14:tracePt t="403371" x="2514600" y="4718050"/>
          <p14:tracePt t="403388" x="2471738" y="4708525"/>
          <p14:tracePt t="403404" x="2392363" y="4700588"/>
          <p14:tracePt t="403421" x="2332038" y="4691063"/>
          <p14:tracePt t="403438" x="2314575" y="4691063"/>
          <p14:tracePt t="403454" x="2287588" y="4683125"/>
          <p14:tracePt t="403456" x="2270125" y="4683125"/>
          <p14:tracePt t="403471" x="2262188" y="4683125"/>
          <p14:tracePt t="403472" x="2252663" y="4673600"/>
          <p14:tracePt t="403488" x="2200275" y="4673600"/>
          <p14:tracePt t="403504" x="2165350" y="4673600"/>
          <p14:tracePt t="403521" x="2139950" y="4665663"/>
          <p14:tracePt t="403538" x="2078038" y="4665663"/>
          <p14:tracePt t="403554" x="2052638" y="4665663"/>
          <p14:tracePt t="403571" x="2025650" y="4665663"/>
          <p14:tracePt t="403587" x="2008188" y="4665663"/>
          <p14:tracePt t="403604" x="2000250" y="4673600"/>
          <p14:tracePt t="403621" x="1990725" y="4673600"/>
          <p14:tracePt t="403638" x="1982788" y="4673600"/>
          <p14:tracePt t="403654" x="1947863" y="4683125"/>
          <p14:tracePt t="403656" x="1930400" y="4683125"/>
          <p14:tracePt t="403671" x="1912938" y="4691063"/>
          <p14:tracePt t="403673" x="1878013" y="4708525"/>
          <p14:tracePt t="403688" x="1798638" y="4735513"/>
          <p14:tracePt t="403704" x="1746250" y="4760913"/>
          <p14:tracePt t="403721" x="1676400" y="4778375"/>
          <p14:tracePt t="403737" x="1651000" y="4787900"/>
          <p14:tracePt t="403754" x="1633538" y="4795838"/>
          <p14:tracePt t="403771" x="1624013" y="4795838"/>
          <p14:tracePt t="403787" x="1616075" y="4813300"/>
          <p14:tracePt t="403804" x="1598613" y="4813300"/>
          <p14:tracePt t="403821" x="1581150" y="4830763"/>
          <p14:tracePt t="403837" x="1546225" y="4848225"/>
          <p14:tracePt t="403854" x="1519238" y="4857750"/>
          <p14:tracePt t="403856" x="1501775" y="4875213"/>
          <p14:tracePt t="403871" x="1493838" y="4892675"/>
          <p14:tracePt t="403873" x="1493838" y="4900613"/>
          <p14:tracePt t="403887" x="1501775" y="4927600"/>
          <p14:tracePt t="403904" x="1528763" y="4953000"/>
          <p14:tracePt t="403921" x="1563688" y="4987925"/>
          <p14:tracePt t="403938" x="1616075" y="5005388"/>
          <p14:tracePt t="403954" x="1693863" y="5032375"/>
          <p14:tracePt t="403971" x="1868488" y="5049838"/>
          <p14:tracePt t="403987" x="2105025" y="5084763"/>
          <p14:tracePt t="404005" x="2314575" y="5110163"/>
          <p14:tracePt t="404021" x="2497138" y="5137150"/>
          <p14:tracePt t="404037" x="2593975" y="5137150"/>
          <p14:tracePt t="404054" x="2654300" y="5137150"/>
          <p14:tracePt t="404056" x="2663825" y="5137150"/>
          <p14:tracePt t="404071" x="2681288" y="5137150"/>
          <p14:tracePt t="404072" x="2689225" y="5137150"/>
          <p14:tracePt t="404088" x="2698750" y="5119688"/>
          <p14:tracePt t="404104" x="2706688" y="5119688"/>
          <p14:tracePt t="404121" x="2716213" y="5102225"/>
          <p14:tracePt t="404137" x="2724150" y="5102225"/>
          <p14:tracePt t="404154" x="2733675" y="5102225"/>
          <p14:tracePt t="404170" x="2741613" y="5092700"/>
          <p14:tracePt t="404187" x="2759075" y="5092700"/>
          <p14:tracePt t="404529" x="0" y="0"/>
        </p14:tracePtLst>
        <p14:tracePtLst>
          <p14:tracePt t="406069" x="10244138" y="5329238"/>
          <p14:tracePt t="406104" x="10236200" y="5319713"/>
          <p14:tracePt t="406112" x="10236200" y="5294313"/>
          <p14:tracePt t="406120" x="10236200" y="5284788"/>
          <p14:tracePt t="406137" x="10236200" y="5259388"/>
          <p14:tracePt t="406154" x="10226675" y="5232400"/>
          <p14:tracePt t="406171" x="10218738" y="5207000"/>
          <p14:tracePt t="406187" x="10218738" y="5180013"/>
          <p14:tracePt t="406204" x="10218738" y="5162550"/>
          <p14:tracePt t="406220" x="10218738" y="5154613"/>
          <p14:tracePt t="406248" x="10218738" y="5145088"/>
          <p14:tracePt t="406264" x="10218738" y="5137150"/>
          <p14:tracePt t="406385" x="10218738" y="5127625"/>
          <p14:tracePt t="406393" x="10218738" y="5067300"/>
          <p14:tracePt t="406409" x="10218738" y="5049838"/>
          <p14:tracePt t="406420" x="10218738" y="5040313"/>
          <p14:tracePt t="406437" x="10209213" y="4997450"/>
          <p14:tracePt t="406454" x="10209213" y="4987925"/>
          <p14:tracePt t="406592" x="10209213" y="4997450"/>
          <p14:tracePt t="406608" x="10209213" y="5014913"/>
          <p14:tracePt t="406616" x="10209213" y="5022850"/>
          <p14:tracePt t="406625" x="10209213" y="5040313"/>
          <p14:tracePt t="406637" x="10209213" y="5057775"/>
          <p14:tracePt t="406654" x="10209213" y="5110163"/>
          <p14:tracePt t="406656" x="10209213" y="5162550"/>
          <p14:tracePt t="406670" x="10209213" y="5197475"/>
          <p14:tracePt t="406672" x="10209213" y="5224463"/>
          <p14:tracePt t="406687" x="10209213" y="5276850"/>
          <p14:tracePt t="406704" x="10209213" y="5337175"/>
          <p14:tracePt t="406720" x="10209213" y="5364163"/>
          <p14:tracePt t="406737" x="10209213" y="5381625"/>
          <p14:tracePt t="406754" x="10209213" y="5407025"/>
          <p14:tracePt t="406770" x="10209213" y="5434013"/>
          <p14:tracePt t="406787" x="10209213" y="5441950"/>
          <p14:tracePt t="406804" x="10209213" y="5459413"/>
          <p14:tracePt t="406825" x="10209213" y="5468938"/>
          <p14:tracePt t="406840" x="10209213" y="5476875"/>
          <p14:tracePt t="406856" x="10209213" y="5495925"/>
          <p14:tracePt t="406870" x="10209213" y="5513388"/>
          <p14:tracePt t="406871" x="10209213" y="5521325"/>
          <p14:tracePt t="406887" x="10209213" y="5530850"/>
          <p14:tracePt t="406904" x="10209213" y="5538788"/>
          <p14:tracePt t="406977" x="10209213" y="5530850"/>
          <p14:tracePt t="406984" x="10201275" y="5495925"/>
          <p14:tracePt t="406992" x="10191750" y="5451475"/>
          <p14:tracePt t="407004" x="10174288" y="5424488"/>
          <p14:tracePt t="407020" x="10166350" y="5372100"/>
          <p14:tracePt t="407037" x="10166350" y="5354638"/>
          <p14:tracePt t="407145" x="10174288" y="5372100"/>
          <p14:tracePt t="407152" x="10174288" y="5381625"/>
          <p14:tracePt t="407160" x="10174288" y="5399088"/>
          <p14:tracePt t="407170" x="10183813" y="5399088"/>
          <p14:tracePt t="407187" x="10183813" y="5416550"/>
          <p14:tracePt t="407204" x="10183813" y="5424488"/>
          <p14:tracePt t="407220" x="10183813" y="5434013"/>
          <p14:tracePt t="407424" x="10148888" y="5434013"/>
          <p14:tracePt t="407432" x="10086975" y="5434013"/>
          <p14:tracePt t="407441" x="10061575" y="5434013"/>
          <p14:tracePt t="407453" x="9982200" y="5441950"/>
          <p14:tracePt t="407470" x="9799638" y="5451475"/>
          <p14:tracePt t="407486" x="9615488" y="5451475"/>
          <p14:tracePt t="407488" x="9493250" y="5451475"/>
          <p14:tracePt t="407503" x="9388475" y="5451475"/>
          <p14:tracePt t="407520" x="9336088" y="5451475"/>
          <p14:tracePt t="407537" x="9318625" y="5441950"/>
          <p14:tracePt t="407554" x="9310688" y="5441950"/>
          <p14:tracePt t="407570" x="9301163" y="5441950"/>
          <p14:tracePt t="407592" x="9283700" y="5441950"/>
          <p14:tracePt t="407604" x="9275763" y="5441950"/>
          <p14:tracePt t="407621" x="9240838" y="5441950"/>
          <p14:tracePt t="407637" x="9196388" y="5441950"/>
          <p14:tracePt t="407654" x="9117013" y="5451475"/>
          <p14:tracePt t="407656" x="9082088" y="5451475"/>
          <p14:tracePt t="407670" x="9039225" y="5451475"/>
          <p14:tracePt t="407672" x="8977313" y="5451475"/>
          <p14:tracePt t="407687" x="8907463" y="5451475"/>
          <p14:tracePt t="407689" x="8864600" y="5451475"/>
          <p14:tracePt t="407704" x="8802688" y="5451475"/>
          <p14:tracePt t="407720" x="8732838" y="5451475"/>
          <p14:tracePt t="407737" x="8689975" y="5451475"/>
          <p14:tracePt t="407754" x="8637588" y="5451475"/>
          <p14:tracePt t="407770" x="8610600" y="5451475"/>
          <p14:tracePt t="407787" x="8567738" y="5451475"/>
          <p14:tracePt t="407803" x="8505825" y="5451475"/>
          <p14:tracePt t="407820" x="8470900" y="5451475"/>
          <p14:tracePt t="407837" x="8445500" y="5451475"/>
          <p14:tracePt t="407853" x="8418513" y="5451475"/>
          <p14:tracePt t="407870" x="8401050" y="5451475"/>
          <p14:tracePt t="407872" x="8393113" y="5451475"/>
          <p14:tracePt t="407887" x="8375650" y="5451475"/>
          <p14:tracePt t="407888" x="8348663" y="5451475"/>
          <p14:tracePt t="407904" x="8323263" y="5451475"/>
          <p14:tracePt t="407920" x="8278813" y="5451475"/>
          <p14:tracePt t="407936" x="8243888" y="5451475"/>
          <p14:tracePt t="407953" x="8191500" y="5451475"/>
          <p14:tracePt t="407970" x="8139113" y="5451475"/>
          <p14:tracePt t="407986" x="8104188" y="5451475"/>
          <p14:tracePt t="408003" x="8026400" y="5441950"/>
          <p14:tracePt t="408020" x="7929563" y="5441950"/>
          <p14:tracePt t="408037" x="7859713" y="5441950"/>
          <p14:tracePt t="408053" x="7789863" y="5441950"/>
          <p14:tracePt t="408070" x="7659688" y="5441950"/>
          <p14:tracePt t="408072" x="7642225" y="5441950"/>
          <p14:tracePt t="408087" x="7615238" y="5441950"/>
          <p14:tracePt t="408088" x="7580313" y="5441950"/>
          <p14:tracePt t="408104" x="7527925" y="5434013"/>
          <p14:tracePt t="408120" x="7440613" y="5434013"/>
          <p14:tracePt t="408137" x="7405688" y="5434013"/>
          <p14:tracePt t="408153" x="7388225" y="5434013"/>
          <p14:tracePt t="408170" x="7380288" y="5434013"/>
          <p14:tracePt t="408192" x="7370763" y="5434013"/>
          <p14:tracePt t="408208" x="7362825" y="5434013"/>
          <p14:tracePt t="408220" x="7345363" y="5424488"/>
          <p14:tracePt t="408237" x="7318375" y="5424488"/>
          <p14:tracePt t="408253" x="7275513" y="5424488"/>
          <p14:tracePt t="408270" x="7213600" y="5424488"/>
          <p14:tracePt t="408272" x="7196138" y="5424488"/>
          <p14:tracePt t="408286" x="7161213" y="5424488"/>
          <p14:tracePt t="408287" x="7135813" y="5424488"/>
          <p14:tracePt t="408304" x="7108825" y="5424488"/>
          <p14:tracePt t="408320" x="7083425" y="5424488"/>
          <p14:tracePt t="408337" x="7065963" y="5424488"/>
          <p14:tracePt t="408353" x="7038975" y="5424488"/>
          <p14:tracePt t="408370" x="6996113" y="5424488"/>
          <p14:tracePt t="408387" x="6881813" y="5424488"/>
          <p14:tracePt t="408404" x="6759575" y="5424488"/>
          <p14:tracePt t="408420" x="6689725" y="5424488"/>
          <p14:tracePt t="408437" x="6611938" y="5424488"/>
          <p14:tracePt t="408453" x="6584950" y="5424488"/>
          <p14:tracePt t="408470" x="6567488" y="5424488"/>
          <p14:tracePt t="408801" x="0" y="0"/>
        </p14:tracePtLst>
        <p14:tracePtLst>
          <p14:tracePt t="413203" x="8645525" y="5032375"/>
          <p14:tracePt t="413208" x="8655050" y="5032375"/>
          <p14:tracePt t="413219" x="8662988" y="5040313"/>
          <p14:tracePt t="413241" x="8662988" y="5049838"/>
          <p14:tracePt t="413264" x="8672513" y="5067300"/>
          <p14:tracePt t="413272" x="8672513" y="5075238"/>
          <p14:tracePt t="413286" x="8672513" y="5084763"/>
          <p14:tracePt t="413302" x="8680450" y="5110163"/>
          <p14:tracePt t="413304" x="8680450" y="5137150"/>
          <p14:tracePt t="413319" x="8689975" y="5154613"/>
          <p14:tracePt t="413320" x="8689975" y="5162550"/>
          <p14:tracePt t="413336" x="8689975" y="5224463"/>
          <p14:tracePt t="413352" x="8689975" y="5249863"/>
          <p14:tracePt t="413369" x="8697913" y="5276850"/>
          <p14:tracePt t="413386" x="8707438" y="5302250"/>
          <p14:tracePt t="413402" x="8715375" y="5329238"/>
          <p14:tracePt t="413419" x="8715375" y="5346700"/>
          <p14:tracePt t="413436" x="8724900" y="5354638"/>
          <p14:tracePt t="413452" x="8724900" y="5381625"/>
          <p14:tracePt t="413469" x="8724900" y="5389563"/>
          <p14:tracePt t="413485" x="8724900" y="5399088"/>
          <p14:tracePt t="413503" x="8724900" y="5424488"/>
          <p14:tracePt t="413519" x="8724900" y="5441950"/>
          <p14:tracePt t="413536" x="8724900" y="5451475"/>
          <p14:tracePt t="413672" x="8715375" y="5451475"/>
          <p14:tracePt t="413688" x="8715375" y="5459413"/>
          <p14:tracePt t="413712" x="8707438" y="5459413"/>
          <p14:tracePt t="414136" x="8707438" y="5468938"/>
          <p14:tracePt t="414185" x="8715375" y="5468938"/>
          <p14:tracePt t="414192" x="8715375" y="5476875"/>
          <p14:tracePt t="414203" x="8715375" y="5486400"/>
          <p14:tracePt t="414219" x="8715375" y="5495925"/>
          <p14:tracePt t="414248" x="8715375" y="5503863"/>
          <p14:tracePt t="414257" x="8724900" y="5513388"/>
          <p14:tracePt t="414304" x="8724900" y="5521325"/>
          <p14:tracePt t="414320" x="8715375" y="5521325"/>
          <p14:tracePt t="414529" x="8707438" y="5521325"/>
          <p14:tracePt t="414593" x="8697913" y="5521325"/>
          <p14:tracePt t="414664" x="8697913" y="5513388"/>
          <p14:tracePt t="414680" x="8689975" y="5513388"/>
          <p14:tracePt t="414736" x="8680450" y="5513388"/>
          <p14:tracePt t="414752" x="8680450" y="5503863"/>
          <p14:tracePt t="414936" x="8689975" y="5503863"/>
          <p14:tracePt t="414944" x="8697913" y="5503863"/>
          <p14:tracePt t="414953" x="8697913" y="5513388"/>
          <p14:tracePt t="415033" x="8707438" y="5513388"/>
          <p14:tracePt t="415048" x="8715375" y="5521325"/>
          <p14:tracePt t="415064" x="8724900" y="5521325"/>
          <p14:tracePt t="415080" x="8724900" y="5530850"/>
          <p14:tracePt t="415473" x="8610600" y="5530850"/>
          <p14:tracePt t="415480" x="8550275" y="5530850"/>
          <p14:tracePt t="415488" x="8515350" y="5530850"/>
          <p14:tracePt t="415502" x="8435975" y="5538788"/>
          <p14:tracePt t="415504" x="8375650" y="5538788"/>
          <p14:tracePt t="415519" x="8305800" y="5538788"/>
          <p14:tracePt t="415521" x="8261350" y="5538788"/>
          <p14:tracePt t="415536" x="8201025" y="5538788"/>
          <p14:tracePt t="415552" x="8166100" y="5538788"/>
          <p14:tracePt t="415569" x="8121650" y="5538788"/>
          <p14:tracePt t="415585" x="8061325" y="5538788"/>
          <p14:tracePt t="415602" x="7921625" y="5538788"/>
          <p14:tracePt t="415619" x="7712075" y="5538788"/>
          <p14:tracePt t="415636" x="7450138" y="5538788"/>
          <p14:tracePt t="415652" x="7223125" y="5530850"/>
          <p14:tracePt t="415669" x="6934200" y="5530850"/>
          <p14:tracePt t="415686" x="6716713" y="5521325"/>
          <p14:tracePt t="415702" x="6611938" y="5521325"/>
          <p14:tracePt t="415704" x="6532563" y="5521325"/>
          <p14:tracePt t="415719" x="6515100" y="5521325"/>
          <p14:tracePt t="415721" x="6454775" y="5521325"/>
          <p14:tracePt t="415736" x="6419850" y="5521325"/>
          <p14:tracePt t="415752" x="6410325" y="5521325"/>
          <p14:tracePt t="415848" x="6402388" y="5521325"/>
          <p14:tracePt t="415865" x="6392863" y="5521325"/>
          <p14:tracePt t="416073" x="0" y="0"/>
        </p14:tracePtLst>
        <p14:tracePtLst>
          <p14:tracePt t="416660" x="10121900" y="4735513"/>
          <p14:tracePt t="416664" x="10121900" y="4725988"/>
          <p14:tracePt t="416689" x="10113963" y="4725988"/>
          <p14:tracePt t="416696" x="10104438" y="4725988"/>
          <p14:tracePt t="416704" x="10104438" y="4735513"/>
          <p14:tracePt t="416719" x="10096500" y="4735513"/>
          <p14:tracePt t="416721" x="10079038" y="4735513"/>
          <p14:tracePt t="416735" x="10044113" y="4735513"/>
          <p14:tracePt t="416752" x="9991725" y="4735513"/>
          <p14:tracePt t="416769" x="9947275" y="4735513"/>
          <p14:tracePt t="416785" x="9869488" y="4735513"/>
          <p14:tracePt t="416802" x="9799638" y="4735513"/>
          <p14:tracePt t="416819" x="9764713" y="4735513"/>
          <p14:tracePt t="416835" x="9737725" y="4735513"/>
          <p14:tracePt t="416852" x="9685338" y="4735513"/>
          <p14:tracePt t="416869" x="9642475" y="4735513"/>
          <p14:tracePt t="416885" x="9545638" y="4743450"/>
          <p14:tracePt t="416887" x="9528175" y="4752975"/>
          <p14:tracePt t="416902" x="9458325" y="4760913"/>
          <p14:tracePt t="416903" x="9432925" y="4770438"/>
          <p14:tracePt t="416919" x="9405938" y="4770438"/>
          <p14:tracePt t="416921" x="9380538" y="4770438"/>
          <p14:tracePt t="416936" x="9301163" y="4813300"/>
          <p14:tracePt t="416952" x="9275763" y="4830763"/>
          <p14:tracePt t="416969" x="9266238" y="4840288"/>
          <p14:tracePt t="416985" x="9240838" y="4865688"/>
          <p14:tracePt t="417002" x="9213850" y="4883150"/>
          <p14:tracePt t="417019" x="9188450" y="4900613"/>
          <p14:tracePt t="417035" x="9153525" y="4927600"/>
          <p14:tracePt t="417052" x="9117013" y="4945063"/>
          <p14:tracePt t="417069" x="9091613" y="4979988"/>
          <p14:tracePt t="417085" x="9064625" y="5032375"/>
          <p14:tracePt t="417102" x="9047163" y="5075238"/>
          <p14:tracePt t="417103" x="9039225" y="5092700"/>
          <p14:tracePt t="417119" x="9029700" y="5110163"/>
          <p14:tracePt t="417121" x="9021763" y="5137150"/>
          <p14:tracePt t="417136" x="9021763" y="5180013"/>
          <p14:tracePt t="417152" x="9021763" y="5224463"/>
          <p14:tracePt t="417169" x="9021763" y="5249863"/>
          <p14:tracePt t="417185" x="9029700" y="5267325"/>
          <p14:tracePt t="417202" x="9039225" y="5284788"/>
          <p14:tracePt t="417218" x="9047163" y="5302250"/>
          <p14:tracePt t="417236" x="9064625" y="5311775"/>
          <p14:tracePt t="417252" x="9091613" y="5329238"/>
          <p14:tracePt t="417269" x="9153525" y="5346700"/>
          <p14:tracePt t="417285" x="9231313" y="5354638"/>
          <p14:tracePt t="417302" x="9380538" y="5381625"/>
          <p14:tracePt t="417303" x="9537700" y="5381625"/>
          <p14:tracePt t="417319" x="9632950" y="5389563"/>
          <p14:tracePt t="417321" x="9685338" y="5389563"/>
          <p14:tracePt t="417336" x="9825038" y="5389563"/>
          <p14:tracePt t="417352" x="9894888" y="5389563"/>
          <p14:tracePt t="417369" x="9921875" y="5354638"/>
          <p14:tracePt t="417385" x="9921875" y="5302250"/>
          <p14:tracePt t="417402" x="9904413" y="5232400"/>
          <p14:tracePt t="417419" x="9886950" y="5180013"/>
          <p14:tracePt t="417435" x="9877425" y="5162550"/>
          <p14:tracePt t="417457" x="9877425" y="5154613"/>
          <p14:tracePt t="417469" x="9869488" y="5145088"/>
          <p14:tracePt t="417485" x="9859963" y="5137150"/>
          <p14:tracePt t="417502" x="9859963" y="5119688"/>
          <p14:tracePt t="417503" x="9852025" y="5119688"/>
          <p14:tracePt t="417519" x="9842500" y="5110163"/>
          <p14:tracePt t="417521" x="9842500" y="5102225"/>
          <p14:tracePt t="417544" x="9842500" y="5092700"/>
          <p14:tracePt t="417552" x="9834563" y="5092700"/>
          <p14:tracePt t="417568" x="9825038" y="5092700"/>
          <p14:tracePt t="417793" x="0" y="0"/>
        </p14:tracePtLst>
        <p14:tracePtLst>
          <p14:tracePt t="420771" x="2182813" y="5241925"/>
          <p14:tracePt t="420872" x="2235200" y="5259388"/>
          <p14:tracePt t="420881" x="2252663" y="5259388"/>
          <p14:tracePt t="420889" x="2262188" y="5259388"/>
          <p14:tracePt t="420904" x="2279650" y="5259388"/>
          <p14:tracePt t="420918" x="2287588" y="5267325"/>
          <p14:tracePt t="421065" x="2297113" y="5267325"/>
          <p14:tracePt t="421073" x="2305050" y="5267325"/>
          <p14:tracePt t="421096" x="2314575" y="5267325"/>
          <p14:tracePt t="421104" x="2322513" y="5267325"/>
          <p14:tracePt t="421112" x="2332038" y="5259388"/>
          <p14:tracePt t="421129" x="2349500" y="5241925"/>
          <p14:tracePt t="421136" x="2357438" y="5241925"/>
          <p14:tracePt t="421152" x="2374900" y="5232400"/>
          <p14:tracePt t="421168" x="2392363" y="5214938"/>
          <p14:tracePt t="421185" x="2409825" y="5207000"/>
          <p14:tracePt t="421201" x="2419350" y="5197475"/>
          <p14:tracePt t="421218" x="2427288" y="5189538"/>
          <p14:tracePt t="421289" x="2436813" y="5189538"/>
          <p14:tracePt t="421296" x="2444750" y="5180013"/>
          <p14:tracePt t="421304" x="2454275" y="5180013"/>
          <p14:tracePt t="421318" x="2454275" y="5172075"/>
          <p14:tracePt t="421320" x="2489200" y="5172075"/>
          <p14:tracePt t="421335" x="2497138" y="5162550"/>
          <p14:tracePt t="421336" x="2524125" y="5154613"/>
          <p14:tracePt t="421352" x="2566988" y="5127625"/>
          <p14:tracePt t="421368" x="2654300" y="5110163"/>
          <p14:tracePt t="421385" x="2671763" y="5092700"/>
          <p14:tracePt t="421401" x="2689225" y="5057775"/>
          <p14:tracePt t="421418" x="2689225" y="5040313"/>
          <p14:tracePt t="421435" x="2689225" y="5014913"/>
          <p14:tracePt t="421451" x="2689225" y="4962525"/>
          <p14:tracePt t="421468" x="2671763" y="4927600"/>
          <p14:tracePt t="421485" x="2646363" y="4865688"/>
          <p14:tracePt t="421501" x="2601913" y="4813300"/>
          <p14:tracePt t="421518" x="2566988" y="4795838"/>
          <p14:tracePt t="421535" x="2541588" y="4778375"/>
          <p14:tracePt t="421536" x="2524125" y="4760913"/>
          <p14:tracePt t="421551" x="2506663" y="4752975"/>
          <p14:tracePt t="421568" x="2479675" y="4752975"/>
          <p14:tracePt t="421593" x="2479675" y="4760913"/>
          <p14:tracePt t="421624" x="2471738" y="4760913"/>
          <p14:tracePt t="421761" x="0" y="0"/>
        </p14:tracePtLst>
        <p14:tracePtLst>
          <p14:tracePt t="425284" x="10201275" y="5049838"/>
          <p14:tracePt t="425408" x="10201275" y="5057775"/>
          <p14:tracePt t="425424" x="10201275" y="5067300"/>
          <p14:tracePt t="425432" x="10201275" y="5075238"/>
          <p14:tracePt t="425440" x="10201275" y="5092700"/>
          <p14:tracePt t="425451" x="10201275" y="5102225"/>
          <p14:tracePt t="425467" x="10209213" y="5162550"/>
          <p14:tracePt t="425484" x="10209213" y="5197475"/>
          <p14:tracePt t="425501" x="10218738" y="5232400"/>
          <p14:tracePt t="425517" x="10218738" y="5267325"/>
          <p14:tracePt t="425534" x="10218738" y="5284788"/>
          <p14:tracePt t="425536" x="10218738" y="5294313"/>
          <p14:tracePt t="425552" x="10218738" y="5302250"/>
          <p14:tracePt t="425568" x="10226675" y="5311775"/>
          <p14:tracePt t="425584" x="10226675" y="5329238"/>
          <p14:tracePt t="425601" x="10226675" y="5337175"/>
          <p14:tracePt t="425617" x="10226675" y="5354638"/>
          <p14:tracePt t="425744" x="10226675" y="5372100"/>
          <p14:tracePt t="425760" x="10226675" y="5381625"/>
          <p14:tracePt t="425784" x="10226675" y="5389563"/>
          <p14:tracePt t="426096" x="10218738" y="5399088"/>
          <p14:tracePt t="426112" x="10218738" y="5407025"/>
          <p14:tracePt t="426121" x="10209213" y="5416550"/>
          <p14:tracePt t="426128" x="10201275" y="5424488"/>
          <p14:tracePt t="426152" x="10201275" y="5434013"/>
          <p14:tracePt t="426176" x="10201275" y="5441950"/>
          <p14:tracePt t="426689" x="10209213" y="5451475"/>
          <p14:tracePt t="426705" x="10209213" y="5459413"/>
          <p14:tracePt t="426713" x="10218738" y="5468938"/>
          <p14:tracePt t="426728" x="10218738" y="5476875"/>
          <p14:tracePt t="426745" x="10218738" y="5486400"/>
          <p14:tracePt t="426752" x="10218738" y="5495925"/>
          <p14:tracePt t="426767" x="10226675" y="5495925"/>
          <p14:tracePt t="426792" x="10226675" y="5503863"/>
          <p14:tracePt t="426800" x="10226675" y="5513388"/>
          <p14:tracePt t="426817" x="10226675" y="5521325"/>
          <p14:tracePt t="426834" x="10226675" y="5538788"/>
          <p14:tracePt t="426851" x="10236200" y="5548313"/>
          <p14:tracePt t="426867" x="10236200" y="5556250"/>
          <p14:tracePt t="426889" x="10236200" y="5565775"/>
          <p14:tracePt t="426905" x="10236200" y="5573713"/>
          <p14:tracePt t="426917" x="10236200" y="5583238"/>
          <p14:tracePt t="427025" x="10226675" y="5583238"/>
          <p14:tracePt t="427104" x="10226675" y="5573713"/>
          <p14:tracePt t="427209" x="10226675" y="5565775"/>
          <p14:tracePt t="427216" x="10226675" y="5556250"/>
          <p14:tracePt t="427232" x="10226675" y="5548313"/>
          <p14:tracePt t="427248" x="10226675" y="5538788"/>
          <p14:tracePt t="427272" x="10226675" y="5530850"/>
          <p14:tracePt t="427280" x="10226675" y="5521325"/>
          <p14:tracePt t="427313" x="10226675" y="5513388"/>
          <p14:tracePt t="427456" x="10209213" y="5513388"/>
          <p14:tracePt t="427464" x="10191750" y="5513388"/>
          <p14:tracePt t="427472" x="10096500" y="5521325"/>
          <p14:tracePt t="427484" x="10044113" y="5530850"/>
          <p14:tracePt t="427501" x="9825038" y="5530850"/>
          <p14:tracePt t="427517" x="9642475" y="5530850"/>
          <p14:tracePt t="427534" x="9475788" y="5530850"/>
          <p14:tracePt t="427550" x="9423400" y="5530850"/>
          <p14:tracePt t="427552" x="9405938" y="5530850"/>
          <p14:tracePt t="427567" x="9398000" y="5530850"/>
          <p14:tracePt t="427568" x="9388475" y="5530850"/>
          <p14:tracePt t="427584" x="9371013" y="5530850"/>
          <p14:tracePt t="427601" x="9363075" y="5530850"/>
          <p14:tracePt t="427617" x="9345613" y="5538788"/>
          <p14:tracePt t="427634" x="9318625" y="5538788"/>
          <p14:tracePt t="427650" x="9266238" y="5538788"/>
          <p14:tracePt t="427667" x="9213850" y="5548313"/>
          <p14:tracePt t="427684" x="9178925" y="5548313"/>
          <p14:tracePt t="427700" x="9117013" y="5548313"/>
          <p14:tracePt t="427717" x="9082088" y="5548313"/>
          <p14:tracePt t="427734" x="9039225" y="5548313"/>
          <p14:tracePt t="427735" x="9004300" y="5548313"/>
          <p14:tracePt t="427751" x="8977313" y="5548313"/>
          <p14:tracePt t="427752" x="8969375" y="5548313"/>
          <p14:tracePt t="427767" x="8934450" y="5548313"/>
          <p14:tracePt t="427769" x="8907463" y="5548313"/>
          <p14:tracePt t="427784" x="8777288" y="5548313"/>
          <p14:tracePt t="427800" x="8697913" y="5548313"/>
          <p14:tracePt t="427817" x="8585200" y="5548313"/>
          <p14:tracePt t="427834" x="8410575" y="5548313"/>
          <p14:tracePt t="427850" x="8305800" y="5548313"/>
          <p14:tracePt t="427867" x="8201025" y="5548313"/>
          <p14:tracePt t="427884" x="8166100" y="5548313"/>
          <p14:tracePt t="427900" x="8131175" y="5548313"/>
          <p14:tracePt t="427917" x="8051800" y="5548313"/>
          <p14:tracePt t="427934" x="7999413" y="5548313"/>
          <p14:tracePt t="427935" x="7981950" y="5548313"/>
          <p14:tracePt t="427951" x="7956550" y="5548313"/>
          <p14:tracePt t="427952" x="7921625" y="5548313"/>
          <p14:tracePt t="427967" x="7904163" y="5548313"/>
          <p14:tracePt t="427968" x="7877175" y="5548313"/>
          <p14:tracePt t="427984" x="7842250" y="5548313"/>
          <p14:tracePt t="428000" x="7781925" y="5548313"/>
          <p14:tracePt t="428017" x="7737475" y="5548313"/>
          <p14:tracePt t="428034" x="7694613" y="5548313"/>
          <p14:tracePt t="428050" x="7632700" y="5548313"/>
          <p14:tracePt t="428067" x="7597775" y="5538788"/>
          <p14:tracePt t="428084" x="7545388" y="5538788"/>
          <p14:tracePt t="428100" x="7502525" y="5538788"/>
          <p14:tracePt t="428117" x="7475538" y="5538788"/>
          <p14:tracePt t="428134" x="7450138" y="5530850"/>
          <p14:tracePt t="428135" x="7440613" y="5530850"/>
          <p14:tracePt t="428150" x="7423150" y="5530850"/>
          <p14:tracePt t="428166" x="7388225" y="5530850"/>
          <p14:tracePt t="428168" x="7370763" y="5530850"/>
          <p14:tracePt t="428184" x="7327900" y="5530850"/>
          <p14:tracePt t="428201" x="7248525" y="5530850"/>
          <p14:tracePt t="428217" x="7231063" y="5530850"/>
          <p14:tracePt t="428234" x="7223125" y="5530850"/>
          <p14:tracePt t="428280" x="7223125" y="5538788"/>
          <p14:tracePt t="428288" x="7205663" y="5538788"/>
          <p14:tracePt t="428296" x="7196138" y="5538788"/>
          <p14:tracePt t="428305" x="7178675" y="5538788"/>
          <p14:tracePt t="428317" x="7135813" y="5538788"/>
          <p14:tracePt t="428334" x="7038975" y="5521325"/>
          <p14:tracePt t="428350" x="6978650" y="5521325"/>
          <p14:tracePt t="428352" x="6951663" y="5521325"/>
          <p14:tracePt t="428367" x="6934200" y="5521325"/>
          <p14:tracePt t="428369" x="6926263" y="5521325"/>
          <p14:tracePt t="428383" x="6916738" y="5521325"/>
          <p14:tracePt t="428448" x="6908800" y="5530850"/>
          <p14:tracePt t="428456" x="6899275" y="5530850"/>
          <p14:tracePt t="428488" x="6891338" y="5530850"/>
          <p14:tracePt t="428633" x="6881813" y="5530850"/>
          <p14:tracePt t="428640" x="6846888" y="5530850"/>
          <p14:tracePt t="428650" x="6829425" y="5530850"/>
          <p14:tracePt t="428667" x="6742113" y="5530850"/>
          <p14:tracePt t="428683" x="6707188" y="5530850"/>
          <p14:tracePt t="428700" x="6681788" y="5530850"/>
          <p14:tracePt t="428824" x="6672263" y="5530850"/>
          <p14:tracePt t="428833" x="6654800" y="5530850"/>
          <p14:tracePt t="428840" x="6629400" y="5530850"/>
          <p14:tracePt t="428850" x="6611938" y="5530850"/>
          <p14:tracePt t="428867" x="6584950" y="5530850"/>
          <p14:tracePt t="428884" x="6567488" y="5530850"/>
          <p14:tracePt t="428900" x="6559550" y="5521325"/>
          <p14:tracePt t="429168" x="6567488" y="5521325"/>
          <p14:tracePt t="429176" x="6584950" y="5513388"/>
          <p14:tracePt t="429185" x="0" y="0"/>
        </p14:tracePtLst>
        <p14:tracePtLst>
          <p14:tracePt t="435988" x="8759825" y="5241925"/>
          <p14:tracePt t="436144" x="8750300" y="5241925"/>
          <p14:tracePt t="436153" x="8742363" y="5241925"/>
          <p14:tracePt t="436160" x="8732838" y="5241925"/>
          <p14:tracePt t="436168" x="8724900" y="5241925"/>
          <p14:tracePt t="436183" x="8715375" y="5241925"/>
          <p14:tracePt t="436209" x="8715375" y="5249863"/>
          <p14:tracePt t="436224" x="8707438" y="5259388"/>
          <p14:tracePt t="436233" x="8697913" y="5267325"/>
          <p14:tracePt t="436249" x="8680450" y="5267325"/>
          <p14:tracePt t="436266" x="8662988" y="5284788"/>
          <p14:tracePt t="436282" x="8645525" y="5284788"/>
          <p14:tracePt t="436299" x="8637588" y="5302250"/>
          <p14:tracePt t="436316" x="8620125" y="5302250"/>
          <p14:tracePt t="436332" x="8620125" y="5311775"/>
          <p14:tracePt t="436349" x="8610600" y="5319713"/>
          <p14:tracePt t="436365" x="8602663" y="5329238"/>
          <p14:tracePt t="436383" x="8593138" y="5346700"/>
          <p14:tracePt t="436384" x="8593138" y="5354638"/>
          <p14:tracePt t="436408" x="8593138" y="5364163"/>
          <p14:tracePt t="436416" x="8593138" y="5372100"/>
          <p14:tracePt t="436432" x="8593138" y="5389563"/>
          <p14:tracePt t="436449" x="8585200" y="5399088"/>
          <p14:tracePt t="436466" x="8585200" y="5416550"/>
          <p14:tracePt t="436483" x="8585200" y="5424488"/>
          <p14:tracePt t="436499" x="8585200" y="5441950"/>
          <p14:tracePt t="436516" x="8593138" y="5451475"/>
          <p14:tracePt t="436533" x="8610600" y="5468938"/>
          <p14:tracePt t="436549" x="8610600" y="5476875"/>
          <p14:tracePt t="436566" x="8628063" y="5486400"/>
          <p14:tracePt t="436582" x="8637588" y="5486400"/>
          <p14:tracePt t="436584" x="8645525" y="5486400"/>
          <p14:tracePt t="436599" x="8655050" y="5486400"/>
          <p14:tracePt t="436617" x="8672513" y="5486400"/>
          <p14:tracePt t="436632" x="8680450" y="5486400"/>
          <p14:tracePt t="436649" x="8707438" y="5486400"/>
          <p14:tracePt t="436666" x="8732838" y="5486400"/>
          <p14:tracePt t="436683" x="8759825" y="5468938"/>
          <p14:tracePt t="436699" x="8777288" y="5459413"/>
          <p14:tracePt t="436715" x="8802688" y="5459413"/>
          <p14:tracePt t="436732" x="8802688" y="5451475"/>
          <p14:tracePt t="436760" x="8812213" y="5451475"/>
          <p14:tracePt t="436768" x="8812213" y="5441950"/>
          <p14:tracePt t="436783" x="8820150" y="5441950"/>
          <p14:tracePt t="436799" x="8820150" y="5424488"/>
          <p14:tracePt t="436800" x="8820150" y="5416550"/>
          <p14:tracePt t="436816" x="8820150" y="5407025"/>
          <p14:tracePt t="436832" x="8820150" y="5381625"/>
          <p14:tracePt t="436849" x="8820150" y="5364163"/>
          <p14:tracePt t="436865" x="8820150" y="5337175"/>
          <p14:tracePt t="436882" x="8812213" y="5337175"/>
          <p14:tracePt t="436899" x="8812213" y="5329238"/>
          <p14:tracePt t="436977" x="8802688" y="5329238"/>
          <p14:tracePt t="436992" x="8794750" y="5329238"/>
          <p14:tracePt t="437008" x="8794750" y="5337175"/>
          <p14:tracePt t="437016" x="8785225" y="5346700"/>
          <p14:tracePt t="437024" x="8777288" y="5354638"/>
          <p14:tracePt t="437040" x="8777288" y="5372100"/>
          <p14:tracePt t="437049" x="8777288" y="5381625"/>
          <p14:tracePt t="437066" x="8777288" y="5389563"/>
          <p14:tracePt t="437082" x="8777288" y="5399088"/>
          <p14:tracePt t="437104" x="8777288" y="5407025"/>
          <p14:tracePt t="437116" x="8785225" y="5407025"/>
          <p14:tracePt t="437314" x="0" y="0"/>
        </p14:tracePtLst>
        <p14:tracePtLst>
          <p14:tracePt t="437821" x="8715375" y="5424488"/>
          <p14:tracePt t="437904" x="8715375" y="5416550"/>
          <p14:tracePt t="437912" x="8715375" y="5407025"/>
          <p14:tracePt t="437928" x="8715375" y="5389563"/>
          <p14:tracePt t="437944" x="8724900" y="5372100"/>
          <p14:tracePt t="437953" x="8724900" y="5354638"/>
          <p14:tracePt t="437968" x="8732838" y="5329238"/>
          <p14:tracePt t="437982" x="8732838" y="5319713"/>
          <p14:tracePt t="437984" x="8732838" y="5302250"/>
          <p14:tracePt t="437999" x="8732838" y="5284788"/>
          <p14:tracePt t="438001" x="8732838" y="5276850"/>
          <p14:tracePt t="438015" x="8732838" y="5259388"/>
          <p14:tracePt t="438121" x="8732838" y="5249863"/>
          <p14:tracePt t="438137" x="8732838" y="5241925"/>
          <p14:tracePt t="438144" x="8732838" y="5232400"/>
          <p14:tracePt t="438160" x="8732838" y="5224463"/>
          <p14:tracePt t="438168" x="8724900" y="5207000"/>
          <p14:tracePt t="438182" x="8715375" y="5207000"/>
          <p14:tracePt t="438200" x="8715375" y="5197475"/>
          <p14:tracePt t="438288" x="8724900" y="5197475"/>
          <p14:tracePt t="438321" x="8724900" y="5207000"/>
          <p14:tracePt t="438329" x="8724900" y="5224463"/>
          <p14:tracePt t="438337" x="8724900" y="5232400"/>
          <p14:tracePt t="438349" x="8732838" y="5241925"/>
          <p14:tracePt t="438365" x="8732838" y="5259388"/>
          <p14:tracePt t="438382" x="8732838" y="5276850"/>
          <p14:tracePt t="438384" x="8742363" y="5294313"/>
          <p14:tracePt t="438399" x="8742363" y="5302250"/>
          <p14:tracePt t="438416" x="8750300" y="5329238"/>
          <p14:tracePt t="438432" x="8759825" y="5337175"/>
          <p14:tracePt t="438449" x="8759825" y="5346700"/>
          <p14:tracePt t="438465" x="8767763" y="5354638"/>
          <p14:tracePt t="438504" x="8767763" y="5364163"/>
          <p14:tracePt t="438512" x="8767763" y="5372100"/>
          <p14:tracePt t="438528" x="8777288" y="5381625"/>
          <p14:tracePt t="438537" x="8777288" y="5389563"/>
          <p14:tracePt t="438560" x="8777288" y="5399088"/>
          <p14:tracePt t="438641" x="8777288" y="5407025"/>
          <p14:tracePt t="438648" x="8767763" y="5407025"/>
          <p14:tracePt t="438656" x="8759825" y="5399088"/>
          <p14:tracePt t="438665" x="8750300" y="5389563"/>
          <p14:tracePt t="438682" x="8715375" y="5329238"/>
          <p14:tracePt t="438699" x="8697913" y="5284788"/>
          <p14:tracePt t="438715" x="8697913" y="5276850"/>
          <p14:tracePt t="438732" x="8697913" y="5267325"/>
          <p14:tracePt t="438848" x="8697913" y="5276850"/>
          <p14:tracePt t="438872" x="8697913" y="5284788"/>
          <p14:tracePt t="438881" x="8689975" y="5284788"/>
          <p14:tracePt t="438888" x="8689975" y="5294313"/>
          <p14:tracePt t="438904" x="8689975" y="5302250"/>
          <p14:tracePt t="438976" x="8680450" y="5311775"/>
          <p14:tracePt t="438984" x="8672513" y="5311775"/>
          <p14:tracePt t="439000" x="8672513" y="5319713"/>
          <p14:tracePt t="439008" x="8662988" y="5319713"/>
          <p14:tracePt t="439024" x="8655050" y="5319713"/>
          <p14:tracePt t="439032" x="8655050" y="5329238"/>
          <p14:tracePt t="439064" x="8645525" y="5329238"/>
          <p14:tracePt t="439105" x="8637588" y="5329238"/>
          <p14:tracePt t="439113" x="8628063" y="5337175"/>
          <p14:tracePt t="439128" x="8620125" y="5346700"/>
          <p14:tracePt t="439136" x="8602663" y="5346700"/>
          <p14:tracePt t="439149" x="8593138" y="5354638"/>
          <p14:tracePt t="439165" x="8567738" y="5354638"/>
          <p14:tracePt t="439182" x="8550275" y="5364163"/>
          <p14:tracePt t="439184" x="8540750" y="5372100"/>
          <p14:tracePt t="439200" x="8532813" y="5372100"/>
          <p14:tracePt t="439257" x="8523288" y="5372100"/>
          <p14:tracePt t="439264" x="8515350" y="5372100"/>
          <p14:tracePt t="439280" x="8505825" y="5372100"/>
          <p14:tracePt t="439288" x="8497888" y="5372100"/>
          <p14:tracePt t="439299" x="8488363" y="5372100"/>
          <p14:tracePt t="439315" x="8470900" y="5372100"/>
          <p14:tracePt t="439332" x="8445500" y="5372100"/>
          <p14:tracePt t="439349" x="8435975" y="5381625"/>
          <p14:tracePt t="439385" x="8428038" y="5381625"/>
          <p14:tracePt t="439392" x="8428038" y="5389563"/>
          <p14:tracePt t="439416" x="8418513" y="5389563"/>
          <p14:tracePt t="439424" x="8393113" y="5399088"/>
          <p14:tracePt t="439440" x="8375650" y="5399088"/>
          <p14:tracePt t="439449" x="8358188" y="5399088"/>
          <p14:tracePt t="439465" x="8331200" y="5399088"/>
          <p14:tracePt t="439482" x="8305800" y="5399088"/>
          <p14:tracePt t="439499" x="8288338" y="5399088"/>
          <p14:tracePt t="439536" x="8278813" y="5399088"/>
          <p14:tracePt t="439568" x="8270875" y="5399088"/>
          <p14:tracePt t="439585" x="8253413" y="5399088"/>
          <p14:tracePt t="439592" x="8243888" y="5399088"/>
          <p14:tracePt t="439600" x="8235950" y="5399088"/>
          <p14:tracePt t="439616" x="8218488" y="5399088"/>
          <p14:tracePt t="439633" x="8201025" y="5399088"/>
          <p14:tracePt t="439649" x="8191500" y="5399088"/>
          <p14:tracePt t="439665" x="8174038" y="5399088"/>
          <p14:tracePt t="439688" x="8166100" y="5399088"/>
          <p14:tracePt t="439699" x="8156575" y="5399088"/>
          <p14:tracePt t="439715" x="8148638" y="5407025"/>
          <p14:tracePt t="439732" x="8121650" y="5407025"/>
          <p14:tracePt t="439749" x="8086725" y="5407025"/>
          <p14:tracePt t="439765" x="8061325" y="5407025"/>
          <p14:tracePt t="439767" x="8051800" y="5407025"/>
          <p14:tracePt t="439782" x="8034338" y="5407025"/>
          <p14:tracePt t="439784" x="8016875" y="5407025"/>
          <p14:tracePt t="439798" x="8008938" y="5407025"/>
          <p14:tracePt t="439800" x="7999413" y="5407025"/>
          <p14:tracePt t="439815" x="7991475" y="5407025"/>
          <p14:tracePt t="439864" x="7981950" y="5407025"/>
          <p14:tracePt t="439873" x="7964488" y="5407025"/>
          <p14:tracePt t="439882" x="7956550" y="5407025"/>
          <p14:tracePt t="439899" x="7921625" y="5407025"/>
          <p14:tracePt t="439915" x="7886700" y="5407025"/>
          <p14:tracePt t="439932" x="7859713" y="5407025"/>
          <p14:tracePt t="439949" x="7834313" y="5407025"/>
          <p14:tracePt t="439965" x="7816850" y="5407025"/>
          <p14:tracePt t="439982" x="7799388" y="5407025"/>
          <p14:tracePt t="439983" x="7789863" y="5407025"/>
          <p14:tracePt t="439999" x="7781925" y="5407025"/>
          <p14:tracePt t="440000" x="7764463" y="5407025"/>
          <p14:tracePt t="440016" x="7729538" y="5407025"/>
          <p14:tracePt t="440033" x="7702550" y="5407025"/>
          <p14:tracePt t="440048" x="7677150" y="5407025"/>
          <p14:tracePt t="440065" x="7632700" y="5407025"/>
          <p14:tracePt t="440081" x="7607300" y="5407025"/>
          <p14:tracePt t="440098" x="7572375" y="5407025"/>
          <p14:tracePt t="440115" x="7545388" y="5407025"/>
          <p14:tracePt t="440131" x="7519988" y="5407025"/>
          <p14:tracePt t="440148" x="7502525" y="5407025"/>
          <p14:tracePt t="440165" x="7475538" y="5407025"/>
          <p14:tracePt t="440167" x="7458075" y="5407025"/>
          <p14:tracePt t="440182" x="7440613" y="5407025"/>
          <p14:tracePt t="440199" x="7423150" y="5407025"/>
          <p14:tracePt t="440201" x="7415213" y="5407025"/>
          <p14:tracePt t="440216" x="7397750" y="5407025"/>
          <p14:tracePt t="440233" x="7388225" y="5407025"/>
          <p14:tracePt t="440249" x="7380288" y="5407025"/>
          <p14:tracePt t="440265" x="7370763" y="5407025"/>
          <p14:tracePt t="440385" x="7380288" y="5407025"/>
          <p14:tracePt t="440400" x="7405688" y="5407025"/>
          <p14:tracePt t="440408" x="7432675" y="5407025"/>
          <p14:tracePt t="440416" x="7450138" y="5407025"/>
          <p14:tracePt t="440432" x="7607300" y="5424488"/>
          <p14:tracePt t="440449" x="7851775" y="5424488"/>
          <p14:tracePt t="440465" x="7904163" y="5434013"/>
          <p14:tracePt t="440482" x="7947025" y="5434013"/>
          <p14:tracePt t="440499" x="7964488" y="5434013"/>
          <p14:tracePt t="440568" x="7974013" y="5434013"/>
          <p14:tracePt t="440624" x="7981950" y="5434013"/>
          <p14:tracePt t="440627" x="0" y="0"/>
        </p14:tracePtLst>
        <p14:tracePtLst>
          <p14:tracePt t="441348" x="8724900" y="5311775"/>
          <p14:tracePt t="441440" x="8715375" y="5311775"/>
          <p14:tracePt t="441456" x="8715375" y="5319713"/>
          <p14:tracePt t="441472" x="8707438" y="5329238"/>
          <p14:tracePt t="441488" x="8697913" y="5337175"/>
          <p14:tracePt t="441496" x="8689975" y="5346700"/>
          <p14:tracePt t="441512" x="8680450" y="5354638"/>
          <p14:tracePt t="441520" x="8662988" y="5364163"/>
          <p14:tracePt t="441536" x="8628063" y="5381625"/>
          <p14:tracePt t="441553" x="8610600" y="5381625"/>
          <p14:tracePt t="441565" x="8602663" y="5381625"/>
          <p14:tracePt t="441582" x="8575675" y="5399088"/>
          <p14:tracePt t="441598" x="8558213" y="5399088"/>
          <p14:tracePt t="441600" x="8550275" y="5399088"/>
          <p14:tracePt t="441615" x="8540750" y="5399088"/>
          <p14:tracePt t="441617" x="8523288" y="5399088"/>
          <p14:tracePt t="441632" x="8480425" y="5399088"/>
          <p14:tracePt t="441648" x="8410575" y="5407025"/>
          <p14:tracePt t="441665" x="8288338" y="5407025"/>
          <p14:tracePt t="441682" x="8156575" y="5407025"/>
          <p14:tracePt t="441698" x="8051800" y="5407025"/>
          <p14:tracePt t="441715" x="7929563" y="5407025"/>
          <p14:tracePt t="441731" x="7842250" y="5407025"/>
          <p14:tracePt t="441748" x="7764463" y="5407025"/>
          <p14:tracePt t="441765" x="7677150" y="5407025"/>
          <p14:tracePt t="441782" x="7615238" y="5416550"/>
          <p14:tracePt t="441798" x="7572375" y="5416550"/>
          <p14:tracePt t="441800" x="7537450" y="5416550"/>
          <p14:tracePt t="441815" x="7519988" y="5416550"/>
          <p14:tracePt t="441817" x="7502525" y="5416550"/>
          <p14:tracePt t="441832" x="7440613" y="5416550"/>
          <p14:tracePt t="441848" x="7405688" y="5424488"/>
          <p14:tracePt t="441865" x="7370763" y="5424488"/>
          <p14:tracePt t="441882" x="7318375" y="5424488"/>
          <p14:tracePt t="441898" x="7292975" y="5424488"/>
          <p14:tracePt t="441915" x="7283450" y="5424488"/>
          <p14:tracePt t="442305" x="0" y="0"/>
        </p14:tracePtLst>
        <p14:tracePtLst>
          <p14:tracePt t="453884" x="1581150" y="5870575"/>
          <p14:tracePt t="454080" x="1589088" y="5870575"/>
          <p14:tracePt t="454089" x="1606550" y="5880100"/>
          <p14:tracePt t="454096" x="1633538" y="5897563"/>
          <p14:tracePt t="454113" x="1851025" y="5949950"/>
          <p14:tracePt t="454130" x="2008188" y="5984875"/>
          <p14:tracePt t="454146" x="2130425" y="6010275"/>
          <p14:tracePt t="454163" x="2209800" y="6027738"/>
          <p14:tracePt t="454180" x="2217738" y="6027738"/>
          <p14:tracePt t="454197" x="2235200" y="6037263"/>
          <p14:tracePt t="454217" x="2244725" y="6037263"/>
          <p14:tracePt t="454240" x="2252663" y="6037263"/>
          <p14:tracePt t="454248" x="2262188" y="6037263"/>
          <p14:tracePt t="454263" x="2270125" y="6037263"/>
          <p14:tracePt t="454264" x="2279650" y="6037263"/>
          <p14:tracePt t="454280" x="2305050" y="6037263"/>
          <p14:tracePt t="454296" x="2349500" y="6037263"/>
          <p14:tracePt t="454313" x="2384425" y="6037263"/>
          <p14:tracePt t="454330" x="2401888" y="6037263"/>
          <p14:tracePt t="454346" x="2419350" y="6037263"/>
          <p14:tracePt t="454363" x="2427288" y="6037263"/>
          <p14:tracePt t="454380" x="2454275" y="6037263"/>
          <p14:tracePt t="454396" x="2489200" y="6037263"/>
          <p14:tracePt t="454413" x="2514600" y="6037263"/>
          <p14:tracePt t="454430" x="2524125" y="6027738"/>
          <p14:tracePt t="454446" x="2532063" y="6010275"/>
          <p14:tracePt t="454449" x="2541588" y="5992813"/>
          <p14:tracePt t="454463" x="2549525" y="5984875"/>
          <p14:tracePt t="454464" x="2549525" y="5975350"/>
          <p14:tracePt t="454480" x="2549525" y="5949950"/>
          <p14:tracePt t="454496" x="2549525" y="5915025"/>
          <p14:tracePt t="454513" x="2532063" y="5880100"/>
          <p14:tracePt t="454530" x="2489200" y="5783263"/>
          <p14:tracePt t="454547" x="2419350" y="5722938"/>
          <p14:tracePt t="454563" x="2392363" y="5688013"/>
          <p14:tracePt t="454580" x="2384425" y="5688013"/>
          <p14:tracePt t="454596" x="2374900" y="5688013"/>
          <p14:tracePt t="454633" x="2366963" y="5678488"/>
          <p14:tracePt t="454641" x="2322513" y="5678488"/>
          <p14:tracePt t="454648" x="2262188" y="5670550"/>
          <p14:tracePt t="454663" x="2147888" y="5643563"/>
          <p14:tracePt t="454665" x="2060575" y="5643563"/>
          <p14:tracePt t="454680" x="1885950" y="5626100"/>
          <p14:tracePt t="454696" x="1728788" y="5608638"/>
          <p14:tracePt t="454713" x="1676400" y="5608638"/>
          <p14:tracePt t="454730" x="1668463" y="5608638"/>
          <p14:tracePt t="454792" x="1668463" y="5618163"/>
          <p14:tracePt t="454800" x="1668463" y="5626100"/>
          <p14:tracePt t="454808" x="1668463" y="5635625"/>
          <p14:tracePt t="454816" x="1658938" y="5643563"/>
          <p14:tracePt t="454829" x="1651000" y="5653088"/>
          <p14:tracePt t="454846" x="1633538" y="5670550"/>
          <p14:tracePt t="454848" x="1633538" y="5678488"/>
          <p14:tracePt t="454864" x="1633538" y="5688013"/>
          <p14:tracePt t="454880" x="1651000" y="5705475"/>
          <p14:tracePt t="454896" x="1668463" y="5730875"/>
          <p14:tracePt t="454913" x="1693863" y="5757863"/>
          <p14:tracePt t="454930" x="1720850" y="5775325"/>
          <p14:tracePt t="454946" x="1746250" y="5810250"/>
          <p14:tracePt t="454963" x="1773238" y="5827713"/>
          <p14:tracePt t="454980" x="1781175" y="5835650"/>
          <p14:tracePt t="454996" x="1798638" y="5845175"/>
          <p14:tracePt t="455013" x="1808163" y="5845175"/>
          <p14:tracePt t="455030" x="1816100" y="5845175"/>
          <p14:tracePt t="455046" x="1825625" y="5845175"/>
          <p14:tracePt t="455048" x="1833563" y="5845175"/>
          <p14:tracePt t="455063" x="1843088" y="5845175"/>
          <p14:tracePt t="455064" x="1860550" y="5845175"/>
          <p14:tracePt t="455080" x="1938338" y="5845175"/>
          <p14:tracePt t="455096" x="1990725" y="5853113"/>
          <p14:tracePt t="455112" x="2017713" y="5853113"/>
          <p14:tracePt t="455129" x="2035175" y="5853113"/>
          <p14:tracePt t="455408" x="2035175" y="5862638"/>
          <p14:tracePt t="455417" x="2035175" y="5870575"/>
          <p14:tracePt t="455424" x="2025650" y="5880100"/>
          <p14:tracePt t="455432" x="2017713" y="5897563"/>
          <p14:tracePt t="455446" x="2017713" y="5905500"/>
          <p14:tracePt t="455448" x="2008188" y="5915025"/>
          <p14:tracePt t="455463" x="2008188" y="5922963"/>
          <p14:tracePt t="455465" x="2008188" y="5932488"/>
          <p14:tracePt t="455480" x="2000250" y="5932488"/>
          <p14:tracePt t="455496" x="2000250" y="5949950"/>
          <p14:tracePt t="455513" x="1990725" y="5957888"/>
          <p14:tracePt t="455536" x="1982788" y="5967413"/>
          <p14:tracePt t="455665" x="1973263" y="5967413"/>
          <p14:tracePt t="455736" x="1965325" y="5967413"/>
          <p14:tracePt t="455752" x="1955800" y="5967413"/>
          <p14:tracePt t="455760" x="1947863" y="5967413"/>
          <p14:tracePt t="455768" x="1938338" y="5967413"/>
          <p14:tracePt t="455785" x="1930400" y="5967413"/>
          <p14:tracePt t="455796" x="1920875" y="5967413"/>
          <p14:tracePt t="455813" x="1895475" y="5975350"/>
          <p14:tracePt t="455829" x="1860550" y="5984875"/>
          <p14:tracePt t="455832" x="1825625" y="5992813"/>
          <p14:tracePt t="455846" x="1798638" y="5992813"/>
          <p14:tracePt t="455862" x="1773238" y="5992813"/>
          <p14:tracePt t="455864" x="1755775" y="5992813"/>
          <p14:tracePt t="455993" x="1763713" y="5992813"/>
          <p14:tracePt t="456000" x="1773238" y="5992813"/>
          <p14:tracePt t="456017" x="1790700" y="5992813"/>
          <p14:tracePt t="456029" x="1808163" y="5984875"/>
          <p14:tracePt t="456046" x="1833563" y="5975350"/>
          <p14:tracePt t="456048" x="1843088" y="5967413"/>
          <p14:tracePt t="456063" x="1851025" y="5967413"/>
          <p14:tracePt t="456065" x="1868488" y="5967413"/>
          <p14:tracePt t="456079" x="1878013" y="5957888"/>
          <p14:tracePt t="456096" x="1885950" y="5949950"/>
          <p14:tracePt t="456113" x="1895475" y="5940425"/>
          <p14:tracePt t="456153" x="1895475" y="5922963"/>
          <p14:tracePt t="456160" x="1903413" y="5922963"/>
          <p14:tracePt t="456168" x="1912938" y="5922963"/>
          <p14:tracePt t="456193" x="1920875" y="5922963"/>
          <p14:tracePt t="456201" x="1930400" y="5922963"/>
          <p14:tracePt t="456213" x="1938338" y="5922963"/>
          <p14:tracePt t="456229" x="1965325" y="5922963"/>
          <p14:tracePt t="456246" x="1973263" y="5922963"/>
          <p14:tracePt t="456248" x="1990725" y="5922963"/>
          <p14:tracePt t="456264" x="2000250" y="5922963"/>
          <p14:tracePt t="456280" x="2008188" y="5932488"/>
          <p14:tracePt t="456337" x="2017713" y="5932488"/>
          <p14:tracePt t="456352" x="2025650" y="5932488"/>
          <p14:tracePt t="456360" x="2035175" y="5932488"/>
          <p14:tracePt t="456368" x="2035175" y="5940425"/>
          <p14:tracePt t="456379" x="2043113" y="5949950"/>
          <p14:tracePt t="456396" x="2052638" y="5957888"/>
          <p14:tracePt t="456412" x="2060575" y="5957888"/>
          <p14:tracePt t="456429" x="2078038" y="5967413"/>
          <p14:tracePt t="456537" x="2087563" y="5967413"/>
          <p14:tracePt t="456576" x="2095500" y="5967413"/>
          <p14:tracePt t="456584" x="2095500" y="5957888"/>
          <p14:tracePt t="456608" x="2105025" y="5957888"/>
          <p14:tracePt t="456841" x="2105025" y="5940425"/>
          <p14:tracePt t="456848" x="2112963" y="5940425"/>
          <p14:tracePt t="456864" x="2122488" y="5940425"/>
          <p14:tracePt t="456872" x="2130425" y="5940425"/>
          <p14:tracePt t="456881" x="2139950" y="5940425"/>
          <p14:tracePt t="456896" x="2174875" y="5932488"/>
          <p14:tracePt t="456913" x="2192338" y="5932488"/>
          <p14:tracePt t="456929" x="2200275" y="5922963"/>
          <p14:tracePt t="456946" x="2200275" y="5915025"/>
          <p14:tracePt t="457121" x="2209800" y="5915025"/>
          <p14:tracePt t="457128" x="2227263" y="5905500"/>
          <p14:tracePt t="457145" x="2252663" y="5905500"/>
          <p14:tracePt t="457152" x="2262188" y="5905500"/>
          <p14:tracePt t="457163" x="2279650" y="5905500"/>
          <p14:tracePt t="457179" x="2322513" y="5905500"/>
          <p14:tracePt t="457196" x="2339975" y="5888038"/>
          <p14:tracePt t="457213" x="2349500" y="5880100"/>
          <p14:tracePt t="457345" x="2349500" y="5888038"/>
          <p14:tracePt t="457384" x="2357438" y="5897563"/>
          <p14:tracePt t="457393" x="2384425" y="5897563"/>
          <p14:tracePt t="457401" x="2409825" y="5905500"/>
          <p14:tracePt t="457413" x="2427288" y="5922963"/>
          <p14:tracePt t="457429" x="2619375" y="5949950"/>
          <p14:tracePt t="457446" x="2838450" y="5967413"/>
          <p14:tracePt t="457447" x="2881313" y="5967413"/>
          <p14:tracePt t="457463" x="2986088" y="5967413"/>
          <p14:tracePt t="457464" x="3057525" y="5967413"/>
          <p14:tracePt t="457479" x="3074988" y="5967413"/>
          <p14:tracePt t="457480" x="3092450" y="5967413"/>
          <p14:tracePt t="457497" x="3100388" y="5967413"/>
          <p14:tracePt t="457512" x="3109913" y="5967413"/>
          <p14:tracePt t="457633" x="3135313" y="5957888"/>
          <p14:tracePt t="457641" x="3292475" y="5957888"/>
          <p14:tracePt t="457648" x="3502025" y="5957888"/>
          <p14:tracePt t="457662" x="3633788" y="5967413"/>
          <p14:tracePt t="457664" x="3808413" y="5967413"/>
          <p14:tracePt t="457679" x="4025900" y="5984875"/>
          <p14:tracePt t="457680" x="4297363" y="6002338"/>
          <p14:tracePt t="457696" x="4943475" y="6027738"/>
          <p14:tracePt t="457713" x="5038725" y="6019800"/>
          <p14:tracePt t="457961" x="5030788" y="6019800"/>
          <p14:tracePt t="457968" x="5003800" y="6019800"/>
          <p14:tracePt t="457979" x="4978400" y="6019800"/>
          <p14:tracePt t="457996" x="4926013" y="6019800"/>
          <p14:tracePt t="458012" x="4899025" y="6010275"/>
          <p14:tracePt t="458029" x="4881563" y="6010275"/>
          <p14:tracePt t="458080" x="4873625" y="6010275"/>
          <p14:tracePt t="458128" x="4873625" y="6002338"/>
          <p14:tracePt t="458137" x="4864100" y="6002338"/>
          <p14:tracePt t="458192" x="4856163" y="6002338"/>
          <p14:tracePt t="458201" x="4846638" y="6002338"/>
          <p14:tracePt t="458273" x="4838700" y="6002338"/>
          <p14:tracePt t="458456" x="4829175" y="6002338"/>
          <p14:tracePt t="458459" x="0" y="0"/>
        </p14:tracePtLst>
        <p14:tracePtLst>
          <p14:tracePt t="460180" x="1903413" y="3616325"/>
          <p14:tracePt t="460184" x="1912938" y="3616325"/>
          <p14:tracePt t="460208" x="1912938" y="3625850"/>
          <p14:tracePt t="460281" x="1885950" y="3625850"/>
          <p14:tracePt t="460289" x="1878013" y="3625850"/>
          <p14:tracePt t="460296" x="1868488" y="3625850"/>
          <p14:tracePt t="460312" x="1851025" y="3616325"/>
          <p14:tracePt t="460329" x="1825625" y="3616325"/>
          <p14:tracePt t="460345" x="1781175" y="3616325"/>
          <p14:tracePt t="460362" x="1755775" y="3616325"/>
          <p14:tracePt t="460379" x="1693863" y="3633788"/>
          <p14:tracePt t="460395" x="1668463" y="3633788"/>
          <p14:tracePt t="460412" x="1641475" y="3633788"/>
          <p14:tracePt t="460433" x="1624013" y="3633788"/>
          <p14:tracePt t="460448" x="1616075" y="3633788"/>
          <p14:tracePt t="460472" x="1606550" y="3633788"/>
          <p14:tracePt t="460480" x="1598613" y="3633788"/>
          <p14:tracePt t="460537" x="1589088" y="3633788"/>
          <p14:tracePt t="460560" x="1581150" y="3633788"/>
          <p14:tracePt t="460568" x="1571625" y="3633788"/>
          <p14:tracePt t="460579" x="1563688" y="3633788"/>
          <p14:tracePt t="460595" x="1554163" y="3633788"/>
          <p14:tracePt t="460612" x="1546225" y="3633788"/>
          <p14:tracePt t="460744" x="1554163" y="3633788"/>
          <p14:tracePt t="460752" x="1563688" y="3633788"/>
          <p14:tracePt t="460776" x="1571625" y="3633788"/>
          <p14:tracePt t="460785" x="1581150" y="3643313"/>
          <p14:tracePt t="460795" x="1581150" y="3651250"/>
          <p14:tracePt t="460812" x="1589088" y="3651250"/>
          <p14:tracePt t="460829" x="1606550" y="3651250"/>
          <p14:tracePt t="460831" x="0" y="0"/>
        </p14:tracePtLst>
        <p14:tracePtLst>
          <p14:tracePt t="461589" x="2873375" y="3625850"/>
          <p14:tracePt t="461697" x="2881313" y="3625850"/>
          <p14:tracePt t="461704" x="2890838" y="3625850"/>
          <p14:tracePt t="461712" x="2960688" y="3625850"/>
          <p14:tracePt t="461728" x="3152775" y="3633788"/>
          <p14:tracePt t="461745" x="3397250" y="3660775"/>
          <p14:tracePt t="461762" x="3703638" y="3678238"/>
          <p14:tracePt t="461778" x="3851275" y="3678238"/>
          <p14:tracePt t="461796" x="3878263" y="3678238"/>
          <p14:tracePt t="462073" x="3868738" y="3678238"/>
          <p14:tracePt t="462080" x="3860800" y="3678238"/>
          <p14:tracePt t="462083" x="0" y="0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67FA5BED-EBAE-0614-5218-FFAE3FC40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911505" y="3412989"/>
            <a:ext cx="7543800" cy="2974081"/>
            <a:chOff x="1911505" y="2922336"/>
            <a:chExt cx="7543800" cy="2974081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8CBBB346-A9CD-FFEC-B99A-54099C91C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559" y="4886767"/>
              <a:ext cx="7210425" cy="10096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330DB30-915F-A53A-3035-4E2B301B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1505" y="2922336"/>
              <a:ext cx="7543800" cy="21812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4325F46-F2A8-A92B-05B6-E3A6FF6C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4.11 </a:t>
            </a:r>
            <a:r>
              <a:rPr lang="es-ES" dirty="0"/>
              <a:t>(Solución) Utilizando la Tabla A4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6F98FE-7E1C-BDE3-1433-43C30938CF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77257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&lt;1.5}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s-E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1.5}</m:t>
                    </m:r>
                  </m:oMath>
                </a14:m>
                <a:r>
                  <a:rPr lang="es-ES" dirty="0"/>
                  <a:t> pueden obtenerse utilizando la Tabla A4 del libro</a:t>
                </a:r>
              </a:p>
              <a:p>
                <a:pPr lvl="1"/>
                <a:r>
                  <a:rPr lang="es-ES" dirty="0"/>
                  <a:t>Por ejemplo, para calcular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s-E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1.5}</m:t>
                    </m:r>
                  </m:oMath>
                </a14:m>
                <a:r>
                  <a:rPr lang="es-ES" dirty="0"/>
                  <a:t>, se busca el valor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1.5 </m:t>
                    </m:r>
                  </m:oMath>
                </a14:m>
                <a:r>
                  <a:rPr lang="es-ES" dirty="0"/>
                  <a:t>en la columna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ES" dirty="0"/>
                  <a:t>, y el valor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0.00</m:t>
                    </m:r>
                  </m:oMath>
                </a14:m>
                <a:r>
                  <a:rPr lang="es-ES" dirty="0"/>
                  <a:t> en la cabecera de la tabla, en el cruce está el resultado</a:t>
                </a:r>
              </a:p>
              <a:p>
                <a:pPr lvl="1"/>
                <a:r>
                  <a:rPr lang="es-ES" dirty="0"/>
                  <a:t>Si se quisiera calcular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s-E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1.5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s-ES" dirty="0"/>
                  <a:t>, entonces la columna sería la indicada como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0.0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6F98FE-7E1C-BDE3-1433-43C30938CF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77257"/>
              </a:xfrm>
              <a:blipFill>
                <a:blip r:embed="rId4"/>
                <a:stretch>
                  <a:fillRect l="-812" t="-84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2758B1-52C2-6146-51BC-6B0904BB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44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37F8B4F-4DE3-6A87-CDB6-3FC9B7704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0438" y="5169047"/>
            <a:ext cx="448527" cy="2372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097014-311A-36CD-8D3C-AC42A82A7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3693" y="6107864"/>
            <a:ext cx="425691" cy="2792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31937F3-2479-2972-81F3-9EAA10052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94828" y="6115386"/>
            <a:ext cx="566156" cy="2716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142349C-207C-0FEF-842D-44E6E6EED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11505" y="3412989"/>
            <a:ext cx="7543800" cy="315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66"/>
    </mc:Choice>
    <mc:Fallback xmlns="">
      <p:transition spd="slow" advTm="177866"/>
    </mc:Fallback>
  </mc:AlternateContent>
  <p:extLst>
    <p:ext uri="{3A86A75C-4F4B-4683-9AE1-C65F6400EC91}">
      <p14:laserTraceLst xmlns:p14="http://schemas.microsoft.com/office/powerpoint/2010/main">
        <p14:tracePtLst>
          <p14:tracePt t="9109" x="2105025" y="1817688"/>
          <p14:tracePt t="9154" x="2095500" y="1817688"/>
          <p14:tracePt t="9162" x="2087563" y="1817688"/>
          <p14:tracePt t="9170" x="2087563" y="1808163"/>
          <p14:tracePt t="9184" x="2070100" y="1808163"/>
          <p14:tracePt t="9185" x="2060575" y="1808163"/>
          <p14:tracePt t="9200" x="2052638" y="1800225"/>
          <p14:tracePt t="9202" x="2035175" y="1800225"/>
          <p14:tracePt t="9217" x="1990725" y="1790700"/>
          <p14:tracePt t="9233" x="1955800" y="1790700"/>
          <p14:tracePt t="9250" x="1912938" y="1773238"/>
          <p14:tracePt t="9267" x="1895475" y="1773238"/>
          <p14:tracePt t="9284" x="1885950" y="1765300"/>
          <p14:tracePt t="9300" x="1868488" y="1765300"/>
          <p14:tracePt t="9317" x="1843088" y="1755775"/>
          <p14:tracePt t="9334" x="1798638" y="1747838"/>
          <p14:tracePt t="9350" x="1746250" y="1738313"/>
          <p14:tracePt t="9367" x="1685925" y="1720850"/>
          <p14:tracePt t="9384" x="1641475" y="1712913"/>
          <p14:tracePt t="9385" x="1641475" y="1695450"/>
          <p14:tracePt t="9450" x="1633538" y="1695450"/>
          <p14:tracePt t="9458" x="1616075" y="1703388"/>
          <p14:tracePt t="9467" x="1606550" y="1703388"/>
          <p14:tracePt t="9484" x="1554163" y="1730375"/>
          <p14:tracePt t="9500" x="1528763" y="1738313"/>
          <p14:tracePt t="9517" x="1336675" y="1782763"/>
          <p14:tracePt t="9533" x="1292225" y="1817688"/>
          <p14:tracePt t="9550" x="1274763" y="1843088"/>
          <p14:tracePt t="9567" x="1249363" y="1860550"/>
          <p14:tracePt t="9569" x="1239838" y="1878013"/>
          <p14:tracePt t="9584" x="1239838" y="1887538"/>
          <p14:tracePt t="9585" x="1239838" y="1895475"/>
          <p14:tracePt t="9600" x="1249363" y="1912938"/>
          <p14:tracePt t="9601" x="1257300" y="1930400"/>
          <p14:tracePt t="9617" x="1266825" y="1965325"/>
          <p14:tracePt t="9634" x="1284288" y="2000250"/>
          <p14:tracePt t="9650" x="1309688" y="2035175"/>
          <p14:tracePt t="9667" x="1336675" y="2062163"/>
          <p14:tracePt t="9684" x="1362075" y="2079625"/>
          <p14:tracePt t="9700" x="1389063" y="2097088"/>
          <p14:tracePt t="9717" x="1423988" y="2132013"/>
          <p14:tracePt t="9734" x="1466850" y="2139950"/>
          <p14:tracePt t="9750" x="1493838" y="2157413"/>
          <p14:tracePt t="9767" x="1528763" y="2174875"/>
          <p14:tracePt t="9769" x="1536700" y="2184400"/>
          <p14:tracePt t="9783" x="1554163" y="2184400"/>
          <p14:tracePt t="9800" x="1563688" y="2192338"/>
          <p14:tracePt t="9802" x="1571625" y="2201863"/>
          <p14:tracePt t="9817" x="1581150" y="2209800"/>
          <p14:tracePt t="9834" x="1606550" y="2219325"/>
          <p14:tracePt t="9850" x="1633538" y="2227263"/>
          <p14:tracePt t="9867" x="1685925" y="2227263"/>
          <p14:tracePt t="9883" x="1720850" y="2227263"/>
          <p14:tracePt t="9900" x="1763713" y="2236788"/>
          <p14:tracePt t="9917" x="1816100" y="2236788"/>
          <p14:tracePt t="9934" x="1860550" y="2236788"/>
          <p14:tracePt t="9950" x="1885950" y="2227263"/>
          <p14:tracePt t="9967" x="1912938" y="2219325"/>
          <p14:tracePt t="9969" x="1920875" y="2219325"/>
          <p14:tracePt t="9983" x="1938338" y="2209800"/>
          <p14:tracePt t="9985" x="1947863" y="2201863"/>
          <p14:tracePt t="10000" x="1955800" y="2192338"/>
          <p14:tracePt t="10001" x="1965325" y="2192338"/>
          <p14:tracePt t="10017" x="2000250" y="2184400"/>
          <p14:tracePt t="10034" x="2025650" y="2184400"/>
          <p14:tracePt t="10050" x="2060575" y="2166938"/>
          <p14:tracePt t="10067" x="2078038" y="2157413"/>
          <p14:tracePt t="10083" x="2095500" y="2149475"/>
          <p14:tracePt t="10100" x="2095500" y="2139950"/>
          <p14:tracePt t="10117" x="2105025" y="2139950"/>
          <p14:tracePt t="10161" x="2112963" y="2139950"/>
          <p14:tracePt t="10170" x="2122488" y="2139950"/>
          <p14:tracePt t="10178" x="2139950" y="2139950"/>
          <p14:tracePt t="10186" x="2147888" y="2139950"/>
          <p14:tracePt t="10200" x="2147888" y="2132013"/>
          <p14:tracePt t="10226" x="2157413" y="2132013"/>
          <p14:tracePt t="10234" x="2157413" y="2122488"/>
          <p14:tracePt t="10514" x="2165350" y="2122488"/>
          <p14:tracePt t="10546" x="2165350" y="2114550"/>
          <p14:tracePt t="10666" x="2165350" y="2105025"/>
          <p14:tracePt t="10690" x="2165350" y="2097088"/>
          <p14:tracePt t="10714" x="2174875" y="2097088"/>
          <p14:tracePt t="10722" x="2192338" y="2097088"/>
          <p14:tracePt t="10733" x="2200275" y="2087563"/>
          <p14:tracePt t="10750" x="2235200" y="2087563"/>
          <p14:tracePt t="10767" x="2244725" y="2087563"/>
          <p14:tracePt t="10783" x="2252663" y="2087563"/>
          <p14:tracePt t="11058" x="0" y="0"/>
        </p14:tracePtLst>
        <p14:tracePtLst>
          <p14:tracePt t="12309" x="3519488" y="1755775"/>
          <p14:tracePt t="12426" x="3511550" y="1755775"/>
          <p14:tracePt t="12434" x="3432175" y="1755775"/>
          <p14:tracePt t="12441" x="3397250" y="1755775"/>
          <p14:tracePt t="12450" x="3379788" y="1755775"/>
          <p14:tracePt t="12466" x="3344863" y="1755775"/>
          <p14:tracePt t="12483" x="3327400" y="1755775"/>
          <p14:tracePt t="12500" x="3319463" y="1755775"/>
          <p14:tracePt t="12570" x="3309938" y="1765300"/>
          <p14:tracePt t="12578" x="3302000" y="1773238"/>
          <p14:tracePt t="12586" x="3292475" y="1773238"/>
          <p14:tracePt t="12600" x="3275013" y="1782763"/>
          <p14:tracePt t="12601" x="3257550" y="1800225"/>
          <p14:tracePt t="12616" x="3240088" y="1808163"/>
          <p14:tracePt t="12618" x="3205163" y="1825625"/>
          <p14:tracePt t="12633" x="3197225" y="1835150"/>
          <p14:tracePt t="12650" x="3187700" y="1843088"/>
          <p14:tracePt t="12666" x="3187700" y="1852613"/>
          <p14:tracePt t="12683" x="3187700" y="1878013"/>
          <p14:tracePt t="12700" x="3197225" y="1905000"/>
          <p14:tracePt t="12717" x="3205163" y="1930400"/>
          <p14:tracePt t="12733" x="3205163" y="1982788"/>
          <p14:tracePt t="12750" x="3205163" y="2027238"/>
          <p14:tracePt t="12766" x="3205163" y="2052638"/>
          <p14:tracePt t="12783" x="3205163" y="2079625"/>
          <p14:tracePt t="12785" x="3205163" y="2097088"/>
          <p14:tracePt t="12800" x="3214688" y="2105025"/>
          <p14:tracePt t="12817" x="3222625" y="2114550"/>
          <p14:tracePt t="12818" x="3232150" y="2122488"/>
          <p14:tracePt t="12833" x="3240088" y="2122488"/>
          <p14:tracePt t="12849" x="3257550" y="2139950"/>
          <p14:tracePt t="12866" x="3275013" y="2157413"/>
          <p14:tracePt t="12883" x="3292475" y="2166938"/>
          <p14:tracePt t="12900" x="3302000" y="2174875"/>
          <p14:tracePt t="12917" x="3319463" y="2184400"/>
          <p14:tracePt t="12933" x="3327400" y="2184400"/>
          <p14:tracePt t="12954" x="3336925" y="2184400"/>
          <p14:tracePt t="12986" x="3336925" y="2174875"/>
          <p14:tracePt t="13018" x="3344863" y="2174875"/>
          <p14:tracePt t="13026" x="3362325" y="2174875"/>
          <p14:tracePt t="13033" x="3379788" y="2174875"/>
          <p14:tracePt t="13049" x="3424238" y="2174875"/>
          <p14:tracePt t="13066" x="3467100" y="2174875"/>
          <p14:tracePt t="13083" x="3511550" y="2174875"/>
          <p14:tracePt t="13099" x="3536950" y="2174875"/>
          <p14:tracePt t="13116" x="3536950" y="2166938"/>
          <p14:tracePt t="13133" x="3546475" y="2166938"/>
          <p14:tracePt t="13353" x="3554413" y="2166938"/>
          <p14:tracePt t="13746" x="0" y="0"/>
        </p14:tracePtLst>
        <p14:tracePtLst>
          <p14:tracePt t="16037" x="4584700" y="2184400"/>
          <p14:tracePt t="16041" x="4576763" y="2166938"/>
          <p14:tracePt t="16049" x="4567238" y="2157413"/>
          <p14:tracePt t="16066" x="4559300" y="2149475"/>
          <p14:tracePt t="16082" x="4541838" y="2139950"/>
          <p14:tracePt t="16099" x="4514850" y="2132013"/>
          <p14:tracePt t="16122" x="4506913" y="2132013"/>
          <p14:tracePt t="16133" x="4497388" y="2132013"/>
          <p14:tracePt t="16154" x="4489450" y="2132013"/>
          <p14:tracePt t="16166" x="4471988" y="2132013"/>
          <p14:tracePt t="16186" x="4454525" y="2132013"/>
          <p14:tracePt t="16199" x="4437063" y="2139950"/>
          <p14:tracePt t="16201" x="4427538" y="2157413"/>
          <p14:tracePt t="16216" x="4410075" y="2157413"/>
          <p14:tracePt t="16217" x="4375150" y="2174875"/>
          <p14:tracePt t="16233" x="4332288" y="2201863"/>
          <p14:tracePt t="16249" x="4270375" y="2244725"/>
          <p14:tracePt t="16266" x="4244975" y="2289175"/>
          <p14:tracePt t="16282" x="4200525" y="2314575"/>
          <p14:tracePt t="16299" x="4192588" y="2349500"/>
          <p14:tracePt t="16316" x="4192588" y="2359025"/>
          <p14:tracePt t="16332" x="4192588" y="2366963"/>
          <p14:tracePt t="16349" x="4200525" y="2384425"/>
          <p14:tracePt t="16366" x="4217988" y="2393950"/>
          <p14:tracePt t="16382" x="4252913" y="2411413"/>
          <p14:tracePt t="16399" x="4279900" y="2419350"/>
          <p14:tracePt t="16415" x="4314825" y="2436813"/>
          <p14:tracePt t="16417" x="4340225" y="2436813"/>
          <p14:tracePt t="16432" x="4357688" y="2446338"/>
          <p14:tracePt t="16434" x="4375150" y="2454275"/>
          <p14:tracePt t="16449" x="4392613" y="2471738"/>
          <p14:tracePt t="16465" x="4427538" y="2489200"/>
          <p14:tracePt t="16482" x="4437063" y="2506663"/>
          <p14:tracePt t="16499" x="4454525" y="2506663"/>
          <p14:tracePt t="16516" x="4471988" y="2516188"/>
          <p14:tracePt t="16532" x="4489450" y="2516188"/>
          <p14:tracePt t="16549" x="4514850" y="2516188"/>
          <p14:tracePt t="16566" x="4602163" y="2516188"/>
          <p14:tracePt t="16582" x="4654550" y="2516188"/>
          <p14:tracePt t="16599" x="4689475" y="2516188"/>
          <p14:tracePt t="16616" x="4724400" y="2516188"/>
          <p14:tracePt t="16617" x="4741863" y="2516188"/>
          <p14:tracePt t="16632" x="4751388" y="2516188"/>
          <p14:tracePt t="16633" x="4759325" y="2516188"/>
          <p14:tracePt t="16649" x="4794250" y="2516188"/>
          <p14:tracePt t="16666" x="4821238" y="2516188"/>
          <p14:tracePt t="16682" x="4864100" y="2516188"/>
          <p14:tracePt t="16699" x="4926013" y="2516188"/>
          <p14:tracePt t="16715" x="4995863" y="2516188"/>
          <p14:tracePt t="16732" x="5065713" y="2524125"/>
          <p14:tracePt t="16749" x="5126038" y="2524125"/>
          <p14:tracePt t="16766" x="5265738" y="2551113"/>
          <p14:tracePt t="16782" x="5422900" y="2551113"/>
          <p14:tracePt t="16799" x="5484813" y="2551113"/>
          <p14:tracePt t="16816" x="5519738" y="2551113"/>
          <p14:tracePt t="16818" x="5537200" y="2541588"/>
          <p14:tracePt t="16832" x="5554663" y="2533650"/>
          <p14:tracePt t="16833" x="5562600" y="2524125"/>
          <p14:tracePt t="16850" x="5589588" y="2516188"/>
          <p14:tracePt t="16866" x="5597525" y="2516188"/>
          <p14:tracePt t="16882" x="5607050" y="2506663"/>
          <p14:tracePt t="16899" x="5607050" y="2498725"/>
          <p14:tracePt t="17098" x="5624513" y="2498725"/>
          <p14:tracePt t="17106" x="5632450" y="2498725"/>
          <p14:tracePt t="17116" x="5641975" y="2489200"/>
          <p14:tracePt t="17133" x="5649913" y="2481263"/>
          <p14:tracePt t="17149" x="5659438" y="2471738"/>
          <p14:tracePt t="17170" x="5667375" y="2471738"/>
          <p14:tracePt t="17210" x="5667375" y="2463800"/>
          <p14:tracePt t="17249" x="5667375" y="2454275"/>
          <p14:tracePt t="17266" x="5667375" y="2446338"/>
          <p14:tracePt t="17274" x="5667375" y="2436813"/>
          <p14:tracePt t="17282" x="5667375" y="2428875"/>
          <p14:tracePt t="17299" x="5667375" y="2411413"/>
          <p14:tracePt t="17316" x="5667375" y="2393950"/>
          <p14:tracePt t="17332" x="5667375" y="2384425"/>
          <p14:tracePt t="17349" x="5667375" y="2359025"/>
          <p14:tracePt t="17366" x="5649913" y="2341563"/>
          <p14:tracePt t="17382" x="5641975" y="2332038"/>
          <p14:tracePt t="17399" x="5632450" y="2306638"/>
          <p14:tracePt t="17415" x="5624513" y="2297113"/>
          <p14:tracePt t="17417" x="5614988" y="2289175"/>
          <p14:tracePt t="17433" x="5607050" y="2279650"/>
          <p14:tracePt t="17449" x="5597525" y="2271713"/>
          <p14:tracePt t="17466" x="5580063" y="2254250"/>
          <p14:tracePt t="17482" x="5562600" y="2254250"/>
          <p14:tracePt t="17499" x="5554663" y="2244725"/>
          <p14:tracePt t="17516" x="5545138" y="2244725"/>
          <p14:tracePt t="17533" x="5545138" y="2236788"/>
          <p14:tracePt t="17549" x="5527675" y="2236788"/>
          <p14:tracePt t="17566" x="5519738" y="2219325"/>
          <p14:tracePt t="17582" x="5510213" y="2209800"/>
          <p14:tracePt t="17599" x="5502275" y="2201863"/>
          <p14:tracePt t="17616" x="5484813" y="2192338"/>
          <p14:tracePt t="17617" x="5475288" y="2184400"/>
          <p14:tracePt t="17633" x="5449888" y="2174875"/>
          <p14:tracePt t="17649" x="5440363" y="2166938"/>
          <p14:tracePt t="17665" x="5432425" y="2157413"/>
          <p14:tracePt t="17682" x="5414963" y="2149475"/>
          <p14:tracePt t="17698" x="5397500" y="2132013"/>
          <p14:tracePt t="17715" x="5370513" y="2132013"/>
          <p14:tracePt t="17732" x="5335588" y="2122488"/>
          <p14:tracePt t="17749" x="5300663" y="2105025"/>
          <p14:tracePt t="17765" x="5257800" y="2105025"/>
          <p14:tracePt t="17782" x="5230813" y="2105025"/>
          <p14:tracePt t="17799" x="5205413" y="2097088"/>
          <p14:tracePt t="17815" x="5160963" y="2097088"/>
          <p14:tracePt t="17817" x="5135563" y="2097088"/>
          <p14:tracePt t="17832" x="5100638" y="2097088"/>
          <p14:tracePt t="17834" x="5073650" y="2097088"/>
          <p14:tracePt t="17849" x="5021263" y="2097088"/>
          <p14:tracePt t="17866" x="4943475" y="2097088"/>
          <p14:tracePt t="17882" x="4846638" y="2097088"/>
          <p14:tracePt t="17899" x="4759325" y="2097088"/>
          <p14:tracePt t="17916" x="4716463" y="2097088"/>
          <p14:tracePt t="17932" x="4672013" y="2105025"/>
          <p14:tracePt t="17949" x="4629150" y="2105025"/>
          <p14:tracePt t="17965" x="4584700" y="2114550"/>
          <p14:tracePt t="17982" x="4559300" y="2122488"/>
          <p14:tracePt t="17998" x="4524375" y="2122488"/>
          <p14:tracePt t="18015" x="4497388" y="2122488"/>
          <p14:tracePt t="18017" x="4479925" y="2132013"/>
          <p14:tracePt t="18032" x="4454525" y="2132013"/>
          <p14:tracePt t="18033" x="4445000" y="2132013"/>
          <p14:tracePt t="18049" x="4419600" y="2149475"/>
          <p14:tracePt t="18066" x="4410075" y="2157413"/>
          <p14:tracePt t="18082" x="4402138" y="2157413"/>
          <p14:tracePt t="18099" x="4402138" y="2166938"/>
          <p14:tracePt t="18116" x="4392613" y="2174875"/>
          <p14:tracePt t="18132" x="4375150" y="2174875"/>
          <p14:tracePt t="18149" x="4367213" y="2192338"/>
          <p14:tracePt t="18165" x="4349750" y="2201863"/>
          <p14:tracePt t="18182" x="4349750" y="2227263"/>
          <p14:tracePt t="18199" x="4349750" y="2236788"/>
          <p14:tracePt t="18215" x="4340225" y="2254250"/>
          <p14:tracePt t="18217" x="4340225" y="2262188"/>
          <p14:tracePt t="18232" x="4340225" y="2271713"/>
          <p14:tracePt t="18234" x="4340225" y="2279650"/>
          <p14:tracePt t="18249" x="4340225" y="2297113"/>
          <p14:tracePt t="18265" x="4349750" y="2324100"/>
          <p14:tracePt t="18282" x="4357688" y="2341563"/>
          <p14:tracePt t="18298" x="4367213" y="2376488"/>
          <p14:tracePt t="18315" x="4384675" y="2384425"/>
          <p14:tracePt t="18332" x="4410075" y="2401888"/>
          <p14:tracePt t="18349" x="4427538" y="2411413"/>
          <p14:tracePt t="18366" x="4471988" y="2428875"/>
          <p14:tracePt t="18382" x="4506913" y="2446338"/>
          <p14:tracePt t="18399" x="4549775" y="2454275"/>
          <p14:tracePt t="18416" x="4584700" y="2471738"/>
          <p14:tracePt t="18417" x="4611688" y="2481263"/>
          <p14:tracePt t="18432" x="4619625" y="2489200"/>
          <p14:tracePt t="18434" x="4629150" y="2489200"/>
          <p14:tracePt t="18538" x="4637088" y="2489200"/>
          <p14:tracePt t="18546" x="4646613" y="2489200"/>
          <p14:tracePt t="18554" x="4664075" y="2489200"/>
          <p14:tracePt t="18565" x="4699000" y="2498725"/>
          <p14:tracePt t="18582" x="4776788" y="2516188"/>
          <p14:tracePt t="18599" x="4838700" y="2533650"/>
          <p14:tracePt t="18615" x="4968875" y="2551113"/>
          <p14:tracePt t="18617" x="5013325" y="2568575"/>
          <p14:tracePt t="18632" x="5038725" y="2576513"/>
          <p14:tracePt t="18634" x="5048250" y="2586038"/>
          <p14:tracePt t="18649" x="5056188" y="2593975"/>
          <p14:tracePt t="18665" x="5083175" y="2593975"/>
          <p14:tracePt t="18689" x="5091113" y="2593975"/>
          <p14:tracePt t="18699" x="5100638" y="2593975"/>
          <p14:tracePt t="18715" x="5108575" y="2586038"/>
          <p14:tracePt t="18732" x="5126038" y="2586038"/>
          <p14:tracePt t="18749" x="5143500" y="2586038"/>
          <p14:tracePt t="18765" x="5153025" y="2576513"/>
          <p14:tracePt t="18782" x="5178425" y="2576513"/>
          <p14:tracePt t="18798" x="5187950" y="2568575"/>
          <p14:tracePt t="18815" x="5205413" y="2559050"/>
          <p14:tracePt t="18832" x="5230813" y="2541588"/>
          <p14:tracePt t="18833" x="5240338" y="2541588"/>
          <p14:tracePt t="18849" x="5248275" y="2541588"/>
          <p14:tracePt t="18865" x="5257800" y="2533650"/>
          <p14:tracePt t="18882" x="5257800" y="2524125"/>
          <p14:tracePt t="18899" x="5265738" y="2524125"/>
          <p14:tracePt t="18930" x="5265738" y="2516188"/>
          <p14:tracePt t="18938" x="5257800" y="2516188"/>
          <p14:tracePt t="18962" x="5248275" y="2516188"/>
          <p14:tracePt t="18970" x="5240338" y="2516188"/>
          <p14:tracePt t="19425" x="5240338" y="2533650"/>
          <p14:tracePt t="19433" x="5240338" y="2541588"/>
          <p14:tracePt t="19442" x="5230813" y="2541588"/>
          <p14:tracePt t="19449" x="5230813" y="2551113"/>
          <p14:tracePt t="19466" x="5222875" y="2568575"/>
          <p14:tracePt t="19482" x="5222875" y="2576513"/>
          <p14:tracePt t="19499" x="5222875" y="2586038"/>
          <p14:tracePt t="19618" x="5213350" y="2586038"/>
          <p14:tracePt t="19682" x="5205413" y="2586038"/>
          <p14:tracePt t="19690" x="5195888" y="2593975"/>
          <p14:tracePt t="20362" x="5205413" y="2593975"/>
          <p14:tracePt t="20364" x="0" y="0"/>
        </p14:tracePtLst>
        <p14:tracePtLst>
          <p14:tracePt t="25061" x="3729038" y="4027488"/>
          <p14:tracePt t="25218" x="3729038" y="4017963"/>
          <p14:tracePt t="25226" x="3721100" y="4017963"/>
          <p14:tracePt t="25234" x="3676650" y="4010025"/>
          <p14:tracePt t="25248" x="3616325" y="4010025"/>
          <p14:tracePt t="25249" x="3502025" y="4000500"/>
          <p14:tracePt t="25265" x="3389313" y="3983038"/>
          <p14:tracePt t="25281" x="3100388" y="3957638"/>
          <p14:tracePt t="25298" x="2794000" y="3930650"/>
          <p14:tracePt t="25314" x="2601913" y="3922713"/>
          <p14:tracePt t="25331" x="2559050" y="3922713"/>
          <p14:tracePt t="25347" x="2541588" y="3922713"/>
          <p14:tracePt t="25409" x="2532063" y="3922713"/>
          <p14:tracePt t="25418" x="2514600" y="3922713"/>
          <p14:tracePt t="25425" x="2506663" y="3930650"/>
          <p14:tracePt t="25433" x="2497138" y="3930650"/>
          <p14:tracePt t="25448" x="2489200" y="3930650"/>
          <p14:tracePt t="25449" x="2479675" y="3940175"/>
          <p14:tracePt t="25465" x="2462213" y="3948113"/>
          <p14:tracePt t="25481" x="2409825" y="3957638"/>
          <p14:tracePt t="25498" x="2374900" y="3957638"/>
          <p14:tracePt t="25514" x="2366963" y="3965575"/>
          <p14:tracePt t="25531" x="2339975" y="3983038"/>
          <p14:tracePt t="25548" x="2279650" y="4027488"/>
          <p14:tracePt t="25564" x="2227263" y="4052888"/>
          <p14:tracePt t="25581" x="2192338" y="4070350"/>
          <p14:tracePt t="25598" x="2174875" y="4087813"/>
          <p14:tracePt t="25614" x="2147888" y="4097338"/>
          <p14:tracePt t="25631" x="2139950" y="4105275"/>
          <p14:tracePt t="25633" x="2130425" y="4114800"/>
          <p14:tracePt t="25649" x="2122488" y="4114800"/>
          <p14:tracePt t="25665" x="2112963" y="4124325"/>
          <p14:tracePt t="25681" x="2105025" y="4132263"/>
          <p14:tracePt t="25698" x="2087563" y="4141788"/>
          <p14:tracePt t="25714" x="2078038" y="4141788"/>
          <p14:tracePt t="25731" x="2052638" y="4159250"/>
          <p14:tracePt t="25754" x="2043113" y="4167188"/>
          <p14:tracePt t="25765" x="2025650" y="4176713"/>
          <p14:tracePt t="25781" x="2017713" y="4184650"/>
          <p14:tracePt t="25798" x="2008188" y="4202113"/>
          <p14:tracePt t="25814" x="2000250" y="4211638"/>
          <p14:tracePt t="25831" x="1973263" y="4237038"/>
          <p14:tracePt t="25833" x="1973263" y="4246563"/>
          <p14:tracePt t="25847" x="1973263" y="4264025"/>
          <p14:tracePt t="25849" x="1973263" y="4271963"/>
          <p14:tracePt t="25864" x="1973263" y="4289425"/>
          <p14:tracePt t="25866" x="1965325" y="4306888"/>
          <p14:tracePt t="25881" x="1965325" y="4333875"/>
          <p14:tracePt t="25897" x="1965325" y="4351338"/>
          <p14:tracePt t="25914" x="1973263" y="4376738"/>
          <p14:tracePt t="25931" x="1990725" y="4403725"/>
          <p14:tracePt t="25947" x="2017713" y="4429125"/>
          <p14:tracePt t="25964" x="2043113" y="4446588"/>
          <p14:tracePt t="25981" x="2052638" y="4481513"/>
          <p14:tracePt t="25998" x="2078038" y="4498975"/>
          <p14:tracePt t="26014" x="2105025" y="4525963"/>
          <p14:tracePt t="26031" x="2122488" y="4543425"/>
          <p14:tracePt t="26033" x="2130425" y="4551363"/>
          <p14:tracePt t="26047" x="2139950" y="4551363"/>
          <p14:tracePt t="26049" x="2147888" y="4560888"/>
          <p14:tracePt t="26064" x="2147888" y="4568825"/>
          <p14:tracePt t="26065" x="2157413" y="4568825"/>
          <p14:tracePt t="26081" x="2182813" y="4595813"/>
          <p14:tracePt t="26097" x="2209800" y="4613275"/>
          <p14:tracePt t="26114" x="2244725" y="4638675"/>
          <p14:tracePt t="26131" x="2332038" y="4665663"/>
          <p14:tracePt t="26148" x="2409825" y="4691063"/>
          <p14:tracePt t="26164" x="2497138" y="4718050"/>
          <p14:tracePt t="26181" x="2549525" y="4718050"/>
          <p14:tracePt t="26197" x="2601913" y="4735513"/>
          <p14:tracePt t="26214" x="2716213" y="4743450"/>
          <p14:tracePt t="26231" x="2803525" y="4743450"/>
          <p14:tracePt t="26233" x="2828925" y="4752975"/>
          <p14:tracePt t="26247" x="2881313" y="4752975"/>
          <p14:tracePt t="26249" x="3003550" y="4770438"/>
          <p14:tracePt t="26265" x="3152775" y="4778375"/>
          <p14:tracePt t="26281" x="3205163" y="4778375"/>
          <p14:tracePt t="26297" x="3336925" y="4787900"/>
          <p14:tracePt t="26314" x="3406775" y="4795838"/>
          <p14:tracePt t="26331" x="3484563" y="4805363"/>
          <p14:tracePt t="26347" x="3616325" y="4805363"/>
          <p14:tracePt t="26364" x="3721100" y="4813300"/>
          <p14:tracePt t="26381" x="3843338" y="4813300"/>
          <p14:tracePt t="26397" x="3973513" y="4813300"/>
          <p14:tracePt t="26414" x="4122738" y="4840288"/>
          <p14:tracePt t="26431" x="4287838" y="4840288"/>
          <p14:tracePt t="26433" x="4384675" y="4840288"/>
          <p14:tracePt t="26447" x="4541838" y="4840288"/>
          <p14:tracePt t="26464" x="4733925" y="4840288"/>
          <p14:tracePt t="26465" x="4846638" y="4840288"/>
          <p14:tracePt t="26481" x="4995863" y="4840288"/>
          <p14:tracePt t="26497" x="5160963" y="4848225"/>
          <p14:tracePt t="26514" x="5335588" y="4848225"/>
          <p14:tracePt t="26531" x="5414963" y="4848225"/>
          <p14:tracePt t="26548" x="5475288" y="4857750"/>
          <p14:tracePt t="26564" x="5597525" y="4857750"/>
          <p14:tracePt t="26581" x="5702300" y="4857750"/>
          <p14:tracePt t="26597" x="5781675" y="4857750"/>
          <p14:tracePt t="26614" x="5824538" y="4857750"/>
          <p14:tracePt t="26631" x="5886450" y="4848225"/>
          <p14:tracePt t="26648" x="5946775" y="4840288"/>
          <p14:tracePt t="26649" x="5956300" y="4830763"/>
          <p14:tracePt t="26664" x="5991225" y="4813300"/>
          <p14:tracePt t="26666" x="6008688" y="4805363"/>
          <p14:tracePt t="26681" x="6026150" y="4795838"/>
          <p14:tracePt t="26697" x="6051550" y="4770438"/>
          <p14:tracePt t="26714" x="6069013" y="4760913"/>
          <p14:tracePt t="26731" x="6086475" y="4735513"/>
          <p14:tracePt t="26747" x="6105525" y="4708525"/>
          <p14:tracePt t="26764" x="6130925" y="4673600"/>
          <p14:tracePt t="26781" x="6148388" y="4586288"/>
          <p14:tracePt t="26798" x="6157913" y="4560888"/>
          <p14:tracePt t="26814" x="6165850" y="4533900"/>
          <p14:tracePt t="26831" x="6175375" y="4498975"/>
          <p14:tracePt t="26848" x="6175375" y="4481513"/>
          <p14:tracePt t="26849" x="6183313" y="4473575"/>
          <p14:tracePt t="26864" x="6183313" y="4464050"/>
          <p14:tracePt t="26866" x="6183313" y="4446588"/>
          <p14:tracePt t="26881" x="6175375" y="4438650"/>
          <p14:tracePt t="26897" x="6175375" y="4403725"/>
          <p14:tracePt t="26914" x="6165850" y="4376738"/>
          <p14:tracePt t="26931" x="6157913" y="4359275"/>
          <p14:tracePt t="26948" x="6157913" y="4341813"/>
          <p14:tracePt t="26964" x="6148388" y="4341813"/>
          <p14:tracePt t="26981" x="6148388" y="4333875"/>
          <p14:tracePt t="26997" x="6140450" y="4324350"/>
          <p14:tracePt t="27014" x="6122988" y="4316413"/>
          <p14:tracePt t="27031" x="6105525" y="4298950"/>
          <p14:tracePt t="27048" x="6086475" y="4271963"/>
          <p14:tracePt t="27049" x="6078538" y="4264025"/>
          <p14:tracePt t="27064" x="6069013" y="4254500"/>
          <p14:tracePt t="27066" x="6061075" y="4237038"/>
          <p14:tracePt t="27081" x="6034088" y="4219575"/>
          <p14:tracePt t="27098" x="5999163" y="4194175"/>
          <p14:tracePt t="27114" x="5964238" y="4167188"/>
          <p14:tracePt t="27130" x="5921375" y="4132263"/>
          <p14:tracePt t="27147" x="5876925" y="4097338"/>
          <p14:tracePt t="27164" x="5851525" y="4079875"/>
          <p14:tracePt t="27180" x="5789613" y="4070350"/>
          <p14:tracePt t="27197" x="5729288" y="4044950"/>
          <p14:tracePt t="27214" x="5659438" y="4027488"/>
          <p14:tracePt t="27231" x="5580063" y="4010025"/>
          <p14:tracePt t="27247" x="5405438" y="4010025"/>
          <p14:tracePt t="27249" x="5275263" y="4010025"/>
          <p14:tracePt t="27264" x="5213350" y="4000500"/>
          <p14:tracePt t="27266" x="5100638" y="4000500"/>
          <p14:tracePt t="27281" x="5021263" y="4000500"/>
          <p14:tracePt t="27297" x="4968875" y="4000500"/>
          <p14:tracePt t="27314" x="4933950" y="4000500"/>
          <p14:tracePt t="27331" x="4926013" y="4010025"/>
          <p14:tracePt t="27347" x="4908550" y="4010025"/>
          <p14:tracePt t="27364" x="4881563" y="4027488"/>
          <p14:tracePt t="27381" x="4811713" y="4035425"/>
          <p14:tracePt t="27397" x="4751388" y="4052888"/>
          <p14:tracePt t="27414" x="4584700" y="4052888"/>
          <p14:tracePt t="27430" x="4427538" y="4070350"/>
          <p14:tracePt t="27447" x="4270375" y="4097338"/>
          <p14:tracePt t="27449" x="4244975" y="4097338"/>
          <p14:tracePt t="27464" x="4227513" y="4105275"/>
          <p14:tracePt t="27466" x="4210050" y="4105275"/>
          <p14:tracePt t="27481" x="4210050" y="4124325"/>
          <p14:tracePt t="27498" x="4200525" y="4124325"/>
          <p14:tracePt t="27514" x="4200525" y="4132263"/>
          <p14:tracePt t="27530" x="4192588" y="4141788"/>
          <p14:tracePt t="27547" x="4192588" y="4149725"/>
          <p14:tracePt t="27564" x="4192588" y="4167188"/>
          <p14:tracePt t="27581" x="4192588" y="4184650"/>
          <p14:tracePt t="27597" x="4192588" y="4202113"/>
          <p14:tracePt t="27614" x="4192588" y="4219575"/>
          <p14:tracePt t="27631" x="4200525" y="4237038"/>
          <p14:tracePt t="27647" x="4200525" y="4254500"/>
          <p14:tracePt t="27649" x="4210050" y="4264025"/>
          <p14:tracePt t="27664" x="4210050" y="4271963"/>
          <p14:tracePt t="27690" x="4210050" y="4281488"/>
          <p14:tracePt t="27714" x="4210050" y="4289425"/>
          <p14:tracePt t="27738" x="4210050" y="4298950"/>
          <p14:tracePt t="27754" x="4210050" y="4306888"/>
          <p14:tracePt t="27931" x="4200525" y="4316413"/>
          <p14:tracePt t="27954" x="4192588" y="4316413"/>
          <p14:tracePt t="27962" x="4192588" y="4324350"/>
          <p14:tracePt t="27970" x="4175125" y="4341813"/>
          <p14:tracePt t="27981" x="4165600" y="4351338"/>
          <p14:tracePt t="27998" x="4165600" y="4368800"/>
          <p14:tracePt t="28014" x="4148138" y="4394200"/>
          <p14:tracePt t="28030" x="4140200" y="4403725"/>
          <p14:tracePt t="28047" x="4140200" y="4421188"/>
          <p14:tracePt t="28064" x="4130675" y="4421188"/>
          <p14:tracePt t="28066" x="4130675" y="4429125"/>
          <p14:tracePt t="28089" x="4130675" y="4438650"/>
          <p14:tracePt t="28113" x="4130675" y="4446588"/>
          <p14:tracePt t="28121" x="4130675" y="4456113"/>
          <p14:tracePt t="28130" x="4130675" y="4464050"/>
          <p14:tracePt t="28147" x="4130675" y="4473575"/>
          <p14:tracePt t="28164" x="4130675" y="4491038"/>
          <p14:tracePt t="28181" x="4130675" y="4508500"/>
          <p14:tracePt t="28198" x="4130675" y="4516438"/>
          <p14:tracePt t="28214" x="4130675" y="4533900"/>
          <p14:tracePt t="28231" x="4130675" y="4551363"/>
          <p14:tracePt t="28249" x="4130675" y="4560888"/>
          <p14:tracePt t="28264" x="4140200" y="4560888"/>
          <p14:tracePt t="28265" x="4148138" y="4568825"/>
          <p14:tracePt t="28281" x="4157663" y="4578350"/>
          <p14:tracePt t="28298" x="4175125" y="4595813"/>
          <p14:tracePt t="28314" x="4227513" y="4613275"/>
          <p14:tracePt t="28330" x="4287838" y="4630738"/>
          <p14:tracePt t="28347" x="4349750" y="4638675"/>
          <p14:tracePt t="28364" x="4437063" y="4648200"/>
          <p14:tracePt t="28381" x="4471988" y="4648200"/>
          <p14:tracePt t="28397" x="4524375" y="4648200"/>
          <p14:tracePt t="28414" x="4567238" y="4648200"/>
          <p14:tracePt t="28430" x="4602163" y="4648200"/>
          <p14:tracePt t="28447" x="4654550" y="4648200"/>
          <p14:tracePt t="28464" x="4716463" y="4648200"/>
          <p14:tracePt t="28465" x="4724400" y="4648200"/>
          <p14:tracePt t="28481" x="4899025" y="4648200"/>
          <p14:tracePt t="28497" x="4978400" y="4648200"/>
          <p14:tracePt t="28514" x="5013325" y="4648200"/>
          <p14:tracePt t="28530" x="5065713" y="4656138"/>
          <p14:tracePt t="28547" x="5083175" y="4656138"/>
          <p14:tracePt t="28564" x="5100638" y="4656138"/>
          <p14:tracePt t="28581" x="5118100" y="4656138"/>
          <p14:tracePt t="28597" x="5143500" y="4656138"/>
          <p14:tracePt t="28614" x="5170488" y="4656138"/>
          <p14:tracePt t="28631" x="5195888" y="4665663"/>
          <p14:tracePt t="28647" x="5240338" y="4683125"/>
          <p14:tracePt t="28664" x="5362575" y="4700588"/>
          <p14:tracePt t="28665" x="5457825" y="4700588"/>
          <p14:tracePt t="28681" x="5667375" y="4735513"/>
          <p14:tracePt t="28697" x="5886450" y="4743450"/>
          <p14:tracePt t="28714" x="6034088" y="4743450"/>
          <p14:tracePt t="28731" x="6096000" y="4743450"/>
          <p14:tracePt t="28747" x="6130925" y="4735513"/>
          <p14:tracePt t="28764" x="6157913" y="4725988"/>
          <p14:tracePt t="28781" x="6165850" y="4718050"/>
          <p14:tracePt t="28797" x="6183313" y="4708525"/>
          <p14:tracePt t="28814" x="6218238" y="4683125"/>
          <p14:tracePt t="28831" x="6235700" y="4673600"/>
          <p14:tracePt t="28847" x="6245225" y="4656138"/>
          <p14:tracePt t="28864" x="6270625" y="4638675"/>
          <p14:tracePt t="28865" x="6270625" y="4630738"/>
          <p14:tracePt t="28881" x="6280150" y="4586288"/>
          <p14:tracePt t="28898" x="6280150" y="4533900"/>
          <p14:tracePt t="28914" x="6270625" y="4491038"/>
          <p14:tracePt t="28930" x="6253163" y="4456113"/>
          <p14:tracePt t="28947" x="6235700" y="4394200"/>
          <p14:tracePt t="28964" x="6210300" y="4359275"/>
          <p14:tracePt t="28981" x="6210300" y="4341813"/>
          <p14:tracePt t="28998" x="6175375" y="4324350"/>
          <p14:tracePt t="29014" x="6157913" y="4306888"/>
          <p14:tracePt t="29031" x="6148388" y="4289425"/>
          <p14:tracePt t="29047" x="6122988" y="4271963"/>
          <p14:tracePt t="29064" x="6113463" y="4254500"/>
          <p14:tracePt t="29065" x="6105525" y="4254500"/>
          <p14:tracePt t="29081" x="6086475" y="4237038"/>
          <p14:tracePt t="29098" x="6051550" y="4219575"/>
          <p14:tracePt t="29114" x="5999163" y="4202113"/>
          <p14:tracePt t="29130" x="5964238" y="4194175"/>
          <p14:tracePt t="29147" x="5946775" y="4184650"/>
          <p14:tracePt t="29163" x="5921375" y="4184650"/>
          <p14:tracePt t="29180" x="5868988" y="4176713"/>
          <p14:tracePt t="29197" x="5824538" y="4176713"/>
          <p14:tracePt t="29213" x="5781675" y="4176713"/>
          <p14:tracePt t="29230" x="5746750" y="4176713"/>
          <p14:tracePt t="29247" x="5711825" y="4176713"/>
          <p14:tracePt t="29249" x="5694363" y="4176713"/>
          <p14:tracePt t="29264" x="5649913" y="4176713"/>
          <p14:tracePt t="29265" x="5589588" y="4176713"/>
          <p14:tracePt t="29281" x="5432425" y="4176713"/>
          <p14:tracePt t="29284" x="0" y="0"/>
        </p14:tracePtLst>
        <p14:tracePtLst>
          <p14:tracePt t="29909" x="3127375" y="4000500"/>
          <p14:tracePt t="29954" x="3117850" y="4000500"/>
          <p14:tracePt t="29962" x="3109913" y="4000500"/>
          <p14:tracePt t="29970" x="3100388" y="4000500"/>
          <p14:tracePt t="29980" x="3092450" y="4000500"/>
          <p14:tracePt t="29997" x="3082925" y="4000500"/>
          <p14:tracePt t="30014" x="3065463" y="4000500"/>
          <p14:tracePt t="30030" x="3057525" y="4000500"/>
          <p14:tracePt t="30066" x="3057525" y="4010025"/>
          <p14:tracePt t="30081" x="3048000" y="4017963"/>
          <p14:tracePt t="30098" x="3030538" y="4027488"/>
          <p14:tracePt t="30106" x="3021013" y="4027488"/>
          <p14:tracePt t="30114" x="3013075" y="4027488"/>
          <p14:tracePt t="30130" x="2978150" y="4044950"/>
          <p14:tracePt t="30147" x="2960688" y="4052888"/>
          <p14:tracePt t="30164" x="2933700" y="4062413"/>
          <p14:tracePt t="30194" x="2925763" y="4070350"/>
          <p14:tracePt t="30210" x="2916238" y="4079875"/>
          <p14:tracePt t="30242" x="2908300" y="4079875"/>
          <p14:tracePt t="30250" x="2898775" y="4087813"/>
          <p14:tracePt t="30257" x="2890838" y="4097338"/>
          <p14:tracePt t="30273" x="2881313" y="4097338"/>
          <p14:tracePt t="30281" x="2873375" y="4105275"/>
          <p14:tracePt t="30298" x="2873375" y="4114800"/>
          <p14:tracePt t="30314" x="2846388" y="4124325"/>
          <p14:tracePt t="30330" x="2838450" y="4132263"/>
          <p14:tracePt t="30347" x="2820988" y="4149725"/>
          <p14:tracePt t="30364" x="2811463" y="4159250"/>
          <p14:tracePt t="30380" x="2786063" y="4184650"/>
          <p14:tracePt t="30397" x="2759075" y="4211638"/>
          <p14:tracePt t="30414" x="2751138" y="4229100"/>
          <p14:tracePt t="30430" x="2733675" y="4246563"/>
          <p14:tracePt t="30447" x="2733675" y="4271963"/>
          <p14:tracePt t="30448" x="2733675" y="4289425"/>
          <p14:tracePt t="30464" x="2733675" y="4298950"/>
          <p14:tracePt t="30465" x="2733675" y="4306888"/>
          <p14:tracePt t="30480" x="2733675" y="4324350"/>
          <p14:tracePt t="30482" x="2733675" y="4333875"/>
          <p14:tracePt t="30497" x="2741613" y="4359275"/>
          <p14:tracePt t="30514" x="2751138" y="4386263"/>
          <p14:tracePt t="30530" x="2776538" y="4411663"/>
          <p14:tracePt t="30547" x="2794000" y="4429125"/>
          <p14:tracePt t="30564" x="2820988" y="4446588"/>
          <p14:tracePt t="30580" x="2846388" y="4464050"/>
          <p14:tracePt t="30597" x="2881313" y="4473575"/>
          <p14:tracePt t="30614" x="2890838" y="4473575"/>
          <p14:tracePt t="30630" x="2898775" y="4473575"/>
          <p14:tracePt t="30770" x="0" y="0"/>
        </p14:tracePtLst>
        <p14:tracePtLst>
          <p14:tracePt t="33053" x="3825875" y="4351338"/>
          <p14:tracePt t="33154" x="3833813" y="4351338"/>
          <p14:tracePt t="33170" x="3833813" y="4341813"/>
          <p14:tracePt t="33178" x="3833813" y="4324350"/>
          <p14:tracePt t="33186" x="3833813" y="4306888"/>
          <p14:tracePt t="33196" x="3833813" y="4289425"/>
          <p14:tracePt t="33213" x="3825875" y="4176713"/>
          <p14:tracePt t="33230" x="3816350" y="4114800"/>
          <p14:tracePt t="33247" x="3808413" y="4087813"/>
          <p14:tracePt t="33263" x="3808413" y="4062413"/>
          <p14:tracePt t="33280" x="3798888" y="4044950"/>
          <p14:tracePt t="33297" x="3781425" y="4035425"/>
          <p14:tracePt t="33313" x="3763963" y="4000500"/>
          <p14:tracePt t="33330" x="3738563" y="3983038"/>
          <p14:tracePt t="33346" x="3721100" y="3965575"/>
          <p14:tracePt t="33363" x="3694113" y="3948113"/>
          <p14:tracePt t="33380" x="3676650" y="3940175"/>
          <p14:tracePt t="33397" x="3659188" y="3930650"/>
          <p14:tracePt t="33413" x="3641725" y="3930650"/>
          <p14:tracePt t="33430" x="3606800" y="3913188"/>
          <p14:tracePt t="33447" x="3529013" y="3905250"/>
          <p14:tracePt t="33463" x="3424238" y="3887788"/>
          <p14:tracePt t="33480" x="3371850" y="3887788"/>
          <p14:tracePt t="33481" x="3309938" y="3887788"/>
          <p14:tracePt t="33497" x="3257550" y="3887788"/>
          <p14:tracePt t="33513" x="3232150" y="3887788"/>
          <p14:tracePt t="33530" x="3222625" y="3887788"/>
          <p14:tracePt t="33546" x="3214688" y="3895725"/>
          <p14:tracePt t="33563" x="3205163" y="3895725"/>
          <p14:tracePt t="33580" x="3197225" y="3905250"/>
          <p14:tracePt t="33596" x="3179763" y="3905250"/>
          <p14:tracePt t="33613" x="3144838" y="3922713"/>
          <p14:tracePt t="33630" x="3092450" y="3940175"/>
          <p14:tracePt t="33646" x="3003550" y="3940175"/>
          <p14:tracePt t="33663" x="2933700" y="3940175"/>
          <p14:tracePt t="33665" x="2898775" y="3948113"/>
          <p14:tracePt t="33680" x="2890838" y="3948113"/>
          <p14:tracePt t="33681" x="2873375" y="3948113"/>
          <p14:tracePt t="33697" x="2855913" y="3957638"/>
          <p14:tracePt t="33698" x="2846388" y="3965575"/>
          <p14:tracePt t="33713" x="2828925" y="3965575"/>
          <p14:tracePt t="33730" x="2820988" y="3975100"/>
          <p14:tracePt t="33746" x="2803525" y="3983038"/>
          <p14:tracePt t="33763" x="2786063" y="3983038"/>
          <p14:tracePt t="33780" x="2759075" y="3983038"/>
          <p14:tracePt t="33796" x="2733675" y="4000500"/>
          <p14:tracePt t="33813" x="2716213" y="4010025"/>
          <p14:tracePt t="33858" x="2706688" y="4010025"/>
          <p14:tracePt t="33866" x="2706688" y="4017963"/>
          <p14:tracePt t="33890" x="2689225" y="4017963"/>
          <p14:tracePt t="33897" x="2681288" y="4035425"/>
          <p14:tracePt t="33905" x="2671763" y="4044950"/>
          <p14:tracePt t="33914" x="2663825" y="4052888"/>
          <p14:tracePt t="33930" x="2628900" y="4087813"/>
          <p14:tracePt t="33946" x="2611438" y="4105275"/>
          <p14:tracePt t="33963" x="2584450" y="4159250"/>
          <p14:tracePt t="33980" x="2566988" y="4202113"/>
          <p14:tracePt t="33996" x="2559050" y="4237038"/>
          <p14:tracePt t="34013" x="2559050" y="4264025"/>
          <p14:tracePt t="34030" x="2559050" y="4289425"/>
          <p14:tracePt t="34046" x="2559050" y="4324350"/>
          <p14:tracePt t="34063" x="2559050" y="4341813"/>
          <p14:tracePt t="34066" x="2559050" y="4351338"/>
          <p14:tracePt t="34080" x="2559050" y="4359275"/>
          <p14:tracePt t="34081" x="2566988" y="4376738"/>
          <p14:tracePt t="34096" x="2584450" y="4394200"/>
          <p14:tracePt t="34097" x="2593975" y="4403725"/>
          <p14:tracePt t="34113" x="2611438" y="4411663"/>
          <p14:tracePt t="34129" x="2636838" y="4429125"/>
          <p14:tracePt t="34146" x="2663825" y="4438650"/>
          <p14:tracePt t="34163" x="2698750" y="4446588"/>
          <p14:tracePt t="34180" x="2724150" y="4473575"/>
          <p14:tracePt t="34196" x="2741613" y="4473575"/>
          <p14:tracePt t="34213" x="2741613" y="4481513"/>
          <p14:tracePt t="34230" x="2751138" y="4491038"/>
          <p14:tracePt t="34246" x="2759075" y="4491038"/>
          <p14:tracePt t="34263" x="2786063" y="4498975"/>
          <p14:tracePt t="34280" x="2811463" y="4508500"/>
          <p14:tracePt t="34282" x="2828925" y="4516438"/>
          <p14:tracePt t="34296" x="2838450" y="4525963"/>
          <p14:tracePt t="34298" x="2863850" y="4525963"/>
          <p14:tracePt t="34313" x="2881313" y="4533900"/>
          <p14:tracePt t="34330" x="2890838" y="4533900"/>
          <p14:tracePt t="34346" x="2898775" y="4533900"/>
          <p14:tracePt t="34434" x="0" y="0"/>
        </p14:tracePtLst>
        <p14:tracePtLst>
          <p14:tracePt t="37868" x="2828925" y="4429125"/>
          <p14:tracePt t="37874" x="2846388" y="4429125"/>
          <p14:tracePt t="37881" x="2846388" y="4421188"/>
          <p14:tracePt t="37898" x="2855913" y="4421188"/>
          <p14:tracePt t="37913" x="2863850" y="4421188"/>
          <p14:tracePt t="37929" x="2881313" y="4421188"/>
          <p14:tracePt t="37946" x="2890838" y="4421188"/>
          <p14:tracePt t="37962" x="2925763" y="4421188"/>
          <p14:tracePt t="37979" x="2978150" y="4429125"/>
          <p14:tracePt t="37996" x="3109913" y="4446588"/>
          <p14:tracePt t="38012" x="3257550" y="4464050"/>
          <p14:tracePt t="38029" x="3309938" y="4464050"/>
          <p14:tracePt t="38046" x="3344863" y="4464050"/>
          <p14:tracePt t="38062" x="3354388" y="4464050"/>
          <p14:tracePt t="38186" x="3362325" y="4464050"/>
          <p14:tracePt t="38194" x="3371850" y="4464050"/>
          <p14:tracePt t="38202" x="3379788" y="4464050"/>
          <p14:tracePt t="38212" x="3414713" y="4473575"/>
          <p14:tracePt t="38229" x="3449638" y="4481513"/>
          <p14:tracePt t="38246" x="3529013" y="4491038"/>
          <p14:tracePt t="38262" x="3624263" y="4498975"/>
          <p14:tracePt t="38279" x="3686175" y="4508500"/>
          <p14:tracePt t="38281" x="3694113" y="4508500"/>
          <p14:tracePt t="38296" x="3703638" y="4508500"/>
          <p14:tracePt t="39234" x="3703638" y="4498975"/>
          <p14:tracePt t="39242" x="3703638" y="4491038"/>
          <p14:tracePt t="39250" x="3703638" y="4481513"/>
          <p14:tracePt t="39262" x="3703638" y="4473575"/>
          <p14:tracePt t="39279" x="3703638" y="4464050"/>
          <p14:tracePt t="39296" x="3711575" y="4446588"/>
          <p14:tracePt t="39314" x="3711575" y="4438650"/>
          <p14:tracePt t="39850" x="3703638" y="4438650"/>
          <p14:tracePt t="39858" x="3694113" y="4446588"/>
          <p14:tracePt t="39866" x="3676650" y="4456113"/>
          <p14:tracePt t="39879" x="3676650" y="4464050"/>
          <p14:tracePt t="39896" x="3651250" y="4464050"/>
          <p14:tracePt t="39897" x="3651250" y="4473575"/>
          <p14:tracePt t="39912" x="3641725" y="4473575"/>
          <p14:tracePt t="40146" x="3651250" y="4481513"/>
          <p14:tracePt t="40153" x="3659188" y="4481513"/>
          <p14:tracePt t="40314" x="3668713" y="4481513"/>
          <p14:tracePt t="40370" x="3668713" y="4473575"/>
          <p14:tracePt t="40402" x="3668713" y="4456113"/>
          <p14:tracePt t="40410" x="3668713" y="4446588"/>
          <p14:tracePt t="40418" x="3668713" y="4429125"/>
          <p14:tracePt t="40428" x="3668713" y="4421188"/>
          <p14:tracePt t="40445" x="3668713" y="4368800"/>
          <p14:tracePt t="40462" x="3668713" y="4341813"/>
          <p14:tracePt t="40479" x="3668713" y="4333875"/>
          <p14:tracePt t="40495" x="3668713" y="4316413"/>
          <p14:tracePt t="40625" x="3668713" y="4324350"/>
          <p14:tracePt t="40666" x="3659188" y="4324350"/>
          <p14:tracePt t="40689" x="3659188" y="4333875"/>
          <p14:tracePt t="41290" x="0" y="0"/>
        </p14:tracePtLst>
        <p14:tracePtLst>
          <p14:tracePt t="45293" x="3519488" y="4202113"/>
          <p14:tracePt t="45362" x="3511550" y="4184650"/>
          <p14:tracePt t="45369" x="3484563" y="4176713"/>
          <p14:tracePt t="45378" x="3476625" y="4167188"/>
          <p14:tracePt t="45395" x="3459163" y="4141788"/>
          <p14:tracePt t="45411" x="3441700" y="4132263"/>
          <p14:tracePt t="45428" x="3432175" y="4114800"/>
          <p14:tracePt t="45444" x="3414713" y="4105275"/>
          <p14:tracePt t="45461" x="3406775" y="4097338"/>
          <p14:tracePt t="45514" x="3397250" y="4097338"/>
          <p14:tracePt t="45522" x="3319463" y="4097338"/>
          <p14:tracePt t="45530" x="3309938" y="4097338"/>
          <p14:tracePt t="45545" x="3292475" y="4097338"/>
          <p14:tracePt t="45561" x="3284538" y="4097338"/>
          <p14:tracePt t="45601" x="3275013" y="4097338"/>
          <p14:tracePt t="45626" x="3275013" y="4105275"/>
          <p14:tracePt t="45633" x="3267075" y="4105275"/>
          <p14:tracePt t="45645" x="3267075" y="4114800"/>
          <p14:tracePt t="45661" x="3249613" y="4114800"/>
          <p14:tracePt t="45678" x="3240088" y="4132263"/>
          <p14:tracePt t="45695" x="3214688" y="4149725"/>
          <p14:tracePt t="45711" x="3205163" y="4159250"/>
          <p14:tracePt t="45713" x="3197225" y="4159250"/>
          <p14:tracePt t="45728" x="3197225" y="4167188"/>
          <p14:tracePt t="45730" x="3187700" y="4167188"/>
          <p14:tracePt t="45745" x="3179763" y="4176713"/>
          <p14:tracePt t="45762" x="3170238" y="4184650"/>
          <p14:tracePt t="45778" x="3170238" y="4202113"/>
          <p14:tracePt t="45795" x="3170238" y="4211638"/>
          <p14:tracePt t="45811" x="3162300" y="4229100"/>
          <p14:tracePt t="45828" x="3152775" y="4237038"/>
          <p14:tracePt t="45845" x="3152775" y="4254500"/>
          <p14:tracePt t="45861" x="3144838" y="4271963"/>
          <p14:tracePt t="45878" x="3135313" y="4281488"/>
          <p14:tracePt t="45894" x="3135313" y="4298950"/>
          <p14:tracePt t="45911" x="3127375" y="4316413"/>
          <p14:tracePt t="45928" x="3127375" y="4333875"/>
          <p14:tracePt t="45930" x="3127375" y="4341813"/>
          <p14:tracePt t="45945" x="3127375" y="4359275"/>
          <p14:tracePt t="45961" x="3144838" y="4376738"/>
          <p14:tracePt t="45978" x="3152775" y="4394200"/>
          <p14:tracePt t="45994" x="3170238" y="4411663"/>
          <p14:tracePt t="46011" x="3187700" y="4429125"/>
          <p14:tracePt t="46028" x="3197225" y="4438650"/>
          <p14:tracePt t="46045" x="3214688" y="4446588"/>
          <p14:tracePt t="46061" x="3232150" y="4464050"/>
          <p14:tracePt t="46078" x="3240088" y="4473575"/>
          <p14:tracePt t="46098" x="3249613" y="4473575"/>
          <p14:tracePt t="46111" x="3257550" y="4481513"/>
          <p14:tracePt t="46128" x="3267075" y="4481513"/>
          <p14:tracePt t="46129" x="3284538" y="4481513"/>
          <p14:tracePt t="46145" x="3302000" y="4491038"/>
          <p14:tracePt t="46161" x="3327400" y="4491038"/>
          <p14:tracePt t="46178" x="3344863" y="4498975"/>
          <p14:tracePt t="46195" x="3362325" y="4498975"/>
          <p14:tracePt t="46211" x="3371850" y="4498975"/>
          <p14:tracePt t="46266" x="3379788" y="4498975"/>
          <p14:tracePt t="46282" x="3389313" y="4498975"/>
          <p14:tracePt t="46290" x="3389313" y="4491038"/>
          <p14:tracePt t="46298" x="3397250" y="4481513"/>
          <p14:tracePt t="46311" x="3414713" y="4481513"/>
          <p14:tracePt t="46313" x="3414713" y="4473575"/>
          <p14:tracePt t="46328" x="3424238" y="4464050"/>
          <p14:tracePt t="46329" x="3441700" y="4456113"/>
          <p14:tracePt t="46346" x="3459163" y="4456113"/>
          <p14:tracePt t="46362" x="3476625" y="4429125"/>
          <p14:tracePt t="46378" x="3476625" y="4421188"/>
          <p14:tracePt t="46394" x="3494088" y="4394200"/>
          <p14:tracePt t="46411" x="3502025" y="4376738"/>
          <p14:tracePt t="46428" x="3511550" y="4359275"/>
          <p14:tracePt t="46445" x="3529013" y="4341813"/>
          <p14:tracePt t="46461" x="3529013" y="4333875"/>
          <p14:tracePt t="46478" x="3536950" y="4324350"/>
          <p14:tracePt t="46494" x="3546475" y="4316413"/>
          <p14:tracePt t="46511" x="3546475" y="4306888"/>
          <p14:tracePt t="46528" x="3546475" y="4298950"/>
          <p14:tracePt t="46529" x="3554413" y="4298950"/>
          <p14:tracePt t="46545" x="3554413" y="4281488"/>
          <p14:tracePt t="46562" x="3554413" y="4264025"/>
          <p14:tracePt t="46578" x="3554413" y="4254500"/>
          <p14:tracePt t="46594" x="3554413" y="4219575"/>
          <p14:tracePt t="46611" x="3554413" y="4202113"/>
          <p14:tracePt t="46627" x="3546475" y="4176713"/>
          <p14:tracePt t="46644" x="3536950" y="4149725"/>
          <p14:tracePt t="46661" x="3529013" y="4141788"/>
          <p14:tracePt t="46678" x="3502025" y="4124325"/>
          <p14:tracePt t="46694" x="3494088" y="4114800"/>
          <p14:tracePt t="46711" x="3476625" y="4105275"/>
          <p14:tracePt t="46728" x="3467100" y="4097338"/>
          <p14:tracePt t="46729" x="3459163" y="4097338"/>
          <p14:tracePt t="46746" x="3459163" y="4087813"/>
          <p14:tracePt t="46761" x="3432175" y="4087813"/>
          <p14:tracePt t="46778" x="3432175" y="4079875"/>
          <p14:tracePt t="46794" x="3414713" y="4070350"/>
          <p14:tracePt t="46812" x="3397250" y="4070350"/>
          <p14:tracePt t="46828" x="3389313" y="4062413"/>
          <p14:tracePt t="46845" x="3371850" y="4062413"/>
          <p14:tracePt t="46861" x="3362325" y="4062413"/>
          <p14:tracePt t="46878" x="3354388" y="4062413"/>
          <p14:tracePt t="46895" x="3344863" y="4062413"/>
          <p14:tracePt t="46922" x="3336925" y="4070350"/>
          <p14:tracePt t="46937" x="3327400" y="4070350"/>
          <p14:tracePt t="46945" x="3319463" y="4079875"/>
          <p14:tracePt t="46961" x="3309938" y="4079875"/>
          <p14:tracePt t="46978" x="3292475" y="4079875"/>
          <p14:tracePt t="46994" x="3284538" y="4079875"/>
          <p14:tracePt t="47011" x="3275013" y="4079875"/>
          <p14:tracePt t="47028" x="3267075" y="4087813"/>
          <p14:tracePt t="47049" x="3257550" y="4087813"/>
          <p14:tracePt t="47061" x="3249613" y="4097338"/>
          <p14:tracePt t="47078" x="3232150" y="4097338"/>
          <p14:tracePt t="47095" x="3205163" y="4124325"/>
          <p14:tracePt t="47111" x="3205163" y="4132263"/>
          <p14:tracePt t="47113" x="3197225" y="4132263"/>
          <p14:tracePt t="47128" x="3187700" y="4132263"/>
          <p14:tracePt t="47129" x="3187700" y="4141788"/>
          <p14:tracePt t="47144" x="3179763" y="4149725"/>
          <p14:tracePt t="47161" x="3170238" y="4159250"/>
          <p14:tracePt t="47177" x="3162300" y="4167188"/>
          <p14:tracePt t="47194" x="3144838" y="4194175"/>
          <p14:tracePt t="47211" x="3127375" y="4229100"/>
          <p14:tracePt t="47227" x="3109913" y="4271963"/>
          <p14:tracePt t="47244" x="3092450" y="4324350"/>
          <p14:tracePt t="47261" x="3092450" y="4359275"/>
          <p14:tracePt t="47278" x="3092450" y="4386263"/>
          <p14:tracePt t="47294" x="3092450" y="4411663"/>
          <p14:tracePt t="47311" x="3100388" y="4438650"/>
          <p14:tracePt t="47313" x="3100388" y="4446588"/>
          <p14:tracePt t="47328" x="3127375" y="4464050"/>
          <p14:tracePt t="47329" x="3127375" y="4473575"/>
          <p14:tracePt t="47346" x="3135313" y="4481513"/>
          <p14:tracePt t="47361" x="3152775" y="4498975"/>
          <p14:tracePt t="47378" x="3179763" y="4516438"/>
          <p14:tracePt t="47394" x="3187700" y="4533900"/>
          <p14:tracePt t="47411" x="3214688" y="4533900"/>
          <p14:tracePt t="47428" x="3232150" y="4551363"/>
          <p14:tracePt t="47444" x="3240088" y="4560888"/>
          <p14:tracePt t="47461" x="3257550" y="4560888"/>
          <p14:tracePt t="47478" x="3275013" y="4560888"/>
          <p14:tracePt t="47494" x="3302000" y="4560888"/>
          <p14:tracePt t="47511" x="3327400" y="4560888"/>
          <p14:tracePt t="47513" x="3354388" y="4560888"/>
          <p14:tracePt t="47527" x="3389313" y="4560888"/>
          <p14:tracePt t="47529" x="3406775" y="4560888"/>
          <p14:tracePt t="47544" x="3467100" y="4560888"/>
          <p14:tracePt t="47546" x="3494088" y="4560888"/>
          <p14:tracePt t="47561" x="3563938" y="4560888"/>
          <p14:tracePt t="47578" x="3616325" y="4560888"/>
          <p14:tracePt t="47594" x="3651250" y="4560888"/>
          <p14:tracePt t="47611" x="3659188" y="4560888"/>
          <p14:tracePt t="47628" x="3668713" y="4560888"/>
          <p14:tracePt t="47644" x="3676650" y="4551363"/>
          <p14:tracePt t="47661" x="3694113" y="4543425"/>
          <p14:tracePt t="47678" x="3703638" y="4543425"/>
          <p14:tracePt t="47694" x="3721100" y="4533900"/>
          <p14:tracePt t="47711" x="3729038" y="4516438"/>
          <p14:tracePt t="47727" x="3738563" y="4516438"/>
          <p14:tracePt t="47744" x="3756025" y="4498975"/>
          <p14:tracePt t="47760" x="3763963" y="4498975"/>
          <p14:tracePt t="47762" x="3763963" y="4481513"/>
          <p14:tracePt t="47777" x="3773488" y="4464050"/>
          <p14:tracePt t="47794" x="3790950" y="4446588"/>
          <p14:tracePt t="47811" x="3790950" y="4429125"/>
          <p14:tracePt t="47828" x="3808413" y="4411663"/>
          <p14:tracePt t="47844" x="3816350" y="4403725"/>
          <p14:tracePt t="47861" x="3816350" y="4386263"/>
          <p14:tracePt t="47878" x="3825875" y="4359275"/>
          <p14:tracePt t="47894" x="3825875" y="4333875"/>
          <p14:tracePt t="47911" x="3825875" y="4306888"/>
          <p14:tracePt t="47913" x="3825875" y="4289425"/>
          <p14:tracePt t="47927" x="3825875" y="4281488"/>
          <p14:tracePt t="47944" x="3825875" y="4264025"/>
          <p14:tracePt t="47961" x="3816350" y="4237038"/>
          <p14:tracePt t="47978" x="3798888" y="4237038"/>
          <p14:tracePt t="47994" x="3790950" y="4202113"/>
          <p14:tracePt t="48011" x="3763963" y="4184650"/>
          <p14:tracePt t="48027" x="3729038" y="4149725"/>
          <p14:tracePt t="48044" x="3703638" y="4132263"/>
          <p14:tracePt t="48061" x="3686175" y="4124325"/>
          <p14:tracePt t="48077" x="3676650" y="4105275"/>
          <p14:tracePt t="48094" x="3659188" y="4097338"/>
          <p14:tracePt t="48111" x="3651250" y="4087813"/>
          <p14:tracePt t="48127" x="3651250" y="4079875"/>
          <p14:tracePt t="48129" x="3641725" y="4079875"/>
          <p14:tracePt t="48144" x="3633788" y="4079875"/>
          <p14:tracePt t="48146" x="3633788" y="4070350"/>
          <p14:tracePt t="48161" x="3616325" y="4052888"/>
          <p14:tracePt t="48178" x="3598863" y="4044950"/>
          <p14:tracePt t="48194" x="3589338" y="4035425"/>
          <p14:tracePt t="48211" x="3581400" y="4035425"/>
          <p14:tracePt t="48305" x="3571875" y="4035425"/>
          <p14:tracePt t="48329" x="3563938" y="4035425"/>
          <p14:tracePt t="48337" x="3484563" y="4035425"/>
          <p14:tracePt t="48345" x="3414713" y="4017963"/>
          <p14:tracePt t="48361" x="3344863" y="4017963"/>
          <p14:tracePt t="48378" x="3222625" y="4017963"/>
          <p14:tracePt t="48394" x="3057525" y="4027488"/>
          <p14:tracePt t="48411" x="3021013" y="4027488"/>
          <p14:tracePt t="48433" x="3013075" y="4027488"/>
          <p14:tracePt t="48458" x="3013075" y="4035425"/>
          <p14:tracePt t="48466" x="3003550" y="4044950"/>
          <p14:tracePt t="48482" x="2995613" y="4052888"/>
          <p14:tracePt t="48494" x="2978150" y="4062413"/>
          <p14:tracePt t="48511" x="2960688" y="4070350"/>
          <p14:tracePt t="48527" x="2933700" y="4079875"/>
          <p14:tracePt t="48529" x="2916238" y="4097338"/>
          <p14:tracePt t="48544" x="2881313" y="4114800"/>
          <p14:tracePt t="48546" x="2873375" y="4132263"/>
          <p14:tracePt t="48561" x="2863850" y="4149725"/>
          <p14:tracePt t="48578" x="2838450" y="4184650"/>
          <p14:tracePt t="48594" x="2828925" y="4211638"/>
          <p14:tracePt t="48611" x="2820988" y="4237038"/>
          <p14:tracePt t="48627" x="2820988" y="4281488"/>
          <p14:tracePt t="48644" x="2838450" y="4324350"/>
          <p14:tracePt t="48661" x="2881313" y="4368800"/>
          <p14:tracePt t="48677" x="2916238" y="4403725"/>
          <p14:tracePt t="48694" x="3048000" y="4464050"/>
          <p14:tracePt t="48711" x="3144838" y="4491038"/>
          <p14:tracePt t="48727" x="3222625" y="4516438"/>
          <p14:tracePt t="48730" x="3232150" y="4525963"/>
          <p14:tracePt t="48744" x="3257550" y="4533900"/>
          <p14:tracePt t="48746" x="3275013" y="4533900"/>
          <p14:tracePt t="48761" x="3302000" y="4543425"/>
          <p14:tracePt t="48777" x="3309938" y="4551363"/>
          <p14:tracePt t="48794" x="3327400" y="4560888"/>
          <p14:tracePt t="48818" x="3336925" y="4560888"/>
          <p14:tracePt t="48833" x="3344863" y="4560888"/>
          <p14:tracePt t="48843" x="3362325" y="4560888"/>
          <p14:tracePt t="48860" x="3414713" y="4560888"/>
          <p14:tracePt t="48877" x="3449638" y="4560888"/>
          <p14:tracePt t="48894" x="3519488" y="4560888"/>
          <p14:tracePt t="48911" x="3581400" y="4560888"/>
          <p14:tracePt t="48927" x="3598863" y="4551363"/>
          <p14:tracePt t="49106" x="3589338" y="4551363"/>
          <p14:tracePt t="49154" x="3571875" y="4543425"/>
          <p14:tracePt t="49161" x="3554413" y="4525963"/>
          <p14:tracePt t="49169" x="3546475" y="4516438"/>
          <p14:tracePt t="49177" x="3529013" y="4491038"/>
          <p14:tracePt t="49194" x="3484563" y="4464050"/>
          <p14:tracePt t="49211" x="3432175" y="4429125"/>
          <p14:tracePt t="49227" x="3414713" y="4403725"/>
          <p14:tracePt t="49244" x="3406775" y="4386263"/>
          <p14:tracePt t="49260" x="3389313" y="4376738"/>
          <p14:tracePt t="49277" x="3379788" y="4368800"/>
          <p14:tracePt t="49474" x="3371850" y="4368800"/>
          <p14:tracePt t="49482" x="3371850" y="4386263"/>
          <p14:tracePt t="49490" x="3371850" y="4394200"/>
          <p14:tracePt t="49498" x="3371850" y="4411663"/>
          <p14:tracePt t="49511" x="3371850" y="4421188"/>
          <p14:tracePt t="49527" x="3371850" y="4438650"/>
          <p14:tracePt t="49529" x="3371850" y="4446588"/>
          <p14:tracePt t="49802" x="3379788" y="4446588"/>
          <p14:tracePt t="49809" x="3389313" y="4446588"/>
          <p14:tracePt t="49818" x="3397250" y="4438650"/>
          <p14:tracePt t="49834" x="3406775" y="4438650"/>
          <p14:tracePt t="49844" x="3414713" y="4438650"/>
          <p14:tracePt t="49921" x="3424238" y="4438650"/>
          <p14:tracePt t="49930" x="3432175" y="4446588"/>
          <p14:tracePt t="49945" x="3441700" y="4446588"/>
          <p14:tracePt t="49961" x="3449638" y="4446588"/>
          <p14:tracePt t="49970" x="3459163" y="4456113"/>
          <p14:tracePt t="49978" x="3459163" y="4464050"/>
          <p14:tracePt t="49994" x="3484563" y="4473575"/>
          <p14:tracePt t="50018" x="3484563" y="4481513"/>
          <p14:tracePt t="50146" x="3494088" y="4481513"/>
          <p14:tracePt t="50218" x="3502025" y="4481513"/>
          <p14:tracePt t="50226" x="3511550" y="4481513"/>
          <p14:tracePt t="50986" x="3529013" y="4473575"/>
          <p14:tracePt t="50994" x="3546475" y="4456113"/>
          <p14:tracePt t="51001" x="3546475" y="4446588"/>
          <p14:tracePt t="51010" x="3563938" y="4438650"/>
          <p14:tracePt t="51027" x="3581400" y="4421188"/>
          <p14:tracePt t="51043" x="3589338" y="4411663"/>
          <p14:tracePt t="51146" x="3598863" y="4411663"/>
          <p14:tracePt t="51202" x="3598863" y="4421188"/>
          <p14:tracePt t="51210" x="3606800" y="4429125"/>
          <p14:tracePt t="51218" x="3616325" y="4438650"/>
          <p14:tracePt t="51234" x="3616325" y="4446588"/>
          <p14:tracePt t="51244" x="3624263" y="4446588"/>
          <p14:tracePt t="51260" x="3633788" y="4456113"/>
          <p14:tracePt t="51277" x="3633788" y="4464050"/>
          <p14:tracePt t="51563" x="0" y="0"/>
        </p14:tracePtLst>
        <p14:tracePtLst>
          <p14:tracePt t="52069" x="3414713" y="4446588"/>
          <p14:tracePt t="52121" x="3432175" y="4446588"/>
          <p14:tracePt t="52129" x="3459163" y="4456113"/>
          <p14:tracePt t="52137" x="3467100" y="4456113"/>
          <p14:tracePt t="52145" x="3484563" y="4456113"/>
          <p14:tracePt t="52160" x="3494088" y="4456113"/>
          <p14:tracePt t="52162" x="3502025" y="4456113"/>
          <p14:tracePt t="52177" x="3519488" y="4464050"/>
          <p14:tracePt t="52194" x="3546475" y="4464050"/>
          <p14:tracePt t="52210" x="3546475" y="4473575"/>
          <p14:tracePt t="52227" x="3563938" y="4473575"/>
          <p14:tracePt t="52298" x="3563938" y="4464050"/>
          <p14:tracePt t="52314" x="3571875" y="4438650"/>
          <p14:tracePt t="52321" x="3571875" y="4411663"/>
          <p14:tracePt t="52329" x="3571875" y="4386263"/>
          <p14:tracePt t="52344" x="3563938" y="4324350"/>
          <p14:tracePt t="52345" x="3563938" y="4298950"/>
          <p14:tracePt t="52360" x="3554413" y="4254500"/>
          <p14:tracePt t="52362" x="3554413" y="4237038"/>
          <p14:tracePt t="52377" x="3554413" y="4202113"/>
          <p14:tracePt t="52394" x="3554413" y="4176713"/>
          <p14:tracePt t="52418" x="3554413" y="4167188"/>
          <p14:tracePt t="52427" x="3554413" y="4159250"/>
          <p14:tracePt t="52444" x="3554413" y="4141788"/>
          <p14:tracePt t="52460" x="3554413" y="4124325"/>
          <p14:tracePt t="52477" x="3536950" y="4105275"/>
          <p14:tracePt t="52494" x="3529013" y="4105275"/>
          <p14:tracePt t="52554" x="3519488" y="4105275"/>
          <p14:tracePt t="52561" x="3494088" y="4097338"/>
          <p14:tracePt t="52570" x="3484563" y="4087813"/>
          <p14:tracePt t="52586" x="3476625" y="4087813"/>
          <p14:tracePt t="52594" x="3467100" y="4087813"/>
          <p14:tracePt t="52610" x="3459163" y="4087813"/>
          <p14:tracePt t="52627" x="3441700" y="4087813"/>
          <p14:tracePt t="52690" x="3441700" y="4097338"/>
          <p14:tracePt t="52698" x="3432175" y="4105275"/>
          <p14:tracePt t="52706" x="3424238" y="4114800"/>
          <p14:tracePt t="52715" x="3414713" y="4124325"/>
          <p14:tracePt t="52727" x="3389313" y="4149725"/>
          <p14:tracePt t="52743" x="3354388" y="4184650"/>
          <p14:tracePt t="52745" x="3344863" y="4194175"/>
          <p14:tracePt t="52760" x="3336925" y="4219575"/>
          <p14:tracePt t="52762" x="3327400" y="4254500"/>
          <p14:tracePt t="52777" x="3309938" y="4281488"/>
          <p14:tracePt t="52794" x="3302000" y="4306888"/>
          <p14:tracePt t="52810" x="3302000" y="4324350"/>
          <p14:tracePt t="52827" x="3302000" y="4333875"/>
          <p14:tracePt t="52843" x="3292475" y="4359275"/>
          <p14:tracePt t="52860" x="3292475" y="4394200"/>
          <p14:tracePt t="52877" x="3292475" y="4411663"/>
          <p14:tracePt t="52893" x="3309938" y="4438650"/>
          <p14:tracePt t="52910" x="3319463" y="4464050"/>
          <p14:tracePt t="52927" x="3336925" y="4473575"/>
          <p14:tracePt t="52929" x="3344863" y="4473575"/>
          <p14:tracePt t="52943" x="3354388" y="4481513"/>
          <p14:tracePt t="52945" x="3362325" y="4481513"/>
          <p14:tracePt t="52960" x="3379788" y="4491038"/>
          <p14:tracePt t="52961" x="3389313" y="4491038"/>
          <p14:tracePt t="52977" x="3397250" y="4491038"/>
          <p14:tracePt t="52993" x="3414713" y="4491038"/>
          <p14:tracePt t="53306" x="0" y="0"/>
        </p14:tracePtLst>
        <p14:tracePtLst>
          <p14:tracePt t="59238" x="3389313" y="4062413"/>
          <p14:tracePt t="59266" x="3379788" y="4062413"/>
          <p14:tracePt t="59434" x="3379788" y="4070350"/>
          <p14:tracePt t="59442" x="3371850" y="4070350"/>
          <p14:tracePt t="59449" x="3354388" y="4087813"/>
          <p14:tracePt t="59459" x="3354388" y="4097338"/>
          <p14:tracePt t="59476" x="3319463" y="4114800"/>
          <p14:tracePt t="59493" x="3302000" y="4141788"/>
          <p14:tracePt t="59509" x="3267075" y="4159250"/>
          <p14:tracePt t="59526" x="3267075" y="4184650"/>
          <p14:tracePt t="59542" x="3249613" y="4202113"/>
          <p14:tracePt t="59559" x="3240088" y="4229100"/>
          <p14:tracePt t="59576" x="3232150" y="4246563"/>
          <p14:tracePt t="59577" x="3232150" y="4264025"/>
          <p14:tracePt t="59593" x="3222625" y="4271963"/>
          <p14:tracePt t="59609" x="3222625" y="4289425"/>
          <p14:tracePt t="59626" x="3214688" y="4298950"/>
          <p14:tracePt t="59642" x="3214688" y="4316413"/>
          <p14:tracePt t="59659" x="3214688" y="4324350"/>
          <p14:tracePt t="59675" x="3214688" y="4341813"/>
          <p14:tracePt t="59693" x="3222625" y="4368800"/>
          <p14:tracePt t="59709" x="3232150" y="4368800"/>
          <p14:tracePt t="59726" x="3257550" y="4394200"/>
          <p14:tracePt t="59743" x="3267075" y="4403725"/>
          <p14:tracePt t="59759" x="3292475" y="4429125"/>
          <p14:tracePt t="59776" x="3327400" y="4438650"/>
          <p14:tracePt t="59777" x="3336925" y="4456113"/>
          <p14:tracePt t="59793" x="3362325" y="4464050"/>
          <p14:tracePt t="59809" x="3379788" y="4473575"/>
          <p14:tracePt t="59826" x="3389313" y="4481513"/>
          <p14:tracePt t="59843" x="3397250" y="4491038"/>
          <p14:tracePt t="59890" x="3406775" y="4491038"/>
          <p14:tracePt t="59906" x="3414713" y="4491038"/>
          <p14:tracePt t="59930" x="3432175" y="4491038"/>
          <p14:tracePt t="59938" x="3441700" y="4491038"/>
          <p14:tracePt t="59954" x="3459163" y="4491038"/>
          <p14:tracePt t="59970" x="3467100" y="4491038"/>
          <p14:tracePt t="59978" x="3467100" y="4481513"/>
          <p14:tracePt t="59993" x="3476625" y="4481513"/>
          <p14:tracePt t="60018" x="3484563" y="4473575"/>
          <p14:tracePt t="60025" x="3484563" y="4464050"/>
          <p14:tracePt t="60043" x="3502025" y="4464050"/>
          <p14:tracePt t="60059" x="3511550" y="4446588"/>
          <p14:tracePt t="60076" x="3519488" y="4438650"/>
          <p14:tracePt t="60093" x="3529013" y="4429125"/>
          <p14:tracePt t="60109" x="3546475" y="4421188"/>
          <p14:tracePt t="60126" x="3554413" y="4394200"/>
          <p14:tracePt t="60143" x="3571875" y="4376738"/>
          <p14:tracePt t="60159" x="3581400" y="4368800"/>
          <p14:tracePt t="60176" x="3581400" y="4333875"/>
          <p14:tracePt t="60177" x="3589338" y="4324350"/>
          <p14:tracePt t="60193" x="3589338" y="4271963"/>
          <p14:tracePt t="60209" x="3589338" y="4237038"/>
          <p14:tracePt t="60225" x="3581400" y="4202113"/>
          <p14:tracePt t="60242" x="3571875" y="4159250"/>
          <p14:tracePt t="60259" x="3546475" y="4132263"/>
          <p14:tracePt t="60275" x="3519488" y="4105275"/>
          <p14:tracePt t="60292" x="3494088" y="4097338"/>
          <p14:tracePt t="60309" x="3476625" y="4079875"/>
          <p14:tracePt t="60326" x="3449638" y="4070350"/>
          <p14:tracePt t="60342" x="3414713" y="4062413"/>
          <p14:tracePt t="60359" x="3406775" y="4062413"/>
          <p14:tracePt t="60425" x="3397250" y="4062413"/>
          <p14:tracePt t="60434" x="3389313" y="4070350"/>
          <p14:tracePt t="60442" x="3371850" y="4097338"/>
          <p14:tracePt t="60459" x="3336925" y="4149725"/>
          <p14:tracePt t="60476" x="3319463" y="4211638"/>
          <p14:tracePt t="60492" x="3284538" y="4324350"/>
          <p14:tracePt t="60509" x="3275013" y="4376738"/>
          <p14:tracePt t="60525" x="3267075" y="4411663"/>
          <p14:tracePt t="60542" x="3284538" y="4438650"/>
          <p14:tracePt t="60559" x="3302000" y="4456113"/>
          <p14:tracePt t="60576" x="3327400" y="4464050"/>
          <p14:tracePt t="60577" x="3336925" y="4464050"/>
          <p14:tracePt t="60592" x="3344863" y="4464050"/>
          <p14:tracePt t="60594" x="3354388" y="4464050"/>
          <p14:tracePt t="60609" x="3371850" y="4473575"/>
          <p14:tracePt t="60625" x="3397250" y="4473575"/>
          <p14:tracePt t="60642" x="3406775" y="4473575"/>
          <p14:tracePt t="60659" x="3424238" y="4481513"/>
          <p14:tracePt t="60676" x="3432175" y="4481513"/>
          <p14:tracePt t="60722" x="3441700" y="4481513"/>
          <p14:tracePt t="60746" x="3449638" y="4481513"/>
          <p14:tracePt t="60763" x="3459163" y="4481513"/>
          <p14:tracePt t="60786" x="3467100" y="4481513"/>
          <p14:tracePt t="60986" x="3476625" y="4481513"/>
          <p14:tracePt t="61001" x="3476625" y="4473575"/>
          <p14:tracePt t="61009" x="3484563" y="4473575"/>
          <p14:tracePt t="61041" x="3494088" y="4473575"/>
          <p14:tracePt t="61050" x="3494088" y="4464050"/>
          <p14:tracePt t="62770" x="0" y="0"/>
        </p14:tracePtLst>
        <p14:tracePtLst>
          <p14:tracePt t="67948" x="2384425" y="5189538"/>
          <p14:tracePt t="68106" x="2384425" y="5197475"/>
          <p14:tracePt t="68114" x="2384425" y="5224463"/>
          <p14:tracePt t="68124" x="2384425" y="5232400"/>
          <p14:tracePt t="68141" x="2384425" y="5284788"/>
          <p14:tracePt t="68158" x="2384425" y="5329238"/>
          <p14:tracePt t="68174" x="2384425" y="5337175"/>
          <p14:tracePt t="68191" x="2384425" y="5354638"/>
          <p14:tracePt t="68218" x="2392363" y="5364163"/>
          <p14:tracePt t="68226" x="2392363" y="5372100"/>
          <p14:tracePt t="68241" x="2427288" y="5381625"/>
          <p14:tracePt t="68258" x="2436813" y="5399088"/>
          <p14:tracePt t="68274" x="2454275" y="5407025"/>
          <p14:tracePt t="68362" x="2462213" y="5389563"/>
          <p14:tracePt t="68378" x="2462213" y="5381625"/>
          <p14:tracePt t="68385" x="2462213" y="5364163"/>
          <p14:tracePt t="68393" x="2471738" y="5354638"/>
          <p14:tracePt t="68408" x="2471738" y="5337175"/>
          <p14:tracePt t="68409" x="2471738" y="5329238"/>
          <p14:tracePt t="68424" x="2471738" y="5311775"/>
          <p14:tracePt t="68425" x="2471738" y="5294313"/>
          <p14:tracePt t="68441" x="2454275" y="5259388"/>
          <p14:tracePt t="68458" x="2454275" y="5232400"/>
          <p14:tracePt t="68474" x="2419350" y="5207000"/>
          <p14:tracePt t="68491" x="2392363" y="5189538"/>
          <p14:tracePt t="68508" x="2366963" y="5180013"/>
          <p14:tracePt t="68525" x="2349500" y="5180013"/>
          <p14:tracePt t="68541" x="2322513" y="5180013"/>
          <p14:tracePt t="68558" x="2305050" y="5172075"/>
          <p14:tracePt t="68574" x="2270125" y="5172075"/>
          <p14:tracePt t="68591" x="2252663" y="5180013"/>
          <p14:tracePt t="68608" x="2244725" y="5197475"/>
          <p14:tracePt t="68609" x="2235200" y="5207000"/>
          <p14:tracePt t="68624" x="2227263" y="5224463"/>
          <p14:tracePt t="68626" x="2217738" y="5259388"/>
          <p14:tracePt t="68641" x="2217738" y="5276850"/>
          <p14:tracePt t="68658" x="2217738" y="5302250"/>
          <p14:tracePt t="68674" x="2217738" y="5329238"/>
          <p14:tracePt t="68691" x="2252663" y="5354638"/>
          <p14:tracePt t="68708" x="2279650" y="5372100"/>
          <p14:tracePt t="68724" x="2322513" y="5389563"/>
          <p14:tracePt t="68741" x="2349500" y="5389563"/>
          <p14:tracePt t="68758" x="2374900" y="5389563"/>
          <p14:tracePt t="68775" x="2401888" y="5389563"/>
          <p14:tracePt t="68791" x="2409825" y="5381625"/>
          <p14:tracePt t="68808" x="2419350" y="5381625"/>
          <p14:tracePt t="68809" x="2427288" y="5364163"/>
          <p14:tracePt t="68825" x="2427288" y="5346700"/>
          <p14:tracePt t="68842" x="2427288" y="5329238"/>
          <p14:tracePt t="68858" x="2427288" y="5311775"/>
          <p14:tracePt t="68874" x="2427288" y="5302250"/>
          <p14:tracePt t="68892" x="2419350" y="5302250"/>
          <p14:tracePt t="68994" x="2409825" y="5302250"/>
          <p14:tracePt t="69082" x="0" y="0"/>
        </p14:tracePtLst>
        <p14:tracePtLst>
          <p14:tracePt t="69469" x="2374900" y="5319713"/>
          <p14:tracePt t="69514" x="2366963" y="5329238"/>
          <p14:tracePt t="69521" x="2366963" y="5337175"/>
          <p14:tracePt t="69537" x="2366963" y="5354638"/>
          <p14:tracePt t="69546" x="2366963" y="5364163"/>
          <p14:tracePt t="69562" x="2366963" y="5381625"/>
          <p14:tracePt t="69574" x="2366963" y="5389563"/>
          <p14:tracePt t="69591" x="2366963" y="5399088"/>
          <p14:tracePt t="69608" x="2366963" y="5416550"/>
          <p14:tracePt t="69609" x="2366963" y="5434013"/>
          <p14:tracePt t="69624" x="2366963" y="5441950"/>
          <p14:tracePt t="69641" x="2366963" y="5459413"/>
          <p14:tracePt t="69658" x="2366963" y="5476875"/>
          <p14:tracePt t="69674" x="2366963" y="5495925"/>
          <p14:tracePt t="69691" x="2374900" y="5503863"/>
          <p14:tracePt t="69707" x="2374900" y="5521325"/>
          <p14:tracePt t="69724" x="2384425" y="5538788"/>
          <p14:tracePt t="69741" x="2384425" y="5548313"/>
          <p14:tracePt t="69758" x="2384425" y="5556250"/>
          <p14:tracePt t="69774" x="2384425" y="5583238"/>
          <p14:tracePt t="69791" x="2401888" y="5591175"/>
          <p14:tracePt t="69793" x="2409825" y="5600700"/>
          <p14:tracePt t="69807" x="2409825" y="5608638"/>
          <p14:tracePt t="69834" x="2409825" y="5618163"/>
          <p14:tracePt t="69858" x="2419350" y="5626100"/>
          <p14:tracePt t="69890" x="2427288" y="5635625"/>
          <p14:tracePt t="69898" x="2427288" y="5643563"/>
          <p14:tracePt t="69908" x="2427288" y="5653088"/>
          <p14:tracePt t="69924" x="2427288" y="5670550"/>
          <p14:tracePt t="69941" x="2427288" y="5695950"/>
          <p14:tracePt t="69958" x="2427288" y="5748338"/>
          <p14:tracePt t="69974" x="2427288" y="5792788"/>
          <p14:tracePt t="69991" x="2427288" y="5845175"/>
          <p14:tracePt t="69993" x="2427288" y="5862638"/>
          <p14:tracePt t="70007" x="2427288" y="5888038"/>
          <p14:tracePt t="70024" x="2427288" y="5932488"/>
          <p14:tracePt t="70026" x="2436813" y="5967413"/>
          <p14:tracePt t="70041" x="2436813" y="5992813"/>
          <p14:tracePt t="70058" x="2444750" y="6037263"/>
          <p14:tracePt t="70074" x="2444750" y="6080125"/>
          <p14:tracePt t="70091" x="2444750" y="6097588"/>
          <p14:tracePt t="70107" x="2444750" y="6107113"/>
          <p14:tracePt t="70124" x="2444750" y="6124575"/>
          <p14:tracePt t="70141" x="2444750" y="6142038"/>
          <p14:tracePt t="70157" x="2444750" y="6159500"/>
          <p14:tracePt t="70174" x="2444750" y="6184900"/>
          <p14:tracePt t="70191" x="2444750" y="6202363"/>
          <p14:tracePt t="70207" x="2444750" y="6211888"/>
          <p14:tracePt t="70249" x="2454275" y="6211888"/>
          <p14:tracePt t="70258" x="2454275" y="6219825"/>
          <p14:tracePt t="70266" x="2454275" y="6229350"/>
          <p14:tracePt t="70274" x="2454275" y="6237288"/>
          <p14:tracePt t="70291" x="2454275" y="6254750"/>
          <p14:tracePt t="70354" x="2454275" y="6264275"/>
          <p14:tracePt t="70474" x="2444750" y="6264275"/>
          <p14:tracePt t="70498" x="2444750" y="6272213"/>
          <p14:tracePt t="70506" x="2436813" y="6272213"/>
          <p14:tracePt t="70508" x="0" y="0"/>
        </p14:tracePtLst>
        <p14:tracePtLst>
          <p14:tracePt t="72237" x="4672013" y="2979738"/>
          <p14:tracePt t="72346" x="4681538" y="2979738"/>
          <p14:tracePt t="72354" x="4689475" y="2979738"/>
          <p14:tracePt t="72370" x="4699000" y="2979738"/>
          <p14:tracePt t="72378" x="4706938" y="2979738"/>
          <p14:tracePt t="72390" x="4716463" y="2979738"/>
          <p14:tracePt t="72407" x="4724400" y="2979738"/>
          <p14:tracePt t="72424" x="4733925" y="2987675"/>
          <p14:tracePt t="72425" x="4751388" y="2987675"/>
          <p14:tracePt t="72440" x="4759325" y="2997200"/>
          <p14:tracePt t="72442" x="4768850" y="2997200"/>
          <p14:tracePt t="72458" x="4786313" y="2997200"/>
          <p14:tracePt t="72474" x="4803775" y="2997200"/>
          <p14:tracePt t="72490" x="4811713" y="3005138"/>
          <p14:tracePt t="72507" x="4821238" y="3005138"/>
          <p14:tracePt t="72524" x="4829175" y="3005138"/>
          <p14:tracePt t="72722" x="4829175" y="2944813"/>
          <p14:tracePt t="72724" x="0" y="0"/>
        </p14:tracePtLst>
        <p14:tracePtLst>
          <p14:tracePt t="73150" x="5038725" y="2393950"/>
          <p14:tracePt t="73170" x="5048250" y="2393950"/>
          <p14:tracePt t="73202" x="5065713" y="2393950"/>
          <p14:tracePt t="73218" x="5073650" y="2393950"/>
          <p14:tracePt t="73226" x="5083175" y="2393950"/>
          <p14:tracePt t="73234" x="5091113" y="2393950"/>
          <p14:tracePt t="73250" x="5108575" y="2393950"/>
          <p14:tracePt t="73258" x="5118100" y="2393950"/>
          <p14:tracePt t="73274" x="5135563" y="2393950"/>
          <p14:tracePt t="73290" x="5170488" y="2393950"/>
          <p14:tracePt t="73306" x="5222875" y="2393950"/>
          <p14:tracePt t="73323" x="5248275" y="2393950"/>
          <p14:tracePt t="73340" x="5257800" y="2393950"/>
          <p14:tracePt t="73357" x="5265738" y="2401888"/>
          <p14:tracePt t="73474" x="5275263" y="2401888"/>
          <p14:tracePt t="73482" x="5283200" y="2401888"/>
          <p14:tracePt t="73490" x="5292725" y="2411413"/>
          <p14:tracePt t="73507" x="5318125" y="2411413"/>
          <p14:tracePt t="73524" x="5353050" y="2419350"/>
          <p14:tracePt t="73540" x="5380038" y="2428875"/>
          <p14:tracePt t="73557" x="5405438" y="2428875"/>
          <p14:tracePt t="73574" x="5414963" y="2428875"/>
          <p14:tracePt t="73590" x="5422900" y="2428875"/>
          <p14:tracePt t="73698" x="5432425" y="2428875"/>
          <p14:tracePt t="74890" x="0" y="0"/>
        </p14:tracePtLst>
        <p14:tracePtLst>
          <p14:tracePt t="75766" x="2374900" y="5713413"/>
          <p14:tracePt t="75769" x="2374900" y="5748338"/>
          <p14:tracePt t="75778" x="2374900" y="5775325"/>
          <p14:tracePt t="75790" x="2392363" y="5792788"/>
          <p14:tracePt t="75807" x="2392363" y="5905500"/>
          <p14:tracePt t="75823" x="2401888" y="6002338"/>
          <p14:tracePt t="75825" x="2409825" y="6019800"/>
          <p14:tracePt t="75840" x="2409825" y="6037263"/>
          <p14:tracePt t="75841" x="2419350" y="6054725"/>
          <p14:tracePt t="75858" x="2419350" y="6072188"/>
          <p14:tracePt t="75873" x="2427288" y="6080125"/>
          <p14:tracePt t="75890" x="2427288" y="6089650"/>
          <p14:tracePt t="75906" x="2427288" y="6107113"/>
          <p14:tracePt t="75923" x="2436813" y="6107113"/>
          <p14:tracePt t="75940" x="2436813" y="6115050"/>
          <p14:tracePt t="75969" x="2436813" y="6124575"/>
          <p14:tracePt t="75986" x="2436813" y="6132513"/>
          <p14:tracePt t="75994" x="2436813" y="6142038"/>
          <p14:tracePt t="76007" x="2436813" y="6149975"/>
          <p14:tracePt t="76023" x="2436813" y="6184900"/>
          <p14:tracePt t="76025" x="2436813" y="6194425"/>
          <p14:tracePt t="76040" x="2427288" y="6211888"/>
          <p14:tracePt t="76041" x="2427288" y="6219825"/>
          <p14:tracePt t="76056" x="2427288" y="6246813"/>
          <p14:tracePt t="76058" x="2427288" y="6264275"/>
          <p14:tracePt t="76073" x="2419350" y="6289675"/>
          <p14:tracePt t="76089" x="2409825" y="6324600"/>
          <p14:tracePt t="76106" x="2401888" y="6342063"/>
          <p14:tracePt t="76442" x="2392363" y="6342063"/>
          <p14:tracePt t="76474" x="2392363" y="6351588"/>
          <p14:tracePt t="76482" x="2384425" y="6351588"/>
          <p14:tracePt t="76490" x="2374900" y="6351588"/>
          <p14:tracePt t="76507" x="0" y="0"/>
        </p14:tracePtLst>
        <p14:tracePtLst>
          <p14:tracePt t="77029" x="2349500" y="6369050"/>
          <p14:tracePt t="77778" x="0" y="0"/>
        </p14:tracePtLst>
        <p14:tracePtLst>
          <p14:tracePt t="79165" x="3048000" y="5354638"/>
          <p14:tracePt t="79210" x="3057525" y="5354638"/>
          <p14:tracePt t="79218" x="3065463" y="5354638"/>
          <p14:tracePt t="79242" x="3074988" y="5354638"/>
          <p14:tracePt t="79250" x="3082925" y="5354638"/>
          <p14:tracePt t="79290" x="3092450" y="5354638"/>
          <p14:tracePt t="79297" x="3100388" y="5354638"/>
          <p14:tracePt t="79306" x="3109913" y="5354638"/>
          <p14:tracePt t="79323" x="3135313" y="5364163"/>
          <p14:tracePt t="79339" x="3162300" y="5372100"/>
          <p14:tracePt t="79356" x="3179763" y="5372100"/>
          <p14:tracePt t="79373" x="3197225" y="5372100"/>
          <p14:tracePt t="79389" x="3205163" y="5372100"/>
          <p14:tracePt t="79466" x="3214688" y="5372100"/>
          <p14:tracePt t="79482" x="3222625" y="5372100"/>
          <p14:tracePt t="79497" x="3232150" y="5372100"/>
          <p14:tracePt t="79506" x="3249613" y="5372100"/>
          <p14:tracePt t="79514" x="3257550" y="5372100"/>
          <p14:tracePt t="79523" x="3292475" y="5372100"/>
          <p14:tracePt t="79539" x="3336925" y="5372100"/>
          <p14:tracePt t="79556" x="3397250" y="5372100"/>
          <p14:tracePt t="79573" x="3484563" y="5372100"/>
          <p14:tracePt t="79589" x="3554413" y="5381625"/>
          <p14:tracePt t="79606" x="3606800" y="5381625"/>
          <p14:tracePt t="79623" x="3633788" y="5381625"/>
          <p14:tracePt t="79625" x="3641725" y="5381625"/>
          <p14:tracePt t="79639" x="3651250" y="5381625"/>
          <p14:tracePt t="79656" x="3659188" y="5381625"/>
          <p14:tracePt t="79657" x="3668713" y="5381625"/>
          <p14:tracePt t="79698" x="3668713" y="5372100"/>
          <p14:tracePt t="79705" x="3676650" y="5372100"/>
          <p14:tracePt t="79722" x="3686175" y="5372100"/>
          <p14:tracePt t="79762" x="3694113" y="5372100"/>
          <p14:tracePt t="80106" x="3711575" y="5364163"/>
          <p14:tracePt t="80114" x="3763963" y="5354638"/>
          <p14:tracePt t="80122" x="3930650" y="5329238"/>
          <p14:tracePt t="80139" x="4078288" y="5302250"/>
          <p14:tracePt t="80156" x="4157663" y="5284788"/>
          <p14:tracePt t="80173" x="4322763" y="5276850"/>
          <p14:tracePt t="80189" x="4427538" y="5259388"/>
          <p14:tracePt t="80206" x="4479925" y="5259388"/>
          <p14:tracePt t="80223" x="4497388" y="5259388"/>
          <p14:tracePt t="80239" x="4514850" y="5259388"/>
          <p14:tracePt t="80393" x="4514850" y="5249863"/>
          <p14:tracePt t="80434" x="0" y="0"/>
        </p14:tracePtLst>
        <p14:tracePtLst>
          <p14:tracePt t="83998" x="3135313" y="5399088"/>
          <p14:tracePt t="84026" x="3144838" y="5399088"/>
          <p14:tracePt t="84033" x="3162300" y="5399088"/>
          <p14:tracePt t="84050" x="3170238" y="5399088"/>
          <p14:tracePt t="84058" x="3179763" y="5399088"/>
          <p14:tracePt t="84072" x="3187700" y="5399088"/>
          <p14:tracePt t="84074" x="3197225" y="5399088"/>
          <p14:tracePt t="84089" x="3222625" y="5407025"/>
          <p14:tracePt t="84106" x="3240088" y="5424488"/>
          <p14:tracePt t="84122" x="3257550" y="5434013"/>
          <p14:tracePt t="84139" x="3275013" y="5434013"/>
          <p14:tracePt t="84155" x="3284538" y="5441950"/>
          <p14:tracePt t="84274" x="3292475" y="5441950"/>
          <p14:tracePt t="84290" x="3302000" y="5441950"/>
          <p14:tracePt t="84298" x="3302000" y="5434013"/>
          <p14:tracePt t="84314" x="3309938" y="5434013"/>
          <p14:tracePt t="84322" x="3319463" y="5424488"/>
          <p14:tracePt t="84339" x="3327400" y="5416550"/>
          <p14:tracePt t="84355" x="3344863" y="5407025"/>
          <p14:tracePt t="84372" x="3354388" y="5399088"/>
          <p14:tracePt t="84389" x="3371850" y="5381625"/>
          <p14:tracePt t="84405" x="3371850" y="5372100"/>
          <p14:tracePt t="84422" x="3379788" y="5364163"/>
          <p14:tracePt t="84439" x="3389313" y="5354638"/>
          <p14:tracePt t="84482" x="3397250" y="5354638"/>
          <p14:tracePt t="84489" x="3397250" y="5346700"/>
          <p14:tracePt t="84506" x="3397250" y="5337175"/>
          <p14:tracePt t="84514" x="3406775" y="5337175"/>
          <p14:tracePt t="84522" x="3406775" y="5329238"/>
          <p14:tracePt t="84539" x="3406775" y="5319713"/>
          <p14:tracePt t="84555" x="3406775" y="5311775"/>
          <p14:tracePt t="84572" x="3397250" y="5294313"/>
          <p14:tracePt t="84589" x="3397250" y="5276850"/>
          <p14:tracePt t="84605" x="3389313" y="5259388"/>
          <p14:tracePt t="84626" x="3379788" y="5249863"/>
          <p14:tracePt t="84639" x="3371850" y="5232400"/>
          <p14:tracePt t="84655" x="3371850" y="5224463"/>
          <p14:tracePt t="84657" x="3362325" y="5214938"/>
          <p14:tracePt t="84672" x="3354388" y="5214938"/>
          <p14:tracePt t="84714" x="3354388" y="5207000"/>
          <p14:tracePt t="84737" x="3344863" y="5197475"/>
          <p14:tracePt t="84745" x="3327400" y="5197475"/>
          <p14:tracePt t="84755" x="3327400" y="5189538"/>
          <p14:tracePt t="84786" x="3309938" y="5180013"/>
          <p14:tracePt t="84794" x="3292475" y="5172075"/>
          <p14:tracePt t="84810" x="3292475" y="5162550"/>
          <p14:tracePt t="84821" x="3284538" y="5162550"/>
          <p14:tracePt t="84874" x="3284538" y="5154613"/>
          <p14:tracePt t="84922" x="3267075" y="5154613"/>
          <p14:tracePt t="84930" x="3205163" y="5154613"/>
          <p14:tracePt t="84938" x="3205163" y="5145088"/>
          <p14:tracePt t="84955" x="3187700" y="5145088"/>
          <p14:tracePt t="84972" x="3170238" y="5137150"/>
          <p14:tracePt t="84988" x="3152775" y="5137150"/>
          <p14:tracePt t="85066" x="3117850" y="5137150"/>
          <p14:tracePt t="85074" x="3109913" y="5137150"/>
          <p14:tracePt t="85082" x="3092450" y="5137150"/>
          <p14:tracePt t="85098" x="3082925" y="5137150"/>
          <p14:tracePt t="85106" x="3065463" y="5137150"/>
          <p14:tracePt t="85242" x="3057525" y="5137150"/>
          <p14:tracePt t="85378" x="3048000" y="5145088"/>
          <p14:tracePt t="85386" x="3038475" y="5145088"/>
          <p14:tracePt t="85393" x="3030538" y="5145088"/>
          <p14:tracePt t="85405" x="3030538" y="5154613"/>
          <p14:tracePt t="85554" x="3030538" y="5162550"/>
          <p14:tracePt t="85562" x="3021013" y="5172075"/>
          <p14:tracePt t="85578" x="3013075" y="5172075"/>
          <p14:tracePt t="85588" x="3003550" y="5189538"/>
          <p14:tracePt t="85605" x="2995613" y="5207000"/>
          <p14:tracePt t="85622" x="2986088" y="5214938"/>
          <p14:tracePt t="85638" x="2978150" y="5232400"/>
          <p14:tracePt t="85655" x="2978150" y="5241925"/>
          <p14:tracePt t="85672" x="2978150" y="5249863"/>
          <p14:tracePt t="85688" x="2978150" y="5259388"/>
          <p14:tracePt t="85705" x="2978150" y="5267325"/>
          <p14:tracePt t="85722" x="2986088" y="5276850"/>
          <p14:tracePt t="85738" x="2995613" y="5294313"/>
          <p14:tracePt t="85761" x="3003550" y="5294313"/>
          <p14:tracePt t="85772" x="3013075" y="5294313"/>
          <p14:tracePt t="85788" x="3021013" y="5302250"/>
          <p14:tracePt t="85805" x="3030538" y="5311775"/>
          <p14:tracePt t="85822" x="3038475" y="5319713"/>
          <p14:tracePt t="85838" x="3048000" y="5319713"/>
          <p14:tracePt t="85855" x="3057525" y="5329238"/>
          <p14:tracePt t="85872" x="3057525" y="5337175"/>
          <p14:tracePt t="85930" x="3065463" y="5337175"/>
          <p14:tracePt t="85946" x="3074988" y="5337175"/>
          <p14:tracePt t="85954" x="3082925" y="5337175"/>
          <p14:tracePt t="85970" x="3082925" y="5329238"/>
          <p14:tracePt t="85978" x="3100388" y="5329238"/>
          <p14:tracePt t="85994" x="3100388" y="5319713"/>
          <p14:tracePt t="86019" x="0" y="0"/>
        </p14:tracePtLst>
        <p14:tracePtLst>
          <p14:tracePt t="86622" x="3676650" y="5372100"/>
          <p14:tracePt t="86634" x="3686175" y="5372100"/>
          <p14:tracePt t="86674" x="3694113" y="5372100"/>
          <p14:tracePt t="86690" x="3703638" y="5372100"/>
          <p14:tracePt t="86698" x="3711575" y="5381625"/>
          <p14:tracePt t="86713" x="3721100" y="5389563"/>
          <p14:tracePt t="86721" x="3729038" y="5389563"/>
          <p14:tracePt t="86746" x="3738563" y="5399088"/>
          <p14:tracePt t="86755" x="3746500" y="5399088"/>
          <p14:tracePt t="86772" x="3756025" y="5407025"/>
          <p14:tracePt t="86788" x="3763963" y="5416550"/>
          <p14:tracePt t="86805" x="3773488" y="5416550"/>
          <p14:tracePt t="86826" x="3781425" y="5416550"/>
          <p14:tracePt t="86838" x="3790950" y="5424488"/>
          <p14:tracePt t="86890" x="3798888" y="5424488"/>
          <p14:tracePt t="86905" x="3808413" y="5424488"/>
          <p14:tracePt t="86913" x="3816350" y="5424488"/>
          <p14:tracePt t="86938" x="3825875" y="5424488"/>
          <p14:tracePt t="86946" x="3833813" y="5424488"/>
          <p14:tracePt t="86970" x="3843338" y="5424488"/>
          <p14:tracePt t="86978" x="3851275" y="5434013"/>
          <p14:tracePt t="86988" x="3860800" y="5434013"/>
          <p14:tracePt t="87005" x="3868738" y="5434013"/>
          <p14:tracePt t="87022" x="3878263" y="5434013"/>
          <p14:tracePt t="87039" x="3895725" y="5434013"/>
          <p14:tracePt t="87043" x="3903663" y="5434013"/>
          <p14:tracePt t="87055" x="3913188" y="5434013"/>
          <p14:tracePt t="87072" x="3921125" y="5434013"/>
          <p14:tracePt t="87073" x="3930650" y="5434013"/>
          <p14:tracePt t="87088" x="3938588" y="5424488"/>
          <p14:tracePt t="87090" x="3948113" y="5424488"/>
          <p14:tracePt t="87114" x="3965575" y="5416550"/>
          <p14:tracePt t="87130" x="3973513" y="5416550"/>
          <p14:tracePt t="87139" x="3973513" y="5407025"/>
          <p14:tracePt t="87155" x="3990975" y="5399088"/>
          <p14:tracePt t="87172" x="4000500" y="5381625"/>
          <p14:tracePt t="87188" x="4025900" y="5372100"/>
          <p14:tracePt t="87205" x="4043363" y="5364163"/>
          <p14:tracePt t="87221" x="4052888" y="5354638"/>
          <p14:tracePt t="87238" x="4052888" y="5346700"/>
          <p14:tracePt t="87255" x="4060825" y="5329238"/>
          <p14:tracePt t="87272" x="4060825" y="5311775"/>
          <p14:tracePt t="87273" x="4052888" y="5294313"/>
          <p14:tracePt t="87289" x="4052888" y="5276850"/>
          <p14:tracePt t="87305" x="4035425" y="5267325"/>
          <p14:tracePt t="87322" x="4035425" y="5259388"/>
          <p14:tracePt t="87338" x="4025900" y="5249863"/>
          <p14:tracePt t="87355" x="4008438" y="5241925"/>
          <p14:tracePt t="87372" x="4000500" y="5224463"/>
          <p14:tracePt t="87388" x="3973513" y="5207000"/>
          <p14:tracePt t="87405" x="3965575" y="5197475"/>
          <p14:tracePt t="87422" x="3956050" y="5197475"/>
          <p14:tracePt t="87438" x="3948113" y="5180013"/>
          <p14:tracePt t="87454" x="3930650" y="5172075"/>
          <p14:tracePt t="87472" x="3886200" y="5172075"/>
          <p14:tracePt t="87473" x="3878263" y="5172075"/>
          <p14:tracePt t="87488" x="3868738" y="5162550"/>
          <p14:tracePt t="87490" x="3860800" y="5162550"/>
          <p14:tracePt t="87505" x="3833813" y="5154613"/>
          <p14:tracePt t="87522" x="3816350" y="5154613"/>
          <p14:tracePt t="87538" x="3790950" y="5154613"/>
          <p14:tracePt t="87555" x="3773488" y="5154613"/>
          <p14:tracePt t="87571" x="3763963" y="5154613"/>
          <p14:tracePt t="87588" x="3746500" y="5162550"/>
          <p14:tracePt t="87605" x="3738563" y="5180013"/>
          <p14:tracePt t="87621" x="3729038" y="5180013"/>
          <p14:tracePt t="87638" x="3711575" y="5189538"/>
          <p14:tracePt t="87655" x="3694113" y="5207000"/>
          <p14:tracePt t="87671" x="3668713" y="5207000"/>
          <p14:tracePt t="87673" x="3651250" y="5241925"/>
          <p14:tracePt t="87688" x="3651250" y="5249863"/>
          <p14:tracePt t="87690" x="3651250" y="5267325"/>
          <p14:tracePt t="87705" x="3641725" y="5284788"/>
          <p14:tracePt t="87722" x="3633788" y="5302250"/>
          <p14:tracePt t="87738" x="3633788" y="5319713"/>
          <p14:tracePt t="87755" x="3633788" y="5337175"/>
          <p14:tracePt t="87771" x="3633788" y="5346700"/>
          <p14:tracePt t="87794" x="3641725" y="5346700"/>
          <p14:tracePt t="87805" x="3641725" y="5354638"/>
          <p14:tracePt t="87826" x="3641725" y="5364163"/>
          <p14:tracePt t="87838" x="3651250" y="5364163"/>
          <p14:tracePt t="88050" x="0" y="0"/>
        </p14:tracePtLst>
        <p14:tracePtLst>
          <p14:tracePt t="90804" x="8864600" y="5364163"/>
          <p14:tracePt t="90946" x="8872538" y="5364163"/>
          <p14:tracePt t="90954" x="8890000" y="5372100"/>
          <p14:tracePt t="90962" x="8899525" y="5381625"/>
          <p14:tracePt t="90971" x="8899525" y="5389563"/>
          <p14:tracePt t="90987" x="8924925" y="5389563"/>
          <p14:tracePt t="91004" x="8959850" y="5407025"/>
          <p14:tracePt t="91021" x="8994775" y="5424488"/>
          <p14:tracePt t="91038" x="9029700" y="5434013"/>
          <p14:tracePt t="91130" x="9039225" y="5434013"/>
          <p14:tracePt t="91154" x="9047163" y="5434013"/>
          <p14:tracePt t="91162" x="9056688" y="5434013"/>
          <p14:tracePt t="91171" x="9064625" y="5434013"/>
          <p14:tracePt t="91188" x="9082088" y="5441950"/>
          <p14:tracePt t="91204" x="9099550" y="5441950"/>
          <p14:tracePt t="91221" x="9109075" y="5441950"/>
          <p14:tracePt t="91238" x="9126538" y="5441950"/>
          <p14:tracePt t="91305" x="9134475" y="5441950"/>
          <p14:tracePt t="91338" x="9144000" y="5441950"/>
          <p14:tracePt t="91354" x="9153525" y="5434013"/>
          <p14:tracePt t="91361" x="9161463" y="5434013"/>
          <p14:tracePt t="91371" x="9170988" y="5434013"/>
          <p14:tracePt t="91387" x="9178925" y="5424488"/>
          <p14:tracePt t="91404" x="9188450" y="5424488"/>
          <p14:tracePt t="91421" x="9196388" y="5416550"/>
          <p14:tracePt t="91438" x="9213850" y="5399088"/>
          <p14:tracePt t="91455" x="9231313" y="5399088"/>
          <p14:tracePt t="91471" x="9240838" y="5381625"/>
          <p14:tracePt t="91488" x="9258300" y="5372100"/>
          <p14:tracePt t="91514" x="9266238" y="5372100"/>
          <p14:tracePt t="91522" x="9266238" y="5364163"/>
          <p14:tracePt t="91538" x="9266238" y="5354638"/>
          <p14:tracePt t="91554" x="9266238" y="5337175"/>
          <p14:tracePt t="91571" x="9258300" y="5319713"/>
          <p14:tracePt t="91587" x="9248775" y="5294313"/>
          <p14:tracePt t="91604" x="9240838" y="5284788"/>
          <p14:tracePt t="91621" x="9231313" y="5276850"/>
          <p14:tracePt t="91638" x="9213850" y="5267325"/>
          <p14:tracePt t="91655" x="9205913" y="5259388"/>
          <p14:tracePt t="91671" x="9196388" y="5249863"/>
          <p14:tracePt t="91688" x="9178925" y="5241925"/>
          <p14:tracePt t="91704" x="9170988" y="5241925"/>
          <p14:tracePt t="91706" x="9161463" y="5232400"/>
          <p14:tracePt t="91721" x="9153525" y="5232400"/>
          <p14:tracePt t="91738" x="9144000" y="5232400"/>
          <p14:tracePt t="91762" x="9134475" y="5232400"/>
          <p14:tracePt t="91946" x="9126538" y="5232400"/>
          <p14:tracePt t="91954" x="9117013" y="5232400"/>
          <p14:tracePt t="91962" x="9109075" y="5232400"/>
          <p14:tracePt t="91971" x="9099550" y="5241925"/>
          <p14:tracePt t="91988" x="9082088" y="5259388"/>
          <p14:tracePt t="92004" x="9039225" y="5294313"/>
          <p14:tracePt t="92021" x="9012238" y="5319713"/>
          <p14:tracePt t="92037" x="8994775" y="5346700"/>
          <p14:tracePt t="92054" x="8986838" y="5354638"/>
          <p14:tracePt t="92071" x="8977313" y="5372100"/>
          <p14:tracePt t="92087" x="8977313" y="5389563"/>
          <p14:tracePt t="92089" x="8986838" y="5399088"/>
          <p14:tracePt t="92104" x="8986838" y="5407025"/>
          <p14:tracePt t="92106" x="8986838" y="5416550"/>
          <p14:tracePt t="92121" x="9004300" y="5424488"/>
          <p14:tracePt t="92138" x="9029700" y="5451475"/>
          <p14:tracePt t="92154" x="9047163" y="5468938"/>
          <p14:tracePt t="92171" x="9064625" y="5476875"/>
          <p14:tracePt t="92187" x="9082088" y="5486400"/>
          <p14:tracePt t="92204" x="9091613" y="5486400"/>
          <p14:tracePt t="92221" x="9099550" y="5495925"/>
          <p14:tracePt t="92242" x="9109075" y="5495925"/>
          <p14:tracePt t="92259" x="9117013" y="5495925"/>
          <p14:tracePt t="92274" x="9134475" y="5495925"/>
          <p14:tracePt t="92287" x="9144000" y="5495925"/>
          <p14:tracePt t="92304" x="9161463" y="5486400"/>
          <p14:tracePt t="92306" x="9170988" y="5486400"/>
          <p14:tracePt t="92321" x="9196388" y="5468938"/>
          <p14:tracePt t="92338" x="9213850" y="5459413"/>
          <p14:tracePt t="92354" x="9231313" y="5451475"/>
          <p14:tracePt t="92371" x="9248775" y="5441950"/>
          <p14:tracePt t="92388" x="9258300" y="5424488"/>
          <p14:tracePt t="92409" x="9258300" y="5416550"/>
          <p14:tracePt t="92421" x="9266238" y="5407025"/>
          <p14:tracePt t="92437" x="9266238" y="5389563"/>
          <p14:tracePt t="92454" x="9266238" y="5372100"/>
          <p14:tracePt t="92471" x="9266238" y="5319713"/>
          <p14:tracePt t="92487" x="9266238" y="5294313"/>
          <p14:tracePt t="92489" x="9258300" y="5259388"/>
          <p14:tracePt t="92504" x="9258300" y="5249863"/>
          <p14:tracePt t="92506" x="9248775" y="5224463"/>
          <p14:tracePt t="92521" x="9248775" y="5214938"/>
          <p14:tracePt t="92537" x="9240838" y="5207000"/>
          <p14:tracePt t="92554" x="9231313" y="5207000"/>
          <p14:tracePt t="92571" x="9223375" y="5207000"/>
          <p14:tracePt t="92587" x="9213850" y="5207000"/>
          <p14:tracePt t="92604" x="9205913" y="5207000"/>
          <p14:tracePt t="92621" x="9196388" y="5207000"/>
          <p14:tracePt t="92637" x="9178925" y="5207000"/>
          <p14:tracePt t="92654" x="9134475" y="5207000"/>
          <p14:tracePt t="92671" x="9064625" y="5224463"/>
          <p14:tracePt t="92687" x="9029700" y="5241925"/>
          <p14:tracePt t="92689" x="9021763" y="5249863"/>
          <p14:tracePt t="92704" x="9004300" y="5259388"/>
          <p14:tracePt t="92721" x="8994775" y="5259388"/>
          <p14:tracePt t="92738" x="8994775" y="5276850"/>
          <p14:tracePt t="92754" x="8994775" y="5284788"/>
          <p14:tracePt t="92771" x="8994775" y="5302250"/>
          <p14:tracePt t="92787" x="8994775" y="5329238"/>
          <p14:tracePt t="92809" x="8994775" y="5337175"/>
          <p14:tracePt t="92821" x="9004300" y="5346700"/>
          <p14:tracePt t="92837" x="9012238" y="5354638"/>
          <p14:tracePt t="92854" x="9021763" y="5354638"/>
          <p14:tracePt t="92871" x="9029700" y="5364163"/>
          <p14:tracePt t="92938" x="9029700" y="5372100"/>
          <p14:tracePt t="92945" x="9039225" y="5372100"/>
          <p14:tracePt t="92954" x="9047163" y="5372100"/>
          <p14:tracePt t="92970" x="9056688" y="5372100"/>
          <p14:tracePt t="92987" x="9064625" y="5372100"/>
          <p14:tracePt t="93004" x="9074150" y="5381625"/>
          <p14:tracePt t="93021" x="9099550" y="5389563"/>
          <p14:tracePt t="93037" x="9099550" y="5399088"/>
          <p14:tracePt t="93054" x="9109075" y="5399088"/>
          <p14:tracePt t="93071" x="9117013" y="5407025"/>
          <p14:tracePt t="93258" x="9126538" y="5407025"/>
          <p14:tracePt t="93266" x="9126538" y="5416550"/>
          <p14:tracePt t="93274" x="9134475" y="5416550"/>
          <p14:tracePt t="93287" x="9144000" y="5416550"/>
          <p14:tracePt t="93289" x="9144000" y="5434013"/>
          <p14:tracePt t="93306" x="9153525" y="5441950"/>
          <p14:tracePt t="93362" x="0" y="0"/>
        </p14:tracePtLst>
        <p14:tracePtLst>
          <p14:tracePt t="94918" x="9029700" y="5172075"/>
          <p14:tracePt t="94994" x="9029700" y="5180013"/>
          <p14:tracePt t="95002" x="9039225" y="5197475"/>
          <p14:tracePt t="95010" x="9039225" y="5207000"/>
          <p14:tracePt t="95020" x="9039225" y="5224463"/>
          <p14:tracePt t="95037" x="9039225" y="5259388"/>
          <p14:tracePt t="95054" x="9039225" y="5302250"/>
          <p14:tracePt t="95070" x="9047163" y="5346700"/>
          <p14:tracePt t="95087" x="9047163" y="5372100"/>
          <p14:tracePt t="95103" x="9056688" y="5407025"/>
          <p14:tracePt t="95120" x="9064625" y="5416550"/>
          <p14:tracePt t="95122" x="9064625" y="5424488"/>
          <p14:tracePt t="95137" x="9064625" y="5441950"/>
          <p14:tracePt t="95154" x="9064625" y="5451475"/>
          <p14:tracePt t="95170" x="9074150" y="5459413"/>
          <p14:tracePt t="95187" x="9074150" y="5476875"/>
          <p14:tracePt t="95204" x="9074150" y="5486400"/>
          <p14:tracePt t="95220" x="9074150" y="5495925"/>
          <p14:tracePt t="95482" x="9074150" y="5503863"/>
          <p14:tracePt t="95498" x="9074150" y="5521325"/>
          <p14:tracePt t="95514" x="9074150" y="5538788"/>
          <p14:tracePt t="95522" x="9074150" y="5548313"/>
          <p14:tracePt t="95538" x="9074150" y="5565775"/>
          <p14:tracePt t="95546" x="9074150" y="5573713"/>
          <p14:tracePt t="95554" x="9074150" y="5583238"/>
          <p14:tracePt t="95570" x="9074150" y="5600700"/>
          <p14:tracePt t="95587" x="9074150" y="5626100"/>
          <p14:tracePt t="95604" x="9074150" y="5635625"/>
          <p14:tracePt t="95621" x="9064625" y="5643563"/>
          <p14:tracePt t="95642" x="9064625" y="5653088"/>
          <p14:tracePt t="95906" x="9056688" y="5583238"/>
          <p14:tracePt t="95908" x="0" y="0"/>
        </p14:tracePtLst>
        <p14:tracePtLst>
          <p14:tracePt t="96534" x="9021763" y="5102225"/>
          <p14:tracePt t="96642" x="9021763" y="5137150"/>
          <p14:tracePt t="96650" x="9029700" y="5154613"/>
          <p14:tracePt t="96658" x="9029700" y="5172075"/>
          <p14:tracePt t="96670" x="9029700" y="5189538"/>
          <p14:tracePt t="96687" x="9029700" y="5214938"/>
          <p14:tracePt t="96703" x="9029700" y="5232400"/>
          <p14:tracePt t="96705" x="9029700" y="5241925"/>
          <p14:tracePt t="96720" x="9029700" y="5249863"/>
          <p14:tracePt t="96722" x="9029700" y="5259388"/>
          <p14:tracePt t="96737" x="9029700" y="5276850"/>
          <p14:tracePt t="96754" x="9039225" y="5284788"/>
          <p14:tracePt t="96770" x="9039225" y="5302250"/>
          <p14:tracePt t="96787" x="9039225" y="5319713"/>
          <p14:tracePt t="96803" x="9039225" y="5329238"/>
          <p14:tracePt t="96820" x="9039225" y="5346700"/>
          <p14:tracePt t="96837" x="9039225" y="5354638"/>
          <p14:tracePt t="96853" x="9039225" y="5364163"/>
          <p14:tracePt t="96874" x="9039225" y="5372100"/>
          <p14:tracePt t="96887" x="9039225" y="5381625"/>
          <p14:tracePt t="96903" x="9039225" y="5399088"/>
          <p14:tracePt t="96905" x="9039225" y="5407025"/>
          <p14:tracePt t="96920" x="9039225" y="5416550"/>
          <p14:tracePt t="96922" x="9039225" y="5424488"/>
          <p14:tracePt t="96937" x="9039225" y="5434013"/>
          <p14:tracePt t="96954" x="9039225" y="5459413"/>
          <p14:tracePt t="96970" x="9039225" y="5486400"/>
          <p14:tracePt t="96987" x="9039225" y="5503863"/>
          <p14:tracePt t="97003" x="9039225" y="5513388"/>
          <p14:tracePt t="97020" x="9029700" y="5530850"/>
          <p14:tracePt t="97037" x="9029700" y="5548313"/>
          <p14:tracePt t="97053" x="9029700" y="5565775"/>
          <p14:tracePt t="97070" x="9029700" y="5591175"/>
          <p14:tracePt t="97087" x="9029700" y="5608638"/>
          <p14:tracePt t="97103" x="9021763" y="5626100"/>
          <p14:tracePt t="97105" x="9021763" y="5643563"/>
          <p14:tracePt t="97121" x="9021763" y="5653088"/>
          <p14:tracePt t="97137" x="9021763" y="5670550"/>
          <p14:tracePt t="97154" x="9021763" y="5688013"/>
          <p14:tracePt t="97170" x="9021763" y="5695950"/>
          <p14:tracePt t="97187" x="9021763" y="5713413"/>
          <p14:tracePt t="97203" x="9021763" y="5730875"/>
          <p14:tracePt t="97220" x="9021763" y="5748338"/>
          <p14:tracePt t="97237" x="9021763" y="5775325"/>
          <p14:tracePt t="97253" x="9029700" y="5818188"/>
          <p14:tracePt t="97270" x="9029700" y="5845175"/>
          <p14:tracePt t="97286" x="9029700" y="5870575"/>
          <p14:tracePt t="97303" x="9029700" y="5888038"/>
          <p14:tracePt t="97320" x="9039225" y="5915025"/>
          <p14:tracePt t="97322" x="9039225" y="5922963"/>
          <p14:tracePt t="97338" x="9039225" y="5949950"/>
          <p14:tracePt t="97353" x="9047163" y="5967413"/>
          <p14:tracePt t="97370" x="9047163" y="5984875"/>
          <p14:tracePt t="97387" x="9047163" y="6002338"/>
          <p14:tracePt t="97403" x="9056688" y="6010275"/>
          <p14:tracePt t="97420" x="9074150" y="6045200"/>
          <p14:tracePt t="97437" x="9082088" y="6072188"/>
          <p14:tracePt t="97453" x="9082088" y="6097588"/>
          <p14:tracePt t="97470" x="9082088" y="6115050"/>
          <p14:tracePt t="97487" x="9082088" y="6132513"/>
          <p14:tracePt t="97503" x="9082088" y="6149975"/>
          <p14:tracePt t="97520" x="9082088" y="6159500"/>
          <p14:tracePt t="97521" x="9082088" y="6167438"/>
          <p14:tracePt t="97538" x="9082088" y="6211888"/>
          <p14:tracePt t="97553" x="9082088" y="6229350"/>
          <p14:tracePt t="97570" x="9082088" y="6254750"/>
          <p14:tracePt t="97602" x="9082088" y="6264275"/>
          <p14:tracePt t="97890" x="9064625" y="6080125"/>
          <p14:tracePt t="97898" x="9056688" y="5992813"/>
          <p14:tracePt t="97900" x="0" y="0"/>
        </p14:tracePtLst>
        <p14:tracePtLst>
          <p14:tracePt t="98541" x="9223375" y="5302250"/>
          <p14:tracePt t="98731" x="0" y="0"/>
        </p14:tracePtLst>
        <p14:tracePtLst>
          <p14:tracePt t="105222" x="2436813" y="6307138"/>
          <p14:tracePt t="106282" x="2593975" y="6307138"/>
          <p14:tracePt t="106284" x="0" y="0"/>
        </p14:tracePtLst>
        <p14:tracePtLst>
          <p14:tracePt t="107326" x="9134475" y="5259388"/>
          <p14:tracePt t="107386" x="9126538" y="5259388"/>
          <p14:tracePt t="107394" x="9117013" y="5259388"/>
          <p14:tracePt t="107402" x="9109075" y="5259388"/>
          <p14:tracePt t="107418" x="9064625" y="5259388"/>
          <p14:tracePt t="107435" x="9056688" y="5259388"/>
          <p14:tracePt t="107452" x="9039225" y="5267325"/>
          <p14:tracePt t="107474" x="9029700" y="5267325"/>
          <p14:tracePt t="107485" x="9021763" y="5276850"/>
          <p14:tracePt t="107502" x="9012238" y="5284788"/>
          <p14:tracePt t="107518" x="9004300" y="5294313"/>
          <p14:tracePt t="107535" x="8994775" y="5311775"/>
          <p14:tracePt t="107537" x="8986838" y="5319713"/>
          <p14:tracePt t="107551" x="8986838" y="5337175"/>
          <p14:tracePt t="107553" x="8986838" y="5354638"/>
          <p14:tracePt t="107569" x="8986838" y="5364163"/>
          <p14:tracePt t="107570" x="8986838" y="5372100"/>
          <p14:tracePt t="107585" x="8994775" y="5407025"/>
          <p14:tracePt t="107602" x="9012238" y="5434013"/>
          <p14:tracePt t="107619" x="9039225" y="5434013"/>
          <p14:tracePt t="107635" x="9074150" y="5451475"/>
          <p14:tracePt t="107651" x="9099550" y="5459413"/>
          <p14:tracePt t="107668" x="9144000" y="5459413"/>
          <p14:tracePt t="107685" x="9178925" y="5459413"/>
          <p14:tracePt t="107702" x="9205913" y="5451475"/>
          <p14:tracePt t="107718" x="9240838" y="5434013"/>
          <p14:tracePt t="107735" x="9248775" y="5434013"/>
          <p14:tracePt t="107752" x="9248775" y="5424488"/>
          <p14:tracePt t="107810" x="9248775" y="5416550"/>
          <p14:tracePt t="107842" x="9240838" y="5416550"/>
          <p14:tracePt t="107850" x="9231313" y="5416550"/>
          <p14:tracePt t="107858" x="9231313" y="5407025"/>
          <p14:tracePt t="107869" x="9223375" y="5399088"/>
          <p14:tracePt t="107885" x="9223375" y="5389563"/>
          <p14:tracePt t="107902" x="9213850" y="5389563"/>
          <p14:tracePt t="107929" x="9213850" y="5381625"/>
          <p14:tracePt t="107946" x="9213850" y="5372100"/>
          <p14:tracePt t="108010" x="9213850" y="5364163"/>
          <p14:tracePt t="108587" x="0" y="0"/>
        </p14:tracePtLst>
        <p14:tracePtLst>
          <p14:tracePt t="114390" x="5300663" y="2324100"/>
          <p14:tracePt t="114450" x="5310188" y="2324100"/>
          <p14:tracePt t="114466" x="5318125" y="2324100"/>
          <p14:tracePt t="114474" x="5327650" y="2324100"/>
          <p14:tracePt t="114484" x="5335588" y="2324100"/>
          <p14:tracePt t="114501" x="5370513" y="2332038"/>
          <p14:tracePt t="114517" x="5387975" y="2332038"/>
          <p14:tracePt t="114534" x="5414963" y="2341563"/>
          <p14:tracePt t="114551" x="5440363" y="2349500"/>
          <p14:tracePt t="114567" x="5449888" y="2349500"/>
          <p14:tracePt t="114569" x="5457825" y="2349500"/>
          <p14:tracePt t="114584" x="5457825" y="2359025"/>
          <p14:tracePt t="114610" x="5457825" y="2366963"/>
          <p14:tracePt t="114618" x="5475288" y="2366963"/>
          <p14:tracePt t="114634" x="5484813" y="2366963"/>
          <p14:tracePt t="114658" x="5492750" y="2366963"/>
          <p14:tracePt t="114722" x="5502275" y="2366963"/>
          <p14:tracePt t="114730" x="5510213" y="2366963"/>
          <p14:tracePt t="114745" x="5519738" y="2366963"/>
          <p14:tracePt t="114754" x="5527675" y="2366963"/>
          <p14:tracePt t="114914" x="5527675" y="2376488"/>
          <p14:tracePt t="115971" x="0" y="0"/>
        </p14:tracePtLst>
        <p14:tracePtLst>
          <p14:tracePt t="116909" x="9223375" y="6124575"/>
          <p14:tracePt t="117026" x="9213850" y="6124575"/>
          <p14:tracePt t="117050" x="9205913" y="6124575"/>
          <p14:tracePt t="117058" x="9196388" y="6124575"/>
          <p14:tracePt t="117067" x="9188450" y="6124575"/>
          <p14:tracePt t="117090" x="9188450" y="6132513"/>
          <p14:tracePt t="117122" x="9178925" y="6132513"/>
          <p14:tracePt t="117130" x="9161463" y="6132513"/>
          <p14:tracePt t="117178" x="9144000" y="6142038"/>
          <p14:tracePt t="117186" x="9134475" y="6142038"/>
          <p14:tracePt t="117201" x="9126538" y="6142038"/>
          <p14:tracePt t="117298" x="9117013" y="6142038"/>
          <p14:tracePt t="117314" x="9117013" y="6149975"/>
          <p14:tracePt t="117322" x="9091613" y="6159500"/>
          <p14:tracePt t="117334" x="9074150" y="6167438"/>
          <p14:tracePt t="117350" x="9056688" y="6167438"/>
          <p14:tracePt t="117367" x="9029700" y="6176963"/>
          <p14:tracePt t="117369" x="9012238" y="6176963"/>
          <p14:tracePt t="117384" x="9004300" y="6176963"/>
          <p14:tracePt t="117385" x="8994775" y="6176963"/>
          <p14:tracePt t="117490" x="8986838" y="6176963"/>
          <p14:tracePt t="117514" x="8977313" y="6184900"/>
          <p14:tracePt t="117522" x="8959850" y="6184900"/>
          <p14:tracePt t="117534" x="8959850" y="6194425"/>
          <p14:tracePt t="117550" x="8951913" y="6194425"/>
          <p14:tracePt t="117567" x="8942388" y="6211888"/>
          <p14:tracePt t="117569" x="8934450" y="6211888"/>
          <p14:tracePt t="117586" x="8924925" y="6211888"/>
          <p14:tracePt t="117600" x="8916988" y="6219825"/>
          <p14:tracePt t="117601" x="8916988" y="6229350"/>
          <p14:tracePt t="117617" x="8899525" y="6237288"/>
          <p14:tracePt t="117634" x="8890000" y="6264275"/>
          <p14:tracePt t="117650" x="8890000" y="6281738"/>
          <p14:tracePt t="117667" x="8882063" y="6299200"/>
          <p14:tracePt t="117683" x="8882063" y="6307138"/>
          <p14:tracePt t="117700" x="8882063" y="6316663"/>
          <p14:tracePt t="117717" x="8899525" y="6334125"/>
          <p14:tracePt t="117733" x="8907463" y="6342063"/>
          <p14:tracePt t="117750" x="8934450" y="6359525"/>
          <p14:tracePt t="117767" x="8977313" y="6369050"/>
          <p14:tracePt t="117784" x="9039225" y="6386513"/>
          <p14:tracePt t="117785" x="9056688" y="6386513"/>
          <p14:tracePt t="117800" x="9117013" y="6394450"/>
          <p14:tracePt t="117802" x="9153525" y="6403975"/>
          <p14:tracePt t="117817" x="9196388" y="6403975"/>
          <p14:tracePt t="117834" x="9223375" y="6411913"/>
          <p14:tracePt t="117850" x="9248775" y="6411913"/>
          <p14:tracePt t="117874" x="9258300" y="6411913"/>
          <p14:tracePt t="117954" x="9266238" y="6403975"/>
          <p14:tracePt t="117962" x="9266238" y="6394450"/>
          <p14:tracePt t="117978" x="9266238" y="6386513"/>
          <p14:tracePt t="117985" x="9266238" y="6376988"/>
          <p14:tracePt t="118001" x="9266238" y="6369050"/>
          <p14:tracePt t="118017" x="9266238" y="6359525"/>
          <p14:tracePt t="118034" x="9275763" y="6324600"/>
          <p14:tracePt t="118050" x="9275763" y="6307138"/>
          <p14:tracePt t="118067" x="9283700" y="6289675"/>
          <p14:tracePt t="118084" x="9283700" y="6254750"/>
          <p14:tracePt t="118100" x="9283700" y="6237288"/>
          <p14:tracePt t="118117" x="9275763" y="6229350"/>
          <p14:tracePt t="118134" x="9266238" y="6219825"/>
          <p14:tracePt t="118150" x="9266238" y="6211888"/>
          <p14:tracePt t="118167" x="9258300" y="6211888"/>
          <p14:tracePt t="118184" x="9231313" y="6194425"/>
          <p14:tracePt t="118200" x="9213850" y="6184900"/>
          <p14:tracePt t="118201" x="9196388" y="6184900"/>
          <p14:tracePt t="118217" x="9178925" y="6184900"/>
          <p14:tracePt t="118234" x="9161463" y="6184900"/>
          <p14:tracePt t="118250" x="9126538" y="6184900"/>
          <p14:tracePt t="118267" x="9099550" y="6184900"/>
          <p14:tracePt t="118283" x="9064625" y="6176963"/>
          <p14:tracePt t="118300" x="9047163" y="6176963"/>
          <p14:tracePt t="118317" x="9039225" y="6176963"/>
          <p14:tracePt t="118333" x="9021763" y="6176963"/>
          <p14:tracePt t="118350" x="9012238" y="6176963"/>
          <p14:tracePt t="118367" x="8986838" y="6176963"/>
          <p14:tracePt t="118383" x="8977313" y="6176963"/>
          <p14:tracePt t="118385" x="8969375" y="6176963"/>
          <p14:tracePt t="118400" x="8959850" y="6176963"/>
          <p14:tracePt t="118401" x="8942388" y="6176963"/>
          <p14:tracePt t="118417" x="8916988" y="6176963"/>
          <p14:tracePt t="118434" x="8890000" y="6184900"/>
          <p14:tracePt t="118450" x="8872538" y="6194425"/>
          <p14:tracePt t="118467" x="8864600" y="6194425"/>
          <p14:tracePt t="118483" x="8864600" y="6202363"/>
          <p14:tracePt t="118500" x="8855075" y="6211888"/>
          <p14:tracePt t="118517" x="8847138" y="6211888"/>
          <p14:tracePt t="118533" x="8847138" y="6219825"/>
          <p14:tracePt t="118550" x="8847138" y="6246813"/>
          <p14:tracePt t="118567" x="8864600" y="6264275"/>
          <p14:tracePt t="118584" x="8864600" y="6281738"/>
          <p14:tracePt t="118586" x="8872538" y="6299200"/>
          <p14:tracePt t="118600" x="8882063" y="6307138"/>
          <p14:tracePt t="118602" x="8890000" y="6316663"/>
          <p14:tracePt t="118617" x="8899525" y="6342063"/>
          <p14:tracePt t="118634" x="8916988" y="6359525"/>
          <p14:tracePt t="118658" x="8916988" y="6369050"/>
          <p14:tracePt t="118674" x="8924925" y="6369050"/>
          <p14:tracePt t="118683" x="8934450" y="6369050"/>
          <p14:tracePt t="118700" x="8951913" y="6369050"/>
          <p14:tracePt t="118717" x="8969375" y="6376988"/>
          <p14:tracePt t="118733" x="8986838" y="6376988"/>
          <p14:tracePt t="118750" x="9012238" y="6376988"/>
          <p14:tracePt t="118767" x="9029700" y="6376988"/>
          <p14:tracePt t="118783" x="9047163" y="6376988"/>
          <p14:tracePt t="118800" x="9056688" y="6376988"/>
          <p14:tracePt t="118842" x="9064625" y="6376988"/>
          <p14:tracePt t="119314" x="0" y="0"/>
        </p14:tracePtLst>
        <p14:tracePtLst>
          <p14:tracePt t="133781" x="3686175" y="2987675"/>
          <p14:tracePt t="133794" x="3703638" y="2987675"/>
          <p14:tracePt t="133802" x="3711575" y="2997200"/>
          <p14:tracePt t="133814" x="3721100" y="2997200"/>
          <p14:tracePt t="133831" x="3756025" y="3014663"/>
          <p14:tracePt t="133848" x="3790950" y="3032125"/>
          <p14:tracePt t="133850" x="3816350" y="3040063"/>
          <p14:tracePt t="133864" x="3843338" y="3049588"/>
          <p14:tracePt t="133866" x="3860800" y="3067050"/>
          <p14:tracePt t="133881" x="3921125" y="3092450"/>
          <p14:tracePt t="133898" x="3956050" y="3101975"/>
          <p14:tracePt t="133914" x="4000500" y="3119438"/>
          <p14:tracePt t="133931" x="4078288" y="3127375"/>
          <p14:tracePt t="133948" x="4122738" y="3144838"/>
          <p14:tracePt t="133965" x="4175125" y="3162300"/>
          <p14:tracePt t="133981" x="4217988" y="3179763"/>
          <p14:tracePt t="133998" x="4235450" y="3189288"/>
          <p14:tracePt t="134014" x="4252913" y="3189288"/>
          <p14:tracePt t="134031" x="4279900" y="3197225"/>
          <p14:tracePt t="134048" x="4305300" y="3197225"/>
          <p14:tracePt t="134065" x="4340225" y="3206750"/>
          <p14:tracePt t="134081" x="4375150" y="3214688"/>
          <p14:tracePt t="134098" x="4427538" y="3224213"/>
          <p14:tracePt t="134114" x="4497388" y="3224213"/>
          <p14:tracePt t="134131" x="4576763" y="3224213"/>
          <p14:tracePt t="134148" x="4629150" y="3224213"/>
          <p14:tracePt t="134164" x="4664075" y="3232150"/>
          <p14:tracePt t="134181" x="4706938" y="3232150"/>
          <p14:tracePt t="134198" x="4741863" y="3232150"/>
          <p14:tracePt t="134214" x="4776788" y="3232150"/>
          <p14:tracePt t="134231" x="4829175" y="3224213"/>
          <p14:tracePt t="134248" x="4864100" y="3224213"/>
          <p14:tracePt t="134249" x="4891088" y="3224213"/>
          <p14:tracePt t="134264" x="4916488" y="3224213"/>
          <p14:tracePt t="134266" x="4943475" y="3224213"/>
          <p14:tracePt t="134281" x="4995863" y="3224213"/>
          <p14:tracePt t="134297" x="5030788" y="3224213"/>
          <p14:tracePt t="134314" x="5056188" y="3224213"/>
          <p14:tracePt t="134331" x="5091113" y="3224213"/>
          <p14:tracePt t="134347" x="5135563" y="3214688"/>
          <p14:tracePt t="134364" x="5160963" y="3214688"/>
          <p14:tracePt t="134380" x="5187950" y="3214688"/>
          <p14:tracePt t="134398" x="5205413" y="3214688"/>
          <p14:tracePt t="134414" x="5230813" y="3206750"/>
          <p14:tracePt t="134431" x="5240338" y="3197225"/>
          <p14:tracePt t="134433" x="5257800" y="3189288"/>
          <p14:tracePt t="134448" x="5257800" y="3179763"/>
          <p14:tracePt t="134449" x="5275263" y="3171825"/>
          <p14:tracePt t="134464" x="5292725" y="3171825"/>
          <p14:tracePt t="134481" x="5327650" y="3154363"/>
          <p14:tracePt t="134498" x="5353050" y="3136900"/>
          <p14:tracePt t="134514" x="5380038" y="3101975"/>
          <p14:tracePt t="134531" x="5380038" y="3084513"/>
          <p14:tracePt t="134548" x="5387975" y="3067050"/>
          <p14:tracePt t="134564" x="5387975" y="3040063"/>
          <p14:tracePt t="134581" x="5387975" y="3014663"/>
          <p14:tracePt t="134598" x="5387975" y="2962275"/>
          <p14:tracePt t="134614" x="5362575" y="2865438"/>
          <p14:tracePt t="134631" x="5345113" y="2830513"/>
          <p14:tracePt t="134633" x="5345113" y="2813050"/>
          <p14:tracePt t="134648" x="5345113" y="2805113"/>
          <p14:tracePt t="134649" x="5335588" y="2795588"/>
          <p14:tracePt t="134664" x="5327650" y="2787650"/>
          <p14:tracePt t="134666" x="5310188" y="2770188"/>
          <p14:tracePt t="134681" x="5292725" y="2743200"/>
          <p14:tracePt t="134698" x="5248275" y="2716213"/>
          <p14:tracePt t="134714" x="5222875" y="2690813"/>
          <p14:tracePt t="134731" x="5160963" y="2673350"/>
          <p14:tracePt t="134748" x="5108575" y="2646363"/>
          <p14:tracePt t="134764" x="5065713" y="2620963"/>
          <p14:tracePt t="134781" x="5013325" y="2593975"/>
          <p14:tracePt t="134797" x="4978400" y="2586038"/>
          <p14:tracePt t="134814" x="4943475" y="2576513"/>
          <p14:tracePt t="134830" x="4899025" y="2568575"/>
          <p14:tracePt t="134847" x="4856163" y="2568575"/>
          <p14:tracePt t="134864" x="4829175" y="2568575"/>
          <p14:tracePt t="134866" x="4794250" y="2568575"/>
          <p14:tracePt t="134881" x="4759325" y="2568575"/>
          <p14:tracePt t="134898" x="4629150" y="2568575"/>
          <p14:tracePt t="134914" x="4541838" y="2576513"/>
          <p14:tracePt t="134931" x="4471988" y="2603500"/>
          <p14:tracePt t="134947" x="4419600" y="2620963"/>
          <p14:tracePt t="134964" x="4384675" y="2628900"/>
          <p14:tracePt t="134981" x="4367213" y="2638425"/>
          <p14:tracePt t="134998" x="4305300" y="2681288"/>
          <p14:tracePt t="135014" x="4252913" y="2725738"/>
          <p14:tracePt t="135031" x="4200525" y="2787650"/>
          <p14:tracePt t="135033" x="4183063" y="2813050"/>
          <p14:tracePt t="135047" x="4165600" y="2830513"/>
          <p14:tracePt t="135064" x="4148138" y="2847975"/>
          <p14:tracePt t="135066" x="4140200" y="2857500"/>
          <p14:tracePt t="135081" x="4130675" y="2865438"/>
          <p14:tracePt t="135098" x="4130675" y="2892425"/>
          <p14:tracePt t="135114" x="4140200" y="2900363"/>
          <p14:tracePt t="135131" x="4148138" y="2927350"/>
          <p14:tracePt t="135148" x="4165600" y="2962275"/>
          <p14:tracePt t="135164" x="4175125" y="2970213"/>
          <p14:tracePt t="135181" x="4192588" y="2987675"/>
          <p14:tracePt t="135198" x="4210050" y="2997200"/>
          <p14:tracePt t="135218" x="4217988" y="2997200"/>
          <p14:tracePt t="135282" x="4227513" y="2997200"/>
          <p14:tracePt t="135290" x="4235450" y="2997200"/>
          <p14:tracePt t="135306" x="4244975" y="2997200"/>
          <p14:tracePt t="135323" x="4252913" y="2997200"/>
          <p14:tracePt t="135338" x="4252913" y="2987675"/>
          <p14:tracePt t="135402" x="4262438" y="2987675"/>
          <p14:tracePt t="135410" x="4279900" y="2987675"/>
          <p14:tracePt t="135418" x="4279900" y="2997200"/>
          <p14:tracePt t="135431" x="4287838" y="3005138"/>
          <p14:tracePt t="135433" x="4297363" y="3005138"/>
          <p14:tracePt t="135448" x="4305300" y="3005138"/>
          <p14:tracePt t="135449" x="4314825" y="3014663"/>
          <p14:tracePt t="135464" x="4322763" y="3022600"/>
          <p14:tracePt t="135466" x="4332288" y="3032125"/>
          <p14:tracePt t="135490" x="4340225" y="3032125"/>
          <p14:tracePt t="135506" x="4349750" y="3032125"/>
          <p14:tracePt t="135826" x="4349750" y="3040063"/>
          <p14:tracePt t="135834" x="4367213" y="3057525"/>
          <p14:tracePt t="135850" x="4375150" y="3067050"/>
          <p14:tracePt t="135858" x="4384675" y="3074988"/>
          <p14:tracePt t="135866" x="4392613" y="3084513"/>
          <p14:tracePt t="135881" x="4410075" y="3092450"/>
          <p14:tracePt t="135897" x="4410075" y="3101975"/>
          <p14:tracePt t="135914" x="4410075" y="3109913"/>
          <p14:tracePt t="136090" x="4402138" y="3119438"/>
          <p14:tracePt t="136114" x="4392613" y="3127375"/>
          <p14:tracePt t="136154" x="4384675" y="3127375"/>
          <p14:tracePt t="136387" x="0" y="0"/>
        </p14:tracePtLst>
        <p14:tracePtLst>
          <p14:tracePt t="140502" x="2244725" y="6254750"/>
          <p14:tracePt t="140674" x="2252663" y="6254750"/>
          <p14:tracePt t="140690" x="2262188" y="6254750"/>
          <p14:tracePt t="140697" x="2270125" y="6254750"/>
          <p14:tracePt t="140706" x="2279650" y="6254750"/>
          <p14:tracePt t="140730" x="2287588" y="6254750"/>
          <p14:tracePt t="140738" x="2297113" y="6254750"/>
          <p14:tracePt t="140754" x="2297113" y="6264275"/>
          <p14:tracePt t="140770" x="2305050" y="6264275"/>
          <p14:tracePt t="140786" x="2314575" y="6264275"/>
          <p14:tracePt t="140802" x="2322513" y="6264275"/>
          <p14:tracePt t="140818" x="2332038" y="6264275"/>
          <p14:tracePt t="140830" x="2339975" y="6264275"/>
          <p14:tracePt t="140847" x="2357438" y="6264275"/>
          <p14:tracePt t="140863" x="2392363" y="6264275"/>
          <p14:tracePt t="140865" x="2409825" y="6264275"/>
          <p14:tracePt t="140880" x="2419350" y="6264275"/>
          <p14:tracePt t="140881" x="2436813" y="6272213"/>
          <p14:tracePt t="140897" x="2444750" y="6272213"/>
          <p14:tracePt t="140898" x="2471738" y="6272213"/>
          <p14:tracePt t="140914" x="2497138" y="6272213"/>
          <p14:tracePt t="140930" x="2514600" y="6272213"/>
          <p14:tracePt t="140954" x="2524125" y="6272213"/>
          <p14:tracePt t="140994" x="2532063" y="6272213"/>
          <p14:tracePt t="141066" x="2541588" y="6272213"/>
          <p14:tracePt t="141267" x="0" y="0"/>
        </p14:tracePtLst>
        <p14:tracePtLst>
          <p14:tracePt t="141942" x="2252663" y="6272213"/>
          <p14:tracePt t="142010" x="2262188" y="6272213"/>
          <p14:tracePt t="142025" x="2270125" y="6272213"/>
          <p14:tracePt t="142034" x="2279650" y="6272213"/>
          <p14:tracePt t="142041" x="2287588" y="6272213"/>
          <p14:tracePt t="142050" x="2297113" y="6272213"/>
          <p14:tracePt t="142063" x="2314575" y="6272213"/>
          <p14:tracePt t="142080" x="2332038" y="6272213"/>
          <p14:tracePt t="142081" x="2339975" y="6272213"/>
          <p14:tracePt t="142106" x="2349500" y="6272213"/>
          <p14:tracePt t="142122" x="2357438" y="6272213"/>
          <p14:tracePt t="142138" x="2366963" y="6272213"/>
          <p14:tracePt t="142147" x="2374900" y="6272213"/>
          <p14:tracePt t="142163" x="2384425" y="6264275"/>
          <p14:tracePt t="142180" x="2401888" y="6264275"/>
          <p14:tracePt t="142196" x="2409825" y="6264275"/>
          <p14:tracePt t="142213" x="2427288" y="6264275"/>
          <p14:tracePt t="142230" x="2462213" y="6264275"/>
          <p14:tracePt t="142246" x="2524125" y="6264275"/>
          <p14:tracePt t="142263" x="2549525" y="6264275"/>
          <p14:tracePt t="142280" x="2566988" y="6264275"/>
          <p14:tracePt t="142281" x="2584450" y="6264275"/>
          <p14:tracePt t="142296" x="2601913" y="6264275"/>
          <p14:tracePt t="142314" x="2619375" y="6264275"/>
          <p14:tracePt t="142330" x="2628900" y="6264275"/>
          <p14:tracePt t="142346" x="2646363" y="6264275"/>
          <p14:tracePt t="142363" x="2671763" y="6264275"/>
          <p14:tracePt t="142380" x="2689225" y="6264275"/>
          <p14:tracePt t="142396" x="2706688" y="6264275"/>
          <p14:tracePt t="142413" x="2724150" y="6264275"/>
          <p14:tracePt t="142430" x="2741613" y="6264275"/>
          <p14:tracePt t="142446" x="2751138" y="6264275"/>
          <p14:tracePt t="142474" x="2759075" y="6264275"/>
          <p14:tracePt t="142482" x="2768600" y="6264275"/>
          <p14:tracePt t="142505" x="2776538" y="6264275"/>
          <p14:tracePt t="142513" x="2786063" y="6264275"/>
          <p14:tracePt t="142530" x="2794000" y="6264275"/>
          <p14:tracePt t="142546" x="2811463" y="6264275"/>
          <p14:tracePt t="142563" x="2838450" y="6264275"/>
          <p14:tracePt t="142580" x="2863850" y="6264275"/>
          <p14:tracePt t="142596" x="2881313" y="6264275"/>
          <p14:tracePt t="142613" x="2908300" y="6272213"/>
          <p14:tracePt t="142630" x="2933700" y="6272213"/>
          <p14:tracePt t="142646" x="2960688" y="6272213"/>
          <p14:tracePt t="142663" x="2968625" y="6272213"/>
          <p14:tracePt t="142665" x="2978150" y="6272213"/>
          <p14:tracePt t="142680" x="2986088" y="6272213"/>
          <p14:tracePt t="142706" x="2995613" y="6272213"/>
          <p14:tracePt t="142714" x="3003550" y="6272213"/>
          <p14:tracePt t="142730" x="3021013" y="6272213"/>
          <p14:tracePt t="142746" x="3057525" y="6272213"/>
          <p14:tracePt t="142763" x="3092450" y="6272213"/>
          <p14:tracePt t="142780" x="3117850" y="6281738"/>
          <p14:tracePt t="142796" x="3162300" y="6281738"/>
          <p14:tracePt t="142813" x="3179763" y="6289675"/>
          <p14:tracePt t="142830" x="3197225" y="6289675"/>
          <p14:tracePt t="142846" x="3214688" y="6299200"/>
          <p14:tracePt t="142863" x="3232150" y="6299200"/>
          <p14:tracePt t="142880" x="3257550" y="6299200"/>
          <p14:tracePt t="142881" x="3267075" y="6299200"/>
          <p14:tracePt t="142898" x="3284538" y="6299200"/>
          <p14:tracePt t="142913" x="3309938" y="6299200"/>
          <p14:tracePt t="142930" x="3344863" y="6299200"/>
          <p14:tracePt t="142946" x="3397250" y="6299200"/>
          <p14:tracePt t="142963" x="3449638" y="6299200"/>
          <p14:tracePt t="142980" x="3476625" y="6299200"/>
          <p14:tracePt t="142996" x="3519488" y="6299200"/>
          <p14:tracePt t="143013" x="3536950" y="6299200"/>
          <p14:tracePt t="143030" x="3554413" y="6299200"/>
          <p14:tracePt t="143046" x="3571875" y="6299200"/>
          <p14:tracePt t="143063" x="3589338" y="6299200"/>
          <p14:tracePt t="143079" x="3606800" y="6299200"/>
          <p14:tracePt t="143081" x="3624263" y="6299200"/>
          <p14:tracePt t="143096" x="3633788" y="6299200"/>
          <p14:tracePt t="143112" x="3676650" y="6299200"/>
          <p14:tracePt t="143114" x="3694113" y="6299200"/>
          <p14:tracePt t="143130" x="3756025" y="6299200"/>
          <p14:tracePt t="143146" x="3790950" y="6307138"/>
          <p14:tracePt t="143163" x="3816350" y="6316663"/>
          <p14:tracePt t="143180" x="3851275" y="6316663"/>
          <p14:tracePt t="143196" x="3878263" y="6324600"/>
          <p14:tracePt t="143213" x="3903663" y="6324600"/>
          <p14:tracePt t="143230" x="3930650" y="6324600"/>
          <p14:tracePt t="143246" x="3973513" y="6324600"/>
          <p14:tracePt t="143263" x="4000500" y="6324600"/>
          <p14:tracePt t="143280" x="4025900" y="6324600"/>
          <p14:tracePt t="143282" x="4043363" y="6324600"/>
          <p14:tracePt t="143296" x="4060825" y="6324600"/>
          <p14:tracePt t="143297" x="4078288" y="6324600"/>
          <p14:tracePt t="143313" x="4113213" y="6324600"/>
          <p14:tracePt t="143330" x="4148138" y="6324600"/>
          <p14:tracePt t="143346" x="4183063" y="6324600"/>
          <p14:tracePt t="143363" x="4217988" y="6324600"/>
          <p14:tracePt t="143380" x="4262438" y="6324600"/>
          <p14:tracePt t="143396" x="4287838" y="6324600"/>
          <p14:tracePt t="143413" x="4322763" y="6324600"/>
          <p14:tracePt t="143430" x="4367213" y="6324600"/>
          <p14:tracePt t="143446" x="4454525" y="6334125"/>
          <p14:tracePt t="143463" x="4497388" y="6334125"/>
          <p14:tracePt t="143480" x="4654550" y="6334125"/>
          <p14:tracePt t="143481" x="4681538" y="6334125"/>
          <p14:tracePt t="143496" x="4741863" y="6334125"/>
          <p14:tracePt t="143497" x="4768850" y="6334125"/>
          <p14:tracePt t="143513" x="4899025" y="6334125"/>
          <p14:tracePt t="143530" x="4933950" y="6334125"/>
          <p14:tracePt t="143546" x="4951413" y="6334125"/>
          <p14:tracePt t="143563" x="4978400" y="6334125"/>
          <p14:tracePt t="143579" x="4986338" y="6334125"/>
          <p14:tracePt t="143596" x="5003800" y="6334125"/>
          <p14:tracePt t="143613" x="5013325" y="6334125"/>
          <p14:tracePt t="143629" x="5021263" y="6334125"/>
          <p14:tracePt t="143646" x="5030788" y="6334125"/>
          <p14:tracePt t="143662" x="5056188" y="6334125"/>
          <p14:tracePt t="143680" x="5108575" y="6334125"/>
          <p14:tracePt t="143681" x="5160963" y="6334125"/>
          <p14:tracePt t="143696" x="5195888" y="6334125"/>
          <p14:tracePt t="143697" x="5240338" y="6334125"/>
          <p14:tracePt t="143713" x="5370513" y="6334125"/>
          <p14:tracePt t="143730" x="5440363" y="6334125"/>
          <p14:tracePt t="143746" x="5554663" y="6334125"/>
          <p14:tracePt t="143763" x="5607050" y="6342063"/>
          <p14:tracePt t="143779" x="5659438" y="6342063"/>
          <p14:tracePt t="143796" x="5676900" y="6342063"/>
          <p14:tracePt t="143813" x="5702300" y="6342063"/>
          <p14:tracePt t="143829" x="5711825" y="6342063"/>
          <p14:tracePt t="143846" x="5719763" y="6342063"/>
          <p14:tracePt t="143863" x="5729288" y="6342063"/>
          <p14:tracePt t="143890" x="5737225" y="6342063"/>
          <p14:tracePt t="143898" x="5754688" y="6342063"/>
          <p14:tracePt t="143913" x="5789613" y="6342063"/>
          <p14:tracePt t="143930" x="5816600" y="6342063"/>
          <p14:tracePt t="143947" x="5842000" y="6342063"/>
          <p14:tracePt t="143963" x="5868988" y="6342063"/>
          <p14:tracePt t="143979" x="5886450" y="6342063"/>
          <p14:tracePt t="143996" x="5894388" y="6342063"/>
          <p14:tracePt t="144161" x="5911850" y="6334125"/>
          <p14:tracePt t="144169" x="5938838" y="6324600"/>
          <p14:tracePt t="144172" x="0" y="0"/>
        </p14:tracePtLst>
        <p14:tracePtLst>
          <p14:tracePt t="145446" x="8620125" y="5224463"/>
          <p14:tracePt t="145666" x="8610600" y="5224463"/>
          <p14:tracePt t="145674" x="8602663" y="5224463"/>
          <p14:tracePt t="145683" x="8593138" y="5232400"/>
          <p14:tracePt t="145696" x="8585200" y="5241925"/>
          <p14:tracePt t="145713" x="8575675" y="5249863"/>
          <p14:tracePt t="145729" x="8575675" y="5259388"/>
          <p14:tracePt t="145746" x="8575675" y="5284788"/>
          <p14:tracePt t="145769" x="8575675" y="5294313"/>
          <p14:tracePt t="145778" x="8585200" y="5294313"/>
          <p14:tracePt t="145796" x="8593138" y="5302250"/>
          <p14:tracePt t="145813" x="8593138" y="5311775"/>
          <p14:tracePt t="145829" x="8602663" y="5311775"/>
          <p14:tracePt t="145846" x="8602663" y="5319713"/>
          <p14:tracePt t="146139" x="0" y="0"/>
        </p14:tracePtLst>
        <p14:tracePtLst>
          <p14:tracePt t="147174" x="4908550" y="2979738"/>
          <p14:tracePt t="147274" x="4916488" y="2979738"/>
          <p14:tracePt t="147282" x="4933950" y="2979738"/>
          <p14:tracePt t="147306" x="4943475" y="2979738"/>
          <p14:tracePt t="147314" x="4960938" y="2979738"/>
          <p14:tracePt t="147329" x="4978400" y="2979738"/>
          <p14:tracePt t="147338" x="4986338" y="2979738"/>
          <p14:tracePt t="147346" x="4995863" y="2979738"/>
          <p14:tracePt t="147362" x="5013325" y="2979738"/>
          <p14:tracePt t="147379" x="5021263" y="2979738"/>
          <p14:tracePt t="147691" x="0" y="0"/>
        </p14:tracePtLst>
        <p14:tracePtLst>
          <p14:tracePt t="148710" x="8462963" y="5232400"/>
          <p14:tracePt t="148826" x="8470900" y="5232400"/>
          <p14:tracePt t="148834" x="8470900" y="5241925"/>
          <p14:tracePt t="148845" x="8470900" y="5249863"/>
          <p14:tracePt t="148862" x="8480425" y="5276850"/>
          <p14:tracePt t="148878" x="8488363" y="5311775"/>
          <p14:tracePt t="148895" x="8497888" y="5337175"/>
          <p14:tracePt t="148897" x="8505825" y="5354638"/>
          <p14:tracePt t="148913" x="8505825" y="5372100"/>
          <p14:tracePt t="148929" x="8515350" y="5389563"/>
          <p14:tracePt t="148946" x="8515350" y="5416550"/>
          <p14:tracePt t="148962" x="8515350" y="5434013"/>
          <p14:tracePt t="148978" x="8515350" y="5451475"/>
          <p14:tracePt t="148995" x="8515350" y="5459413"/>
          <p14:tracePt t="149011" x="8515350" y="5495925"/>
          <p14:tracePt t="149029" x="8515350" y="5521325"/>
          <p14:tracePt t="149045" x="8515350" y="5538788"/>
          <p14:tracePt t="149062" x="8515350" y="5556250"/>
          <p14:tracePt t="149079" x="8515350" y="5573713"/>
          <p14:tracePt t="149095" x="8505825" y="5583238"/>
          <p14:tracePt t="149097" x="8505825" y="5600700"/>
          <p14:tracePt t="149112" x="8505825" y="5608638"/>
          <p14:tracePt t="149113" x="8505825" y="5618163"/>
          <p14:tracePt t="149128" x="8497888" y="5635625"/>
          <p14:tracePt t="149146" x="8488363" y="5653088"/>
          <p14:tracePt t="149162" x="8480425" y="5661025"/>
          <p14:tracePt t="149179" x="8480425" y="5688013"/>
          <p14:tracePt t="149195" x="8470900" y="5705475"/>
          <p14:tracePt t="149212" x="8470900" y="5713413"/>
          <p14:tracePt t="149229" x="8462963" y="5730875"/>
          <p14:tracePt t="149245" x="8453438" y="5748338"/>
          <p14:tracePt t="149262" x="8453438" y="5765800"/>
          <p14:tracePt t="149279" x="8453438" y="5783263"/>
          <p14:tracePt t="149281" x="8445500" y="5800725"/>
          <p14:tracePt t="149295" x="8445500" y="5810250"/>
          <p14:tracePt t="149312" x="8435975" y="5835650"/>
          <p14:tracePt t="149313" x="8435975" y="5853113"/>
          <p14:tracePt t="149328" x="8435975" y="5870575"/>
          <p14:tracePt t="149330" x="8435975" y="5888038"/>
          <p14:tracePt t="149345" x="8435975" y="5915025"/>
          <p14:tracePt t="149362" x="8435975" y="5957888"/>
          <p14:tracePt t="149379" x="8435975" y="5992813"/>
          <p14:tracePt t="149395" x="8435975" y="6010275"/>
          <p14:tracePt t="149412" x="8435975" y="6037263"/>
          <p14:tracePt t="149429" x="8435975" y="6072188"/>
          <p14:tracePt t="149445" x="8435975" y="6115050"/>
          <p14:tracePt t="149462" x="8435975" y="6167438"/>
          <p14:tracePt t="149479" x="8435975" y="6211888"/>
          <p14:tracePt t="149481" x="8435975" y="6229350"/>
          <p14:tracePt t="149495" x="8435975" y="6237288"/>
          <p14:tracePt t="149512" x="8435975" y="6254750"/>
          <p14:tracePt t="149513" x="8435975" y="6264275"/>
          <p14:tracePt t="149529" x="8435975" y="6281738"/>
          <p14:tracePt t="149545" x="8435975" y="6289675"/>
          <p14:tracePt t="149562" x="8435975" y="6307138"/>
          <p14:tracePt t="149842" x="8428038" y="6307138"/>
          <p14:tracePt t="149851" x="0" y="0"/>
        </p14:tracePtLst>
        <p14:tracePtLst>
          <p14:tracePt t="150390" x="8532813" y="6124575"/>
          <p14:tracePt t="150554" x="8523288" y="6124575"/>
          <p14:tracePt t="150570" x="8515350" y="6124575"/>
          <p14:tracePt t="150578" x="8505825" y="6115050"/>
          <p14:tracePt t="150594" x="8497888" y="6107113"/>
          <p14:tracePt t="150610" x="8480425" y="6097588"/>
          <p14:tracePt t="150618" x="8470900" y="6097588"/>
          <p14:tracePt t="150642" x="8462963" y="6097588"/>
          <p14:tracePt t="150682" x="8453438" y="6097588"/>
          <p14:tracePt t="150706" x="8445500" y="6097588"/>
          <p14:tracePt t="150722" x="8435975" y="6097588"/>
          <p14:tracePt t="150746" x="8428038" y="6097588"/>
          <p14:tracePt t="150778" x="8418513" y="6097588"/>
          <p14:tracePt t="150801" x="8410575" y="6097588"/>
          <p14:tracePt t="150881" x="8401050" y="6097588"/>
          <p14:tracePt t="150898" x="8393113" y="6097588"/>
          <p14:tracePt t="150930" x="8383588" y="6097588"/>
          <p14:tracePt t="150938" x="8366125" y="6097588"/>
          <p14:tracePt t="150954" x="8358188" y="6097588"/>
          <p14:tracePt t="150962" x="8348663" y="6097588"/>
          <p14:tracePt t="150978" x="8340725" y="6097588"/>
          <p14:tracePt t="150995" x="8331200" y="6097588"/>
          <p14:tracePt t="151026" x="8323263" y="6097588"/>
          <p14:tracePt t="151050" x="8313738" y="6097588"/>
          <p14:tracePt t="151058" x="8305800" y="6097588"/>
          <p14:tracePt t="151066" x="8296275" y="6097588"/>
          <p14:tracePt t="151078" x="8288338" y="6107113"/>
          <p14:tracePt t="151095" x="8270875" y="6115050"/>
          <p14:tracePt t="151112" x="8253413" y="6115050"/>
          <p14:tracePt t="151113" x="8253413" y="6124575"/>
          <p14:tracePt t="151128" x="8243888" y="6124575"/>
          <p14:tracePt t="151130" x="8243888" y="6132513"/>
          <p14:tracePt t="151146" x="8235950" y="6132513"/>
          <p14:tracePt t="151162" x="8235950" y="6142038"/>
          <p14:tracePt t="151178" x="8226425" y="6142038"/>
          <p14:tracePt t="151202" x="8226425" y="6149975"/>
          <p14:tracePt t="151212" x="8218488" y="6149975"/>
          <p14:tracePt t="151228" x="8201025" y="6159500"/>
          <p14:tracePt t="151245" x="8191500" y="6184900"/>
          <p14:tracePt t="151262" x="8183563" y="6194425"/>
          <p14:tracePt t="151278" x="8174038" y="6211888"/>
          <p14:tracePt t="151295" x="8174038" y="6219825"/>
          <p14:tracePt t="151312" x="8174038" y="6229350"/>
          <p14:tracePt t="151313" x="8166100" y="6229350"/>
          <p14:tracePt t="151338" x="8166100" y="6237288"/>
          <p14:tracePt t="151346" x="8166100" y="6246813"/>
          <p14:tracePt t="151362" x="8156575" y="6254750"/>
          <p14:tracePt t="151379" x="8156575" y="6264275"/>
          <p14:tracePt t="151395" x="8148638" y="6272213"/>
          <p14:tracePt t="151412" x="8148638" y="6289675"/>
          <p14:tracePt t="151428" x="8139113" y="6299200"/>
          <p14:tracePt t="151445" x="8139113" y="6307138"/>
          <p14:tracePt t="151462" x="8139113" y="6324600"/>
          <p14:tracePt t="151479" x="8139113" y="6342063"/>
          <p14:tracePt t="151498" x="8139113" y="6351588"/>
          <p14:tracePt t="151512" x="8139113" y="6359525"/>
          <p14:tracePt t="151530" x="8148638" y="6369050"/>
          <p14:tracePt t="151545" x="8156575" y="6376988"/>
          <p14:tracePt t="151562" x="8166100" y="6386513"/>
          <p14:tracePt t="151578" x="8183563" y="6386513"/>
          <p14:tracePt t="151595" x="8201025" y="6386513"/>
          <p14:tracePt t="151612" x="8226425" y="6394450"/>
          <p14:tracePt t="151628" x="8243888" y="6394450"/>
          <p14:tracePt t="151650" x="8253413" y="6403975"/>
          <p14:tracePt t="151662" x="8261350" y="6403975"/>
          <p14:tracePt t="151678" x="8270875" y="6403975"/>
          <p14:tracePt t="151695" x="8278813" y="6403975"/>
          <p14:tracePt t="151714" x="8288338" y="6403975"/>
          <p14:tracePt t="151746" x="8296275" y="6403975"/>
          <p14:tracePt t="151754" x="8313738" y="6403975"/>
          <p14:tracePt t="151770" x="8323263" y="6403975"/>
          <p14:tracePt t="151778" x="8340725" y="6403975"/>
          <p14:tracePt t="151795" x="8358188" y="6403975"/>
          <p14:tracePt t="151811" x="8383588" y="6403975"/>
          <p14:tracePt t="151828" x="8393113" y="6403975"/>
          <p14:tracePt t="151845" x="8410575" y="6403975"/>
          <p14:tracePt t="151862" x="8418513" y="6403975"/>
          <p14:tracePt t="151882" x="8428038" y="6403975"/>
          <p14:tracePt t="151906" x="8435975" y="6403975"/>
          <p14:tracePt t="151930" x="8445500" y="6403975"/>
          <p14:tracePt t="151938" x="8453438" y="6403975"/>
          <p14:tracePt t="151953" x="8462963" y="6403975"/>
          <p14:tracePt t="151969" x="8470900" y="6403975"/>
          <p14:tracePt t="151978" x="8480425" y="6403975"/>
          <p14:tracePt t="151995" x="8488363" y="6403975"/>
          <p14:tracePt t="152012" x="8505825" y="6403975"/>
          <p14:tracePt t="152029" x="8515350" y="6403975"/>
          <p14:tracePt t="152045" x="8523288" y="6403975"/>
          <p14:tracePt t="152062" x="8540750" y="6403975"/>
          <p14:tracePt t="152078" x="8550275" y="6403975"/>
          <p14:tracePt t="152095" x="8567738" y="6403975"/>
          <p14:tracePt t="152112" x="8575675" y="6394450"/>
          <p14:tracePt t="152113" x="8585200" y="6394450"/>
          <p14:tracePt t="152129" x="8602663" y="6386513"/>
          <p14:tracePt t="152145" x="8620125" y="6369050"/>
          <p14:tracePt t="152162" x="8645525" y="6359525"/>
          <p14:tracePt t="152178" x="8655050" y="6359525"/>
          <p14:tracePt t="152195" x="8662988" y="6359525"/>
          <p14:tracePt t="152212" x="8662988" y="6351588"/>
          <p14:tracePt t="152228" x="8662988" y="6342063"/>
          <p14:tracePt t="152245" x="8662988" y="6324600"/>
          <p14:tracePt t="152262" x="8662988" y="6299200"/>
          <p14:tracePt t="152278" x="8662988" y="6264275"/>
          <p14:tracePt t="152295" x="8662988" y="6229350"/>
          <p14:tracePt t="152312" x="8662988" y="6219825"/>
          <p14:tracePt t="152313" x="8662988" y="6211888"/>
          <p14:tracePt t="152328" x="8662988" y="6202363"/>
          <p14:tracePt t="152330" x="8662988" y="6194425"/>
          <p14:tracePt t="152345" x="8662988" y="6184900"/>
          <p14:tracePt t="152370" x="8662988" y="6176963"/>
          <p14:tracePt t="152378" x="8662988" y="6167438"/>
          <p14:tracePt t="152395" x="8655050" y="6159500"/>
          <p14:tracePt t="152412" x="8645525" y="6142038"/>
          <p14:tracePt t="152428" x="8620125" y="6132513"/>
          <p14:tracePt t="152445" x="8610600" y="6124575"/>
          <p14:tracePt t="152538" x="8602663" y="6124575"/>
          <p14:tracePt t="152546" x="8593138" y="6124575"/>
          <p14:tracePt t="152578" x="8585200" y="6124575"/>
          <p14:tracePt t="152610" x="8575675" y="6124575"/>
          <p14:tracePt t="153594" x="8567738" y="6124575"/>
          <p14:tracePt t="153602" x="8558213" y="6124575"/>
          <p14:tracePt t="153611" x="8550275" y="6132513"/>
          <p14:tracePt t="153730" x="8540750" y="6132513"/>
          <p14:tracePt t="153738" x="8532813" y="6132513"/>
          <p14:tracePt t="153754" x="8523288" y="6132513"/>
          <p14:tracePt t="153786" x="8515350" y="6132513"/>
          <p14:tracePt t="153834" x="8505825" y="6132513"/>
          <p14:tracePt t="153866" x="8497888" y="6132513"/>
          <p14:tracePt t="153874" x="8488363" y="6132513"/>
          <p14:tracePt t="153890" x="8488363" y="6142038"/>
          <p14:tracePt t="153906" x="8488363" y="6149975"/>
          <p14:tracePt t="153914" x="8470900" y="6149975"/>
          <p14:tracePt t="153928" x="8462963" y="6159500"/>
          <p14:tracePt t="153929" x="8462963" y="6167438"/>
          <p14:tracePt t="153945" x="8435975" y="6176963"/>
          <p14:tracePt t="153961" x="8428038" y="6194425"/>
          <p14:tracePt t="153978" x="8410575" y="6211888"/>
          <p14:tracePt t="153995" x="8401050" y="6219825"/>
          <p14:tracePt t="154011" x="8393113" y="6246813"/>
          <p14:tracePt t="154028" x="8383588" y="6264275"/>
          <p14:tracePt t="154045" x="8375650" y="6281738"/>
          <p14:tracePt t="154061" x="8375650" y="6299200"/>
          <p14:tracePt t="154078" x="8366125" y="6307138"/>
          <p14:tracePt t="154095" x="8366125" y="6324600"/>
          <p14:tracePt t="154111" x="8366125" y="6342063"/>
          <p14:tracePt t="154128" x="8366125" y="6351588"/>
          <p14:tracePt t="154145" x="8375650" y="6359525"/>
          <p14:tracePt t="154162" x="8383588" y="6359525"/>
          <p14:tracePt t="154194" x="8393113" y="6359525"/>
          <p14:tracePt t="154202" x="8401050" y="6359525"/>
          <p14:tracePt t="154211" x="8410575" y="6359525"/>
          <p14:tracePt t="154228" x="8453438" y="6359525"/>
          <p14:tracePt t="154245" x="8532813" y="6359525"/>
          <p14:tracePt t="154261" x="8567738" y="6359525"/>
          <p14:tracePt t="154278" x="8585200" y="6359525"/>
          <p14:tracePt t="154294" x="8602663" y="6359525"/>
          <p14:tracePt t="154362" x="8610600" y="6359525"/>
          <p14:tracePt t="154434" x="8602663" y="6359525"/>
          <p14:tracePt t="154506" x="8593138" y="6359525"/>
          <p14:tracePt t="155507" x="0" y="0"/>
        </p14:tracePtLst>
        <p14:tracePtLst>
          <p14:tracePt t="164958" x="4646613" y="3022600"/>
          <p14:tracePt t="165058" x="4672013" y="3022600"/>
          <p14:tracePt t="165066" x="4681538" y="3022600"/>
          <p14:tracePt t="165076" x="4699000" y="3040063"/>
          <p14:tracePt t="165093" x="4716463" y="3049588"/>
          <p14:tracePt t="165109" x="4751388" y="3067050"/>
          <p14:tracePt t="165126" x="4768850" y="3092450"/>
          <p14:tracePt t="165143" x="4794250" y="3101975"/>
          <p14:tracePt t="165160" x="4821238" y="3109913"/>
          <p14:tracePt t="165161" x="4829175" y="3109913"/>
          <p14:tracePt t="165176" x="4829175" y="3127375"/>
          <p14:tracePt t="165177" x="4846638" y="3127375"/>
          <p14:tracePt t="165193" x="4864100" y="3127375"/>
          <p14:tracePt t="165210" x="4891088" y="3127375"/>
          <p14:tracePt t="165226" x="4908550" y="3136900"/>
          <p14:tracePt t="165243" x="4916488" y="3136900"/>
          <p14:tracePt t="165260" x="4933950" y="3136900"/>
          <p14:tracePt t="165276" x="4951413" y="3136900"/>
          <p14:tracePt t="165293" x="4968875" y="3136900"/>
          <p14:tracePt t="165309" x="4978400" y="3136900"/>
          <p14:tracePt t="165326" x="4995863" y="3136900"/>
          <p14:tracePt t="165343" x="5013325" y="3136900"/>
          <p14:tracePt t="165359" x="5038725" y="3136900"/>
          <p14:tracePt t="165361" x="5056188" y="3136900"/>
          <p14:tracePt t="165376" x="5073650" y="3136900"/>
          <p14:tracePt t="165377" x="5083175" y="3136900"/>
          <p14:tracePt t="165393" x="5118100" y="3127375"/>
          <p14:tracePt t="165409" x="5126038" y="3127375"/>
          <p14:tracePt t="165426" x="5153025" y="3109913"/>
          <p14:tracePt t="165442" x="5170488" y="3101975"/>
          <p14:tracePt t="165460" x="5187950" y="3101975"/>
          <p14:tracePt t="165476" x="5205413" y="3092450"/>
          <p14:tracePt t="165493" x="5230813" y="3074988"/>
          <p14:tracePt t="165509" x="5248275" y="3067050"/>
          <p14:tracePt t="165526" x="5265738" y="3049588"/>
          <p14:tracePt t="165543" x="5283200" y="3032125"/>
          <p14:tracePt t="165559" x="5283200" y="3022600"/>
          <p14:tracePt t="165561" x="5283200" y="3005138"/>
          <p14:tracePt t="165576" x="5292725" y="2997200"/>
          <p14:tracePt t="165577" x="5292725" y="2987675"/>
          <p14:tracePt t="165593" x="5292725" y="2970213"/>
          <p14:tracePt t="165610" x="5292725" y="2944813"/>
          <p14:tracePt t="165626" x="5275263" y="2935288"/>
          <p14:tracePt t="165643" x="5248275" y="2909888"/>
          <p14:tracePt t="165659" x="5213350" y="2874963"/>
          <p14:tracePt t="165676" x="5205413" y="2865438"/>
          <p14:tracePt t="165693" x="5187950" y="2840038"/>
          <p14:tracePt t="165709" x="5170488" y="2822575"/>
          <p14:tracePt t="165726" x="5160963" y="2805113"/>
          <p14:tracePt t="165743" x="5143500" y="2787650"/>
          <p14:tracePt t="165759" x="5135563" y="2778125"/>
          <p14:tracePt t="165761" x="5126038" y="2778125"/>
          <p14:tracePt t="165776" x="5118100" y="2778125"/>
          <p14:tracePt t="165777" x="5108575" y="2770188"/>
          <p14:tracePt t="165793" x="5073650" y="2760663"/>
          <p14:tracePt t="165809" x="5048250" y="2752725"/>
          <p14:tracePt t="165827" x="5038725" y="2743200"/>
          <p14:tracePt t="165843" x="5030788" y="2733675"/>
          <p14:tracePt t="165859" x="5021263" y="2733675"/>
          <p14:tracePt t="165882" x="5013325" y="2733675"/>
          <p14:tracePt t="165930" x="5003800" y="2733675"/>
          <p14:tracePt t="165938" x="4986338" y="2743200"/>
          <p14:tracePt t="165954" x="4951413" y="2752725"/>
          <p14:tracePt t="165961" x="4943475" y="2770188"/>
          <p14:tracePt t="165976" x="4933950" y="2778125"/>
          <p14:tracePt t="165978" x="4899025" y="2795588"/>
          <p14:tracePt t="165993" x="4881563" y="2813050"/>
          <p14:tracePt t="166009" x="4864100" y="2830513"/>
          <p14:tracePt t="166026" x="4846638" y="2840038"/>
          <p14:tracePt t="166043" x="4838700" y="2865438"/>
          <p14:tracePt t="166059" x="4829175" y="2882900"/>
          <p14:tracePt t="166076" x="4821238" y="2900363"/>
          <p14:tracePt t="166093" x="4811713" y="2917825"/>
          <p14:tracePt t="166110" x="4811713" y="2927350"/>
          <p14:tracePt t="166126" x="4811713" y="2935288"/>
          <p14:tracePt t="166143" x="4811713" y="2944813"/>
          <p14:tracePt t="166159" x="4811713" y="2952750"/>
          <p14:tracePt t="166210" x="4821238" y="2962275"/>
          <p14:tracePt t="166218" x="4829175" y="2962275"/>
          <p14:tracePt t="166234" x="4838700" y="2962275"/>
          <p14:tracePt t="166291" x="0" y="0"/>
        </p14:tracePtLst>
        <p14:tracePtLst>
          <p14:tracePt t="168606" x="2471738" y="5565775"/>
          <p14:tracePt t="168609" x="2479675" y="5565775"/>
          <p14:tracePt t="168690" x="2489200" y="5565775"/>
          <p14:tracePt t="168722" x="2489200" y="5583238"/>
          <p14:tracePt t="168730" x="2497138" y="5635625"/>
          <p14:tracePt t="168738" x="2497138" y="5670550"/>
          <p14:tracePt t="168746" x="2497138" y="5678488"/>
          <p14:tracePt t="168759" x="2497138" y="5705475"/>
          <p14:tracePt t="168776" x="2497138" y="5748338"/>
          <p14:tracePt t="168777" x="2497138" y="5775325"/>
          <p14:tracePt t="168792" x="2497138" y="5792788"/>
          <p14:tracePt t="168794" x="2497138" y="5800725"/>
          <p14:tracePt t="168809" x="2497138" y="5835650"/>
          <p14:tracePt t="168826" x="2497138" y="5845175"/>
          <p14:tracePt t="168842" x="2497138" y="5870575"/>
          <p14:tracePt t="168859" x="2497138" y="5888038"/>
          <p14:tracePt t="168876" x="2497138" y="5915025"/>
          <p14:tracePt t="168892" x="2497138" y="5940425"/>
          <p14:tracePt t="168909" x="2497138" y="5992813"/>
          <p14:tracePt t="168925" x="2497138" y="6027738"/>
          <p14:tracePt t="168942" x="2497138" y="6054725"/>
          <p14:tracePt t="168959" x="2497138" y="6072188"/>
          <p14:tracePt t="168975" x="2497138" y="6089650"/>
          <p14:tracePt t="168977" x="2497138" y="6107113"/>
          <p14:tracePt t="168993" x="2497138" y="6115050"/>
          <p14:tracePt t="168994" x="2497138" y="6124575"/>
          <p14:tracePt t="169010" x="2497138" y="6142038"/>
          <p14:tracePt t="169026" x="2497138" y="6159500"/>
          <p14:tracePt t="169042" x="2497138" y="6167438"/>
          <p14:tracePt t="169059" x="2497138" y="6184900"/>
          <p14:tracePt t="169076" x="2506663" y="6202363"/>
          <p14:tracePt t="169092" x="2506663" y="6219825"/>
          <p14:tracePt t="169110" x="2506663" y="6237288"/>
          <p14:tracePt t="169125" x="2506663" y="6264275"/>
          <p14:tracePt t="169142" x="2506663" y="6272213"/>
          <p14:tracePt t="169159" x="2506663" y="6289675"/>
          <p14:tracePt t="169175" x="2506663" y="6316663"/>
          <p14:tracePt t="169192" x="2506663" y="6334125"/>
          <p14:tracePt t="169193" x="2506663" y="6342063"/>
          <p14:tracePt t="169210" x="2506663" y="6351588"/>
          <p14:tracePt t="169225" x="2497138" y="6359525"/>
          <p14:tracePt t="170210" x="0" y="0"/>
        </p14:tracePtLst>
        <p14:tracePtLst>
          <p14:tracePt t="171630" x="3344863" y="5276850"/>
          <p14:tracePt t="171642" x="3354388" y="5276850"/>
          <p14:tracePt t="171657" x="3362325" y="5276850"/>
          <p14:tracePt t="171674" x="3371850" y="5276850"/>
          <p14:tracePt t="171682" x="3379788" y="5276850"/>
          <p14:tracePt t="171698" x="3389313" y="5276850"/>
          <p14:tracePt t="171709" x="3397250" y="5276850"/>
          <p14:tracePt t="171725" x="3424238" y="5276850"/>
          <p14:tracePt t="171741" x="3459163" y="5276850"/>
          <p14:tracePt t="171759" x="3519488" y="5276850"/>
          <p14:tracePt t="171775" x="3616325" y="5276850"/>
          <p14:tracePt t="171791" x="3781425" y="5284788"/>
          <p14:tracePt t="171809" x="3983038" y="5284788"/>
          <p14:tracePt t="171826" x="4070350" y="5294313"/>
          <p14:tracePt t="171842" x="4113213" y="5294313"/>
          <p14:tracePt t="171858" x="4175125" y="5294313"/>
          <p14:tracePt t="171875" x="4217988" y="5294313"/>
          <p14:tracePt t="171892" x="4244975" y="5302250"/>
          <p14:tracePt t="171909" x="4297363" y="5302250"/>
          <p14:tracePt t="171926" x="4322763" y="5302250"/>
          <p14:tracePt t="171942" x="4357688" y="5302250"/>
          <p14:tracePt t="171959" x="4392613" y="5302250"/>
          <p14:tracePt t="171975" x="4454525" y="5311775"/>
          <p14:tracePt t="171992" x="4489450" y="5311775"/>
          <p14:tracePt t="171993" x="4524375" y="5311775"/>
          <p14:tracePt t="172009" x="4541838" y="5311775"/>
          <p14:tracePt t="172010" x="4549775" y="5311775"/>
          <p14:tracePt t="172025" x="4594225" y="5311775"/>
          <p14:tracePt t="172042" x="4629150" y="5311775"/>
          <p14:tracePt t="172058" x="4664075" y="5311775"/>
          <p14:tracePt t="172075" x="4699000" y="5311775"/>
          <p14:tracePt t="172092" x="4751388" y="5311775"/>
          <p14:tracePt t="172109" x="4786313" y="5311775"/>
          <p14:tracePt t="172125" x="4864100" y="5311775"/>
          <p14:tracePt t="172142" x="4926013" y="5311775"/>
          <p14:tracePt t="172158" x="4960938" y="5311775"/>
          <p14:tracePt t="172175" x="5013325" y="5311775"/>
          <p14:tracePt t="172192" x="5048250" y="5311775"/>
          <p14:tracePt t="172193" x="5056188" y="5311775"/>
          <p14:tracePt t="172208" x="5065713" y="5311775"/>
          <p14:tracePt t="172210" x="5091113" y="5311775"/>
          <p14:tracePt t="172225" x="5126038" y="5311775"/>
          <p14:tracePt t="172242" x="5160963" y="5311775"/>
          <p14:tracePt t="172258" x="5283200" y="5311775"/>
          <p14:tracePt t="172275" x="5387975" y="5311775"/>
          <p14:tracePt t="172292" x="5467350" y="5311775"/>
          <p14:tracePt t="172308" x="5562600" y="5311775"/>
          <p14:tracePt t="172325" x="5624513" y="5311775"/>
          <p14:tracePt t="172342" x="5737225" y="5311775"/>
          <p14:tracePt t="172358" x="5799138" y="5302250"/>
          <p14:tracePt t="172375" x="5834063" y="5302250"/>
          <p14:tracePt t="172391" x="5868988" y="5302250"/>
          <p14:tracePt t="172408" x="5903913" y="5302250"/>
          <p14:tracePt t="172409" x="5921375" y="5302250"/>
          <p14:tracePt t="172425" x="5946775" y="5311775"/>
          <p14:tracePt t="172442" x="5991225" y="5311775"/>
          <p14:tracePt t="172458" x="6034088" y="5311775"/>
          <p14:tracePt t="172475" x="6086475" y="5311775"/>
          <p14:tracePt t="172492" x="6140450" y="5311775"/>
          <p14:tracePt t="172508" x="6192838" y="5311775"/>
          <p14:tracePt t="172525" x="6227763" y="5311775"/>
          <p14:tracePt t="172542" x="6270625" y="5311775"/>
          <p14:tracePt t="172559" x="6297613" y="5311775"/>
          <p14:tracePt t="172575" x="6315075" y="5311775"/>
          <p14:tracePt t="172592" x="6340475" y="5311775"/>
          <p14:tracePt t="172593" x="6357938" y="5311775"/>
          <p14:tracePt t="172608" x="6367463" y="5311775"/>
          <p14:tracePt t="172610" x="6384925" y="5311775"/>
          <p14:tracePt t="172625" x="6410325" y="5311775"/>
          <p14:tracePt t="172642" x="6472238" y="5311775"/>
          <p14:tracePt t="172658" x="6497638" y="5294313"/>
          <p14:tracePt t="172675" x="6524625" y="5294313"/>
          <p14:tracePt t="172692" x="6577013" y="5294313"/>
          <p14:tracePt t="172708" x="6602413" y="5294313"/>
          <p14:tracePt t="172725" x="6646863" y="5294313"/>
          <p14:tracePt t="172742" x="6707188" y="5294313"/>
          <p14:tracePt t="172758" x="6751638" y="5294313"/>
          <p14:tracePt t="172775" x="6786563" y="5294313"/>
          <p14:tracePt t="172792" x="6846888" y="5294313"/>
          <p14:tracePt t="172793" x="6891338" y="5294313"/>
          <p14:tracePt t="172809" x="6951663" y="5294313"/>
          <p14:tracePt t="172810" x="6986588" y="5294313"/>
          <p14:tracePt t="172825" x="7056438" y="5294313"/>
          <p14:tracePt t="172842" x="7170738" y="5294313"/>
          <p14:tracePt t="172858" x="7258050" y="5294313"/>
          <p14:tracePt t="172875" x="7362825" y="5294313"/>
          <p14:tracePt t="172892" x="7527925" y="5294313"/>
          <p14:tracePt t="172908" x="7702550" y="5294313"/>
          <p14:tracePt t="172925" x="7851775" y="5294313"/>
          <p14:tracePt t="172941" x="8008938" y="5294313"/>
          <p14:tracePt t="172958" x="8226425" y="5294313"/>
          <p14:tracePt t="172975" x="8375650" y="5302250"/>
          <p14:tracePt t="172992" x="8497888" y="5302250"/>
          <p14:tracePt t="172993" x="8523288" y="5302250"/>
          <p14:tracePt t="173008" x="8585200" y="5302250"/>
          <p14:tracePt t="173010" x="8610600" y="5302250"/>
          <p14:tracePt t="173025" x="8732838" y="5302250"/>
          <p14:tracePt t="173042" x="8812213" y="5311775"/>
          <p14:tracePt t="173058" x="8890000" y="5311775"/>
          <p14:tracePt t="173075" x="8942388" y="5311775"/>
          <p14:tracePt t="173091" x="8959850" y="5311775"/>
          <p14:tracePt t="173108" x="8969375" y="5311775"/>
          <p14:tracePt t="173138" x="8977313" y="5311775"/>
          <p14:tracePt t="173147" x="9004300" y="5311775"/>
          <p14:tracePt t="173158" x="9021763" y="5311775"/>
          <p14:tracePt t="173175" x="9064625" y="5311775"/>
          <p14:tracePt t="173191" x="9099550" y="5311775"/>
          <p14:tracePt t="173490" x="0" y="0"/>
        </p14:tracePtLst>
      </p14:laserTraceLst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48B48-E20E-CBED-67C5-31369801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4.12 (Cupones de alimentos)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342D5-6C94-5A4A-3B99-09031B7CE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El </a:t>
            </a:r>
            <a:r>
              <a:rPr lang="en-US" altLang="es-ES" sz="2800" dirty="0" err="1"/>
              <a:t>gobierno</a:t>
            </a:r>
            <a:r>
              <a:rPr lang="en-US" altLang="es-ES" sz="2800" dirty="0"/>
              <a:t> del </a:t>
            </a:r>
            <a:r>
              <a:rPr lang="en-US" altLang="es-ES" sz="2800" dirty="0" err="1"/>
              <a:t>país</a:t>
            </a:r>
            <a:r>
              <a:rPr lang="en-US" altLang="es-ES" sz="2800" dirty="0"/>
              <a:t> en </a:t>
            </a:r>
            <a:r>
              <a:rPr lang="en-US" altLang="es-ES" sz="2800" dirty="0" err="1"/>
              <a:t>el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Ejemplo</a:t>
            </a:r>
            <a:r>
              <a:rPr lang="en-US" altLang="es-ES" sz="2800" dirty="0"/>
              <a:t> 4.11 decide </a:t>
            </a:r>
            <a:r>
              <a:rPr lang="en-US" altLang="es-ES" sz="2800" dirty="0" err="1"/>
              <a:t>emitir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cupones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alimentos</a:t>
            </a:r>
            <a:r>
              <a:rPr lang="en-US" altLang="es-ES" sz="2800" dirty="0"/>
              <a:t> para </a:t>
            </a:r>
            <a:r>
              <a:rPr lang="en-US" altLang="es-ES" sz="2800" dirty="0" err="1"/>
              <a:t>el</a:t>
            </a:r>
            <a:r>
              <a:rPr lang="en-US" altLang="es-ES" sz="2800" dirty="0"/>
              <a:t> 3 % de los </a:t>
            </a:r>
            <a:r>
              <a:rPr lang="en-US" altLang="es-ES" sz="2800" dirty="0" err="1"/>
              <a:t>hogares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más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pobres</a:t>
            </a:r>
            <a:r>
              <a:rPr lang="en-US" altLang="es-ES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¿</a:t>
            </a:r>
            <a:r>
              <a:rPr lang="en-US" altLang="es-ES" sz="2800" dirty="0" err="1"/>
              <a:t>Qué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ingresos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máximos</a:t>
            </a:r>
            <a:r>
              <a:rPr lang="en-US" altLang="es-ES" sz="2800" dirty="0"/>
              <a:t> </a:t>
            </a:r>
            <a:r>
              <a:rPr lang="en-US" altLang="es-ES" dirty="0" err="1"/>
              <a:t>deben</a:t>
            </a:r>
            <a:r>
              <a:rPr lang="en-US" altLang="es-ES" dirty="0"/>
              <a:t> </a:t>
            </a:r>
            <a:r>
              <a:rPr lang="en-US" altLang="es-ES" dirty="0" err="1"/>
              <a:t>tener</a:t>
            </a:r>
            <a:r>
              <a:rPr lang="en-US" altLang="es-ES" dirty="0"/>
              <a:t> las </a:t>
            </a:r>
            <a:r>
              <a:rPr lang="en-US" altLang="es-ES" sz="2800" dirty="0" err="1"/>
              <a:t>familias</a:t>
            </a:r>
            <a:r>
              <a:rPr lang="en-US" altLang="es-ES" sz="2800" dirty="0"/>
              <a:t> para </a:t>
            </a:r>
            <a:r>
              <a:rPr lang="en-US" altLang="es-ES" sz="2800" dirty="0" err="1"/>
              <a:t>recibir</a:t>
            </a:r>
            <a:r>
              <a:rPr lang="en-US" altLang="es-ES" sz="2800" dirty="0"/>
              <a:t> un </a:t>
            </a:r>
            <a:r>
              <a:rPr lang="en-US" altLang="es-ES" sz="2800" dirty="0" err="1"/>
              <a:t>cupón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alimentos</a:t>
            </a:r>
            <a:r>
              <a:rPr lang="en-US" altLang="es-ES" sz="2800" dirty="0"/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9F0180-E87B-94E1-C6EC-F658288B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436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46"/>
    </mc:Choice>
    <mc:Fallback xmlns="">
      <p:transition spd="slow" advTm="2234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48B48-E20E-CBED-67C5-31369801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4.12 </a:t>
            </a:r>
            <a:r>
              <a:rPr lang="es-ES" dirty="0"/>
              <a:t>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342D5-6C94-5A4A-3B99-09031B7CE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7166400" cy="421957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Necesitamos </a:t>
                </a:r>
                <a:r>
                  <a:rPr lang="en-US" dirty="0" err="1"/>
                  <a:t>encontrar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de </a:t>
                </a:r>
                <a:r>
                  <a:rPr lang="en-US" dirty="0" err="1"/>
                  <a:t>ingreso</a:t>
                </a:r>
                <a:r>
                  <a:rPr lang="en-US" dirty="0"/>
                  <a:t> x </a:t>
                </a:r>
                <a:r>
                  <a:rPr lang="en-US" dirty="0" err="1"/>
                  <a:t>tal</a:t>
                </a:r>
                <a:r>
                  <a:rPr lang="en-US" dirty="0"/>
                  <a:t> que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03</m:t>
                    </m:r>
                  </m:oMath>
                </a14:m>
                <a:endParaRPr lang="en-US" dirty="0"/>
              </a:p>
              <a:p>
                <a:r>
                  <a:rPr lang="en-US" dirty="0" err="1">
                    <a:sym typeface="Wingdings" panose="05000000000000000000" pitchFamily="2" charset="2"/>
                  </a:rPr>
                  <a:t>Transformando</a:t>
                </a:r>
                <a:r>
                  <a:rPr lang="en-US" dirty="0">
                    <a:sym typeface="Wingdings" panose="05000000000000000000" pitchFamily="2" charset="2"/>
                  </a:rPr>
                  <a:t> en </a:t>
                </a:r>
                <a:r>
                  <a:rPr lang="en-US" dirty="0" err="1">
                    <a:sym typeface="Wingdings" panose="05000000000000000000" pitchFamily="2" charset="2"/>
                  </a:rPr>
                  <a:t>una</a:t>
                </a:r>
                <a:r>
                  <a:rPr lang="en-US" dirty="0">
                    <a:sym typeface="Wingdings" panose="05000000000000000000" pitchFamily="2" charset="2"/>
                  </a:rPr>
                  <a:t> variable Normal </a:t>
                </a:r>
                <a:r>
                  <a:rPr lang="en-US" dirty="0" err="1">
                    <a:sym typeface="Wingdings" panose="05000000000000000000" pitchFamily="2" charset="2"/>
                  </a:rPr>
                  <a:t>estándar</a:t>
                </a:r>
                <a:r>
                  <a:rPr lang="en-US" dirty="0">
                    <a:sym typeface="Wingdings" panose="05000000000000000000" pitchFamily="2" charset="2"/>
                  </a:rPr>
                  <a:t> Z  N(0,1)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900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03</m:t>
                    </m:r>
                  </m:oMath>
                </a14:m>
                <a:br>
                  <a:rPr lang="es-ES" i="1" dirty="0">
                    <a:latin typeface="Cambria Math" panose="02040503050406030204" pitchFamily="18" charset="0"/>
                  </a:rPr>
                </a:br>
                <a:r>
                  <a:rPr lang="es-ES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900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900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03</m:t>
                    </m:r>
                  </m:oMath>
                </a14:m>
                <a:r>
                  <a:rPr lang="en-US" dirty="0"/>
                  <a:t>	</a:t>
                </a:r>
              </a:p>
              <a:p>
                <a:r>
                  <a:rPr lang="en-US" dirty="0"/>
                  <a:t>En la </a:t>
                </a:r>
                <a:r>
                  <a:rPr lang="en-US" dirty="0" err="1"/>
                  <a:t>Tabla</a:t>
                </a:r>
                <a:r>
                  <a:rPr lang="en-US" dirty="0"/>
                  <a:t> A4, hay que </a:t>
                </a:r>
                <a:r>
                  <a:rPr lang="en-US" dirty="0" err="1"/>
                  <a:t>buscar</a:t>
                </a:r>
                <a:r>
                  <a:rPr lang="en-US" dirty="0"/>
                  <a:t> la </a:t>
                </a:r>
                <a:r>
                  <a:rPr lang="en-US" dirty="0" err="1"/>
                  <a:t>probabillidad</a:t>
                </a:r>
                <a:r>
                  <a:rPr lang="en-US" dirty="0"/>
                  <a:t> 0.03</a:t>
                </a:r>
              </a:p>
              <a:p>
                <a:pPr lvl="1"/>
                <a:r>
                  <a:rPr lang="en-US" dirty="0"/>
                  <a:t>Se </a:t>
                </a:r>
                <a:r>
                  <a:rPr lang="en-US" dirty="0" err="1"/>
                  <a:t>comprueba</a:t>
                </a:r>
                <a:r>
                  <a:rPr lang="en-US" dirty="0"/>
                  <a:t>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88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Por tanto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88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88</m:t>
                        </m:r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br>
                  <a:rPr lang="es-E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𝟓𝟐𝟒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euros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ingresos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como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á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ximo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para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recibir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cup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ó</m:t>
                    </m:r>
                    <m:r>
                      <m:rPr>
                        <m:nor/>
                      </m:rPr>
                      <a:rPr lang="es-ES" b="1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   </a:t>
                </a:r>
              </a:p>
              <a:p>
                <a:endParaRPr lang="en-U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D342D5-6C94-5A4A-3B99-09031B7CE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7166400" cy="4219575"/>
              </a:xfrm>
              <a:blipFill>
                <a:blip r:embed="rId3"/>
                <a:stretch>
                  <a:fillRect l="-1105" t="-27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9F0180-E87B-94E1-C6EC-F658288B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46</a:t>
            </a:fld>
            <a:endParaRPr lang="es-ES" dirty="0"/>
          </a:p>
        </p:txBody>
      </p:sp>
      <p:pic>
        <p:nvPicPr>
          <p:cNvPr id="6" name="Imagen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599" y="2171699"/>
            <a:ext cx="3955201" cy="29358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BABAE04-9341-658E-9520-469168514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64679" y="5006264"/>
            <a:ext cx="57937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x=524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1DB3BE05-8ED9-4F43-9F05-473E65598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04658" y="4488758"/>
            <a:ext cx="131756" cy="5175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362080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308"/>
    </mc:Choice>
    <mc:Fallback xmlns="">
      <p:transition spd="slow" advTm="229308"/>
    </mc:Fallback>
  </mc:AlternateContent>
  <p:extLst>
    <p:ext uri="{3A86A75C-4F4B-4683-9AE1-C65F6400EC91}">
      <p14:laserTraceLst xmlns:p14="http://schemas.microsoft.com/office/powerpoint/2010/main">
        <p14:tracePtLst>
          <p14:tracePt t="7023" x="1868488" y="2201863"/>
          <p14:tracePt t="7067" x="1860550" y="2201863"/>
          <p14:tracePt t="7075" x="1798638" y="2174875"/>
          <p14:tracePt t="7083" x="1790700" y="2166938"/>
          <p14:tracePt t="7099" x="1773238" y="2149475"/>
          <p14:tracePt t="7116" x="1755775" y="2132013"/>
          <p14:tracePt t="7133" x="1738313" y="2122488"/>
          <p14:tracePt t="7149" x="1720850" y="2122488"/>
          <p14:tracePt t="7166" x="1711325" y="2122488"/>
          <p14:tracePt t="7183" x="1693863" y="2114550"/>
          <p14:tracePt t="7200" x="1676400" y="2114550"/>
          <p14:tracePt t="7216" x="1668463" y="2114550"/>
          <p14:tracePt t="7233" x="1641475" y="2114550"/>
          <p14:tracePt t="7250" x="1633538" y="2114550"/>
          <p14:tracePt t="7251" x="1624013" y="2114550"/>
          <p14:tracePt t="7267" x="1616075" y="2114550"/>
          <p14:tracePt t="7283" x="1616075" y="2105025"/>
          <p14:tracePt t="7299" x="1606550" y="2105025"/>
          <p14:tracePt t="7347" x="1598613" y="2114550"/>
          <p14:tracePt t="7355" x="1581150" y="2122488"/>
          <p14:tracePt t="7366" x="1554163" y="2139950"/>
          <p14:tracePt t="7382" x="1536700" y="2157413"/>
          <p14:tracePt t="7399" x="1519238" y="2166938"/>
          <p14:tracePt t="7416" x="1501775" y="2184400"/>
          <p14:tracePt t="7433" x="1484313" y="2192338"/>
          <p14:tracePt t="7434" x="1476375" y="2201863"/>
          <p14:tracePt t="7449" x="1476375" y="2209800"/>
          <p14:tracePt t="7467" x="1466850" y="2236788"/>
          <p14:tracePt t="7483" x="1466850" y="2244725"/>
          <p14:tracePt t="7500" x="1466850" y="2262188"/>
          <p14:tracePt t="7516" x="1466850" y="2279650"/>
          <p14:tracePt t="7533" x="1466850" y="2297113"/>
          <p14:tracePt t="7549" x="1484313" y="2324100"/>
          <p14:tracePt t="7566" x="1493838" y="2341563"/>
          <p14:tracePt t="7583" x="1511300" y="2359025"/>
          <p14:tracePt t="7600" x="1519238" y="2384425"/>
          <p14:tracePt t="7616" x="1528763" y="2393950"/>
          <p14:tracePt t="7633" x="1546225" y="2411413"/>
          <p14:tracePt t="7634" x="1554163" y="2411413"/>
          <p14:tracePt t="7650" x="1563688" y="2419350"/>
          <p14:tracePt t="7651" x="1571625" y="2419350"/>
          <p14:tracePt t="7666" x="1589088" y="2419350"/>
          <p14:tracePt t="7683" x="1606550" y="2419350"/>
          <p14:tracePt t="7699" x="1616075" y="2428875"/>
          <p14:tracePt t="7716" x="1624013" y="2428875"/>
          <p14:tracePt t="7733" x="1633538" y="2428875"/>
          <p14:tracePt t="7749" x="1651000" y="2428875"/>
          <p14:tracePt t="7766" x="1658938" y="2428875"/>
          <p14:tracePt t="7783" x="1676400" y="2419350"/>
          <p14:tracePt t="7799" x="1685925" y="2411413"/>
          <p14:tracePt t="7816" x="1693863" y="2401888"/>
          <p14:tracePt t="7833" x="1703388" y="2384425"/>
          <p14:tracePt t="7834" x="1703388" y="2376488"/>
          <p14:tracePt t="7849" x="1711325" y="2359025"/>
          <p14:tracePt t="7851" x="1720850" y="2349500"/>
          <p14:tracePt t="7866" x="1728788" y="2332038"/>
          <p14:tracePt t="7883" x="1728788" y="2314575"/>
          <p14:tracePt t="7899" x="1738313" y="2297113"/>
          <p14:tracePt t="7972" x="1738313" y="2289175"/>
          <p14:tracePt t="7987" x="1738313" y="2279650"/>
          <p14:tracePt t="7995" x="1738313" y="2271713"/>
          <p14:tracePt t="8020" x="1728788" y="2271713"/>
          <p14:tracePt t="8043" x="1728788" y="2262188"/>
          <p14:tracePt t="8059" x="1720850" y="2254250"/>
          <p14:tracePt t="8091" x="1720850" y="2244725"/>
          <p14:tracePt t="8099" x="1711325" y="2244725"/>
          <p14:tracePt t="8123" x="1711325" y="2236788"/>
          <p14:tracePt t="8139" x="1703388" y="2236788"/>
          <p14:tracePt t="8251" x="1703388" y="2227263"/>
          <p14:tracePt t="8259" x="1693863" y="2219325"/>
          <p14:tracePt t="8275" x="1693863" y="2209800"/>
          <p14:tracePt t="8572" x="0" y="0"/>
        </p14:tracePtLst>
        <p14:tracePtLst>
          <p14:tracePt t="17966" x="2008188" y="2079625"/>
          <p14:tracePt t="18051" x="2000250" y="2079625"/>
          <p14:tracePt t="18059" x="1990725" y="2079625"/>
          <p14:tracePt t="18067" x="1973263" y="2079625"/>
          <p14:tracePt t="18081" x="1947863" y="2079625"/>
          <p14:tracePt t="18098" x="1930400" y="2079625"/>
          <p14:tracePt t="18099" x="1912938" y="2079625"/>
          <p14:tracePt t="18115" x="1851025" y="2079625"/>
          <p14:tracePt t="18131" x="1825625" y="2079625"/>
          <p14:tracePt t="18148" x="1798638" y="2079625"/>
          <p14:tracePt t="18164" x="1746250" y="2079625"/>
          <p14:tracePt t="18181" x="1720850" y="2079625"/>
          <p14:tracePt t="18197" x="1685925" y="2087563"/>
          <p14:tracePt t="18214" x="1658938" y="2087563"/>
          <p14:tracePt t="18231" x="1606550" y="2087563"/>
          <p14:tracePt t="18248" x="1589088" y="2087563"/>
          <p14:tracePt t="18265" x="1563688" y="2087563"/>
          <p14:tracePt t="18267" x="1546225" y="2087563"/>
          <p14:tracePt t="18281" x="1536700" y="2087563"/>
          <p14:tracePt t="18282" x="1528763" y="2087563"/>
          <p14:tracePt t="18298" x="1511300" y="2087563"/>
          <p14:tracePt t="18315" x="1476375" y="2087563"/>
          <p14:tracePt t="18331" x="1449388" y="2087563"/>
          <p14:tracePt t="18348" x="1441450" y="2087563"/>
          <p14:tracePt t="18365" x="1423988" y="2087563"/>
          <p14:tracePt t="18381" x="1414463" y="2087563"/>
          <p14:tracePt t="18398" x="1406525" y="2097088"/>
          <p14:tracePt t="18414" x="1389063" y="2105025"/>
          <p14:tracePt t="18431" x="1379538" y="2105025"/>
          <p14:tracePt t="18448" x="1362075" y="2114550"/>
          <p14:tracePt t="18464" x="1354138" y="2122488"/>
          <p14:tracePt t="18481" x="1327150" y="2139950"/>
          <p14:tracePt t="18483" x="1327150" y="2149475"/>
          <p14:tracePt t="18498" x="1301750" y="2157413"/>
          <p14:tracePt t="18514" x="1284288" y="2174875"/>
          <p14:tracePt t="18531" x="1266825" y="2184400"/>
          <p14:tracePt t="18548" x="1239838" y="2209800"/>
          <p14:tracePt t="18564" x="1222375" y="2227263"/>
          <p14:tracePt t="18581" x="1196975" y="2244725"/>
          <p14:tracePt t="18598" x="1179513" y="2271713"/>
          <p14:tracePt t="18614" x="1152525" y="2297113"/>
          <p14:tracePt t="18631" x="1144588" y="2324100"/>
          <p14:tracePt t="18648" x="1135063" y="2341563"/>
          <p14:tracePt t="18665" x="1117600" y="2376488"/>
          <p14:tracePt t="18666" x="1117600" y="2384425"/>
          <p14:tracePt t="18681" x="1109663" y="2401888"/>
          <p14:tracePt t="18682" x="1109663" y="2411413"/>
          <p14:tracePt t="18698" x="1109663" y="2419350"/>
          <p14:tracePt t="18699" x="1109663" y="2436813"/>
          <p14:tracePt t="18714" x="1127125" y="2454275"/>
          <p14:tracePt t="18731" x="1152525" y="2463800"/>
          <p14:tracePt t="18748" x="1179513" y="2481263"/>
          <p14:tracePt t="18764" x="1204913" y="2489200"/>
          <p14:tracePt t="18781" x="1257300" y="2506663"/>
          <p14:tracePt t="18798" x="1292225" y="2524125"/>
          <p14:tracePt t="18814" x="1319213" y="2533650"/>
          <p14:tracePt t="18831" x="1354138" y="2541588"/>
          <p14:tracePt t="18848" x="1371600" y="2551113"/>
          <p14:tracePt t="18864" x="1389063" y="2559050"/>
          <p14:tracePt t="18881" x="1423988" y="2559050"/>
          <p14:tracePt t="18882" x="1431925" y="2559050"/>
          <p14:tracePt t="18898" x="1458913" y="2568575"/>
          <p14:tracePt t="18914" x="1493838" y="2568575"/>
          <p14:tracePt t="18931" x="1519238" y="2576513"/>
          <p14:tracePt t="18948" x="1536700" y="2576513"/>
          <p14:tracePt t="18964" x="1563688" y="2586038"/>
          <p14:tracePt t="18981" x="1581150" y="2586038"/>
          <p14:tracePt t="18998" x="1589088" y="2586038"/>
          <p14:tracePt t="19014" x="1598613" y="2593975"/>
          <p14:tracePt t="19031" x="1616075" y="2603500"/>
          <p14:tracePt t="19048" x="1693863" y="2611438"/>
          <p14:tracePt t="19050" x="1816100" y="2620963"/>
          <p14:tracePt t="19064" x="1973263" y="2646363"/>
          <p14:tracePt t="19081" x="2322513" y="2655888"/>
          <p14:tracePt t="19083" x="2593975" y="2673350"/>
          <p14:tracePt t="19098" x="2838450" y="2673350"/>
          <p14:tracePt t="19099" x="3057525" y="2690813"/>
          <p14:tracePt t="19114" x="3406775" y="2698750"/>
          <p14:tracePt t="19131" x="3529013" y="2698750"/>
          <p14:tracePt t="19148" x="3536950" y="2698750"/>
          <p14:tracePt t="19164" x="3546475" y="2698750"/>
          <p14:tracePt t="19187" x="3536950" y="2698750"/>
          <p14:tracePt t="19198" x="3529013" y="2698750"/>
          <p14:tracePt t="19214" x="3519488" y="2698750"/>
          <p14:tracePt t="19231" x="3502025" y="2698750"/>
          <p14:tracePt t="19247" x="3494088" y="2698750"/>
          <p14:tracePt t="19264" x="3476625" y="2708275"/>
          <p14:tracePt t="19281" x="3467100" y="2708275"/>
          <p14:tracePt t="19331" x="3467100" y="2716213"/>
          <p14:tracePt t="19716" x="0" y="0"/>
        </p14:tracePtLst>
        <p14:tracePtLst>
          <p14:tracePt t="20919" x="2584450" y="2132013"/>
          <p14:tracePt t="20931" x="2584450" y="2122488"/>
          <p14:tracePt t="20947" x="2576513" y="2114550"/>
          <p14:tracePt t="20955" x="2566988" y="2114550"/>
          <p14:tracePt t="20971" x="2559050" y="2105025"/>
          <p14:tracePt t="20981" x="2559050" y="2097088"/>
          <p14:tracePt t="20997" x="2559050" y="2087563"/>
          <p14:tracePt t="21014" x="2549525" y="2079625"/>
          <p14:tracePt t="21030" x="2541588" y="2079625"/>
          <p14:tracePt t="21047" x="2532063" y="2070100"/>
          <p14:tracePt t="21064" x="2514600" y="2052638"/>
          <p14:tracePt t="21081" x="2506663" y="2044700"/>
          <p14:tracePt t="21097" x="2497138" y="2044700"/>
          <p14:tracePt t="21099" x="2497138" y="2035175"/>
          <p14:tracePt t="21131" x="2489200" y="2035175"/>
          <p14:tracePt t="21187" x="2479675" y="2035175"/>
          <p14:tracePt t="21195" x="2462213" y="2035175"/>
          <p14:tracePt t="21219" x="2454275" y="2035175"/>
          <p14:tracePt t="21339" x="2444750" y="2044700"/>
          <p14:tracePt t="21348" x="2436813" y="2052638"/>
          <p14:tracePt t="21355" x="2427288" y="2052638"/>
          <p14:tracePt t="21371" x="2419350" y="2052638"/>
          <p14:tracePt t="21381" x="2419350" y="2062163"/>
          <p14:tracePt t="21398" x="2409825" y="2070100"/>
          <p14:tracePt t="21414" x="2384425" y="2079625"/>
          <p14:tracePt t="21431" x="2384425" y="2087563"/>
          <p14:tracePt t="21447" x="2366963" y="2087563"/>
          <p14:tracePt t="21464" x="2366963" y="2097088"/>
          <p14:tracePt t="21483" x="2357438" y="2097088"/>
          <p14:tracePt t="21497" x="2339975" y="2097088"/>
          <p14:tracePt t="21514" x="2332038" y="2097088"/>
          <p14:tracePt t="21531" x="2332038" y="2105025"/>
          <p14:tracePt t="21547" x="2322513" y="2114550"/>
          <p14:tracePt t="21564" x="2314575" y="2114550"/>
          <p14:tracePt t="21587" x="2297113" y="2122488"/>
          <p14:tracePt t="21597" x="2287588" y="2132013"/>
          <p14:tracePt t="21614" x="2270125" y="2149475"/>
          <p14:tracePt t="21631" x="2252663" y="2157413"/>
          <p14:tracePt t="21647" x="2235200" y="2184400"/>
          <p14:tracePt t="21664" x="2217738" y="2201863"/>
          <p14:tracePt t="21681" x="2200275" y="2209800"/>
          <p14:tracePt t="21697" x="2200275" y="2219325"/>
          <p14:tracePt t="21699" x="2200275" y="2227263"/>
          <p14:tracePt t="21714" x="2192338" y="2236788"/>
          <p14:tracePt t="21731" x="2182813" y="2236788"/>
          <p14:tracePt t="21747" x="2182813" y="2244725"/>
          <p14:tracePt t="21764" x="2174875" y="2262188"/>
          <p14:tracePt t="21781" x="2165350" y="2279650"/>
          <p14:tracePt t="21797" x="2157413" y="2306638"/>
          <p14:tracePt t="21814" x="2157413" y="2332038"/>
          <p14:tracePt t="21831" x="2147888" y="2349500"/>
          <p14:tracePt t="21848" x="2147888" y="2401888"/>
          <p14:tracePt t="21864" x="2139950" y="2428875"/>
          <p14:tracePt t="21880" x="2139950" y="2446338"/>
          <p14:tracePt t="21883" x="2139950" y="2471738"/>
          <p14:tracePt t="21897" x="2139950" y="2489200"/>
          <p14:tracePt t="21899" x="2147888" y="2498725"/>
          <p14:tracePt t="21913" x="2147888" y="2506663"/>
          <p14:tracePt t="21914" x="2157413" y="2533650"/>
          <p14:tracePt t="21931" x="2174875" y="2551113"/>
          <p14:tracePt t="21947" x="2182813" y="2559050"/>
          <p14:tracePt t="21964" x="2200275" y="2559050"/>
          <p14:tracePt t="21980" x="2217738" y="2568575"/>
          <p14:tracePt t="21997" x="2244725" y="2568575"/>
          <p14:tracePt t="22014" x="2262188" y="2576513"/>
          <p14:tracePt t="22030" x="2270125" y="2576513"/>
          <p14:tracePt t="22047" x="2287588" y="2576513"/>
          <p14:tracePt t="22063" x="2297113" y="2576513"/>
          <p14:tracePt t="22081" x="2305050" y="2576513"/>
          <p14:tracePt t="22082" x="2314575" y="2568575"/>
          <p14:tracePt t="22099" x="2322513" y="2568575"/>
          <p14:tracePt t="22114" x="2339975" y="2559050"/>
          <p14:tracePt t="22131" x="2349500" y="2559050"/>
          <p14:tracePt t="22148" x="2357438" y="2559050"/>
          <p14:tracePt t="22164" x="2366963" y="2551113"/>
          <p14:tracePt t="22180" x="2374900" y="2541588"/>
          <p14:tracePt t="22197" x="2384425" y="2541588"/>
          <p14:tracePt t="22219" x="2392363" y="2541588"/>
          <p14:tracePt t="22243" x="2401888" y="2541588"/>
          <p14:tracePt t="22252" x="2401888" y="2533650"/>
          <p14:tracePt t="22267" x="2401888" y="2524125"/>
          <p14:tracePt t="22291" x="2409825" y="2524125"/>
          <p14:tracePt t="22307" x="2419350" y="2524125"/>
          <p14:tracePt t="22323" x="2427288" y="2516188"/>
          <p14:tracePt t="22339" x="2427288" y="2506663"/>
          <p14:tracePt t="22347" x="2436813" y="2506663"/>
          <p14:tracePt t="22364" x="2444750" y="2498725"/>
          <p14:tracePt t="22380" x="2454275" y="2498725"/>
          <p14:tracePt t="22397" x="2462213" y="2489200"/>
          <p14:tracePt t="22419" x="2471738" y="2489200"/>
          <p14:tracePt t="22430" x="2471738" y="2481263"/>
          <p14:tracePt t="22523" x="2479675" y="2481263"/>
          <p14:tracePt t="22539" x="2489200" y="2481263"/>
          <p14:tracePt t="22547" x="2489200" y="2471738"/>
          <p14:tracePt t="22555" x="2489200" y="2463800"/>
          <p14:tracePt t="22571" x="2489200" y="2454275"/>
          <p14:tracePt t="22595" x="2489200" y="2446338"/>
          <p14:tracePt t="22603" x="2497138" y="2446338"/>
          <p14:tracePt t="22619" x="2497138" y="2436813"/>
          <p14:tracePt t="22651" x="2506663" y="2436813"/>
          <p14:tracePt t="22659" x="2506663" y="2428875"/>
          <p14:tracePt t="22675" x="2506663" y="2419350"/>
          <p14:tracePt t="22683" x="2506663" y="2411413"/>
          <p14:tracePt t="22697" x="2506663" y="2401888"/>
          <p14:tracePt t="22698" x="2506663" y="2393950"/>
          <p14:tracePt t="22714" x="2506663" y="2384425"/>
          <p14:tracePt t="22731" x="2506663" y="2366963"/>
          <p14:tracePt t="22755" x="2506663" y="2359025"/>
          <p14:tracePt t="22764" x="2506663" y="2349500"/>
          <p14:tracePt t="22781" x="2506663" y="2341563"/>
          <p14:tracePt t="22797" x="2506663" y="2332038"/>
          <p14:tracePt t="22814" x="2506663" y="2314575"/>
          <p14:tracePt t="22830" x="2497138" y="2297113"/>
          <p14:tracePt t="22847" x="2497138" y="2279650"/>
          <p14:tracePt t="22864" x="2489200" y="2271713"/>
          <p14:tracePt t="22880" x="2479675" y="2254250"/>
          <p14:tracePt t="22897" x="2471738" y="2254250"/>
          <p14:tracePt t="22899" x="2471738" y="2244725"/>
          <p14:tracePt t="22915" x="2462213" y="2236788"/>
          <p14:tracePt t="22930" x="2454275" y="2227263"/>
          <p14:tracePt t="22947" x="2436813" y="2219325"/>
          <p14:tracePt t="22964" x="2427288" y="2209800"/>
          <p14:tracePt t="22980" x="2409825" y="2209800"/>
          <p14:tracePt t="22998" x="2401888" y="2201863"/>
          <p14:tracePt t="23013" x="2384425" y="2192338"/>
          <p14:tracePt t="23031" x="2366963" y="2192338"/>
          <p14:tracePt t="23047" x="2357438" y="2184400"/>
          <p14:tracePt t="23063" x="2349500" y="2174875"/>
          <p14:tracePt t="23080" x="2339975" y="2174875"/>
          <p14:tracePt t="23099" x="2332038" y="2174875"/>
          <p14:tracePt t="23123" x="2322513" y="2174875"/>
          <p14:tracePt t="23147" x="2305050" y="2184400"/>
          <p14:tracePt t="23187" x="2287588" y="2184400"/>
          <p14:tracePt t="23323" x="2287588" y="2192338"/>
          <p14:tracePt t="23339" x="2287588" y="2201863"/>
          <p14:tracePt t="23347" x="2279650" y="2209800"/>
          <p14:tracePt t="23355" x="2262188" y="2209800"/>
          <p14:tracePt t="23364" x="2262188" y="2219325"/>
          <p14:tracePt t="23380" x="2244725" y="2236788"/>
          <p14:tracePt t="23397" x="2235200" y="2262188"/>
          <p14:tracePt t="23414" x="2235200" y="2279650"/>
          <p14:tracePt t="23430" x="2227263" y="2297113"/>
          <p14:tracePt t="23447" x="2227263" y="2314575"/>
          <p14:tracePt t="23464" x="2227263" y="2332038"/>
          <p14:tracePt t="23481" x="2227263" y="2349500"/>
          <p14:tracePt t="23483" x="2227263" y="2359025"/>
          <p14:tracePt t="23497" x="2227263" y="2366963"/>
          <p14:tracePt t="23499" x="2227263" y="2384425"/>
          <p14:tracePt t="23514" x="2227263" y="2393950"/>
          <p14:tracePt t="23515" x="2235200" y="2401888"/>
          <p14:tracePt t="23531" x="2244725" y="2419350"/>
          <p14:tracePt t="23547" x="2262188" y="2436813"/>
          <p14:tracePt t="23564" x="2279650" y="2436813"/>
          <p14:tracePt t="23580" x="2297113" y="2436813"/>
          <p14:tracePt t="23597" x="2305050" y="2436813"/>
          <p14:tracePt t="23613" x="2314575" y="2446338"/>
          <p14:tracePt t="23630" x="2332038" y="2446338"/>
          <p14:tracePt t="23647" x="2339975" y="2446338"/>
          <p14:tracePt t="23663" x="2349500" y="2446338"/>
          <p14:tracePt t="23680" x="2357438" y="2446338"/>
          <p14:tracePt t="23697" x="2366963" y="2446338"/>
          <p14:tracePt t="23698" x="2366963" y="2436813"/>
          <p14:tracePt t="23714" x="2374900" y="2436813"/>
          <p14:tracePt t="23730" x="2384425" y="2436813"/>
          <p14:tracePt t="24036" x="0" y="0"/>
        </p14:tracePtLst>
        <p14:tracePtLst>
          <p14:tracePt t="32575" x="3092450" y="2463800"/>
          <p14:tracePt t="32667" x="3100388" y="2463800"/>
          <p14:tracePt t="32675" x="3127375" y="2463800"/>
          <p14:tracePt t="32683" x="3135313" y="2471738"/>
          <p14:tracePt t="32696" x="3170238" y="2481263"/>
          <p14:tracePt t="32712" x="3222625" y="2516188"/>
          <p14:tracePt t="32714" x="3284538" y="2524125"/>
          <p14:tracePt t="32729" x="3302000" y="2524125"/>
          <p14:tracePt t="32745" x="3379788" y="2559050"/>
          <p14:tracePt t="32747" x="3389313" y="2568575"/>
          <p14:tracePt t="32762" x="3432175" y="2586038"/>
          <p14:tracePt t="32779" x="3441700" y="2593975"/>
          <p14:tracePt t="32795" x="3449638" y="2593975"/>
          <p14:tracePt t="32843" x="3459163" y="2593975"/>
          <p14:tracePt t="32859" x="3467100" y="2593975"/>
          <p14:tracePt t="32867" x="3476625" y="2593975"/>
          <p14:tracePt t="32879" x="3484563" y="2593975"/>
          <p14:tracePt t="32896" x="3511550" y="2586038"/>
          <p14:tracePt t="32912" x="3529013" y="2576513"/>
          <p14:tracePt t="32914" x="3536950" y="2576513"/>
          <p14:tracePt t="32929" x="3536950" y="2568575"/>
          <p14:tracePt t="32930" x="3546475" y="2568575"/>
          <p14:tracePt t="32946" x="3563938" y="2559050"/>
          <p14:tracePt t="32963" x="3581400" y="2559050"/>
          <p14:tracePt t="32979" x="3589338" y="2541588"/>
          <p14:tracePt t="32995" x="3606800" y="2516188"/>
          <p14:tracePt t="33012" x="3624263" y="2489200"/>
          <p14:tracePt t="33029" x="3641725" y="2481263"/>
          <p14:tracePt t="33046" x="3651250" y="2463800"/>
          <p14:tracePt t="33062" x="3659188" y="2436813"/>
          <p14:tracePt t="33079" x="3668713" y="2419350"/>
          <p14:tracePt t="33096" x="3668713" y="2401888"/>
          <p14:tracePt t="33112" x="3668713" y="2359025"/>
          <p14:tracePt t="33114" x="3659188" y="2349500"/>
          <p14:tracePt t="33129" x="3651250" y="2324100"/>
          <p14:tracePt t="33146" x="3651250" y="2297113"/>
          <p14:tracePt t="33147" x="3651250" y="2289175"/>
          <p14:tracePt t="33162" x="3651250" y="2279650"/>
          <p14:tracePt t="33179" x="3651250" y="2254250"/>
          <p14:tracePt t="33195" x="3641725" y="2236788"/>
          <p14:tracePt t="33212" x="3624263" y="2219325"/>
          <p14:tracePt t="33229" x="3598863" y="2184400"/>
          <p14:tracePt t="33246" x="3571875" y="2157413"/>
          <p14:tracePt t="33262" x="3554413" y="2132013"/>
          <p14:tracePt t="33279" x="3519488" y="2114550"/>
          <p14:tracePt t="33295" x="3502025" y="2087563"/>
          <p14:tracePt t="33312" x="3476625" y="2079625"/>
          <p14:tracePt t="33328" x="3467100" y="2079625"/>
          <p14:tracePt t="33345" x="3449638" y="2062163"/>
          <p14:tracePt t="33347" x="3441700" y="2062163"/>
          <p14:tracePt t="33362" x="3432175" y="2062163"/>
          <p14:tracePt t="33363" x="3424238" y="2062163"/>
          <p14:tracePt t="33379" x="3406775" y="2052638"/>
          <p14:tracePt t="33395" x="3389313" y="2052638"/>
          <p14:tracePt t="33412" x="3362325" y="2052638"/>
          <p14:tracePt t="33429" x="3336925" y="2052638"/>
          <p14:tracePt t="33446" x="3309938" y="2052638"/>
          <p14:tracePt t="33462" x="3284538" y="2052638"/>
          <p14:tracePt t="33483" x="3275013" y="2052638"/>
          <p14:tracePt t="33496" x="3267075" y="2052638"/>
          <p14:tracePt t="33512" x="3257550" y="2070100"/>
          <p14:tracePt t="33529" x="3249613" y="2070100"/>
          <p14:tracePt t="33530" x="3240088" y="2079625"/>
          <p14:tracePt t="33545" x="3240088" y="2087563"/>
          <p14:tracePt t="33547" x="3222625" y="2097088"/>
          <p14:tracePt t="33563" x="3214688" y="2097088"/>
          <p14:tracePt t="33579" x="3162300" y="2139950"/>
          <p14:tracePt t="33595" x="3135313" y="2184400"/>
          <p14:tracePt t="33612" x="3092450" y="2227263"/>
          <p14:tracePt t="33629" x="3057525" y="2279650"/>
          <p14:tracePt t="33645" x="3021013" y="2324100"/>
          <p14:tracePt t="33662" x="3013075" y="2349500"/>
          <p14:tracePt t="33679" x="2978150" y="2401888"/>
          <p14:tracePt t="33695" x="2968625" y="2428875"/>
          <p14:tracePt t="33712" x="2960688" y="2454275"/>
          <p14:tracePt t="33729" x="2951163" y="2481263"/>
          <p14:tracePt t="33730" x="2951163" y="2498725"/>
          <p14:tracePt t="33746" x="2951163" y="2506663"/>
          <p14:tracePt t="33747" x="2951163" y="2524125"/>
          <p14:tracePt t="33763" x="2960688" y="2541588"/>
          <p14:tracePt t="33779" x="2986088" y="2551113"/>
          <p14:tracePt t="33795" x="3013075" y="2568575"/>
          <p14:tracePt t="33812" x="3065463" y="2593975"/>
          <p14:tracePt t="33828" x="3100388" y="2611438"/>
          <p14:tracePt t="33845" x="3162300" y="2628900"/>
          <p14:tracePt t="33862" x="3187700" y="2646363"/>
          <p14:tracePt t="33878" x="3214688" y="2646363"/>
          <p14:tracePt t="33895" x="3232150" y="2646363"/>
          <p14:tracePt t="33912" x="3240088" y="2646363"/>
          <p14:tracePt t="33929" x="3249613" y="2646363"/>
          <p14:tracePt t="33946" x="3257550" y="2646363"/>
          <p14:tracePt t="33947" x="3267075" y="2646363"/>
          <p14:tracePt t="33962" x="3292475" y="2646363"/>
          <p14:tracePt t="33979" x="3309938" y="2638425"/>
          <p14:tracePt t="33996" x="3327400" y="2638425"/>
          <p14:tracePt t="34012" x="3327400" y="2628900"/>
          <p14:tracePt t="34035" x="3336925" y="2628900"/>
          <p14:tracePt t="34388" x="0" y="0"/>
        </p14:tracePtLst>
        <p14:tracePtLst>
          <p14:tracePt t="36654" x="3825875" y="2481263"/>
          <p14:tracePt t="36755" x="3833813" y="2481263"/>
          <p14:tracePt t="36771" x="3843338" y="2481263"/>
          <p14:tracePt t="36787" x="3851275" y="2481263"/>
          <p14:tracePt t="36803" x="3860800" y="2481263"/>
          <p14:tracePt t="36811" x="3868738" y="2481263"/>
          <p14:tracePt t="36819" x="3878263" y="2481263"/>
          <p14:tracePt t="36828" x="3886200" y="2481263"/>
          <p14:tracePt t="36845" x="3913188" y="2489200"/>
          <p14:tracePt t="36862" x="3938588" y="2506663"/>
          <p14:tracePt t="36878" x="3973513" y="2516188"/>
          <p14:tracePt t="36895" x="4000500" y="2524125"/>
          <p14:tracePt t="36912" x="4017963" y="2533650"/>
          <p14:tracePt t="36928" x="4043363" y="2541588"/>
          <p14:tracePt t="36945" x="4060825" y="2551113"/>
          <p14:tracePt t="36946" x="4070350" y="2551113"/>
          <p14:tracePt t="36962" x="4070350" y="2559050"/>
          <p14:tracePt t="36978" x="4087813" y="2559050"/>
          <p14:tracePt t="36995" x="4095750" y="2568575"/>
          <p14:tracePt t="37012" x="4113213" y="2568575"/>
          <p14:tracePt t="37028" x="4130675" y="2568575"/>
          <p14:tracePt t="37045" x="4148138" y="2568575"/>
          <p14:tracePt t="37062" x="4183063" y="2568575"/>
          <p14:tracePt t="37078" x="4200525" y="2576513"/>
          <p14:tracePt t="37095" x="4217988" y="2593975"/>
          <p14:tracePt t="37112" x="4235450" y="2593975"/>
          <p14:tracePt t="37128" x="4252913" y="2603500"/>
          <p14:tracePt t="37145" x="4297363" y="2611438"/>
          <p14:tracePt t="37147" x="4305300" y="2620963"/>
          <p14:tracePt t="37162" x="4314825" y="2620963"/>
          <p14:tracePt t="37163" x="4322763" y="2620963"/>
          <p14:tracePt t="37179" x="4340225" y="2628900"/>
          <p14:tracePt t="37195" x="4357688" y="2628900"/>
          <p14:tracePt t="37212" x="4384675" y="2638425"/>
          <p14:tracePt t="37228" x="4392613" y="2638425"/>
          <p14:tracePt t="37244" x="4402138" y="2638425"/>
          <p14:tracePt t="37291" x="4410075" y="2638425"/>
          <p14:tracePt t="37323" x="4419600" y="2646363"/>
          <p14:tracePt t="37332" x="4427538" y="2646363"/>
          <p14:tracePt t="37355" x="4437063" y="2646363"/>
          <p14:tracePt t="37395" x="4454525" y="2646363"/>
          <p14:tracePt t="37411" x="4462463" y="2646363"/>
          <p14:tracePt t="37419" x="4471988" y="2646363"/>
          <p14:tracePt t="37428" x="4479925" y="2646363"/>
          <p14:tracePt t="37445" x="4506913" y="2646363"/>
          <p14:tracePt t="37461" x="4532313" y="2646363"/>
          <p14:tracePt t="37478" x="4541838" y="2646363"/>
          <p14:tracePt t="37499" x="4549775" y="2646363"/>
          <p14:tracePt t="37579" x="4549775" y="2638425"/>
          <p14:tracePt t="37595" x="4559300" y="2638425"/>
          <p14:tracePt t="37603" x="4567238" y="2638425"/>
          <p14:tracePt t="37619" x="4576763" y="2638425"/>
          <p14:tracePt t="37628" x="4594225" y="2638425"/>
          <p14:tracePt t="37645" x="4602163" y="2628900"/>
          <p14:tracePt t="37662" x="4619625" y="2620963"/>
          <p14:tracePt t="37678" x="4637088" y="2611438"/>
          <p14:tracePt t="37695" x="4646613" y="2603500"/>
          <p14:tracePt t="37711" x="4664075" y="2593975"/>
          <p14:tracePt t="37728" x="4689475" y="2586038"/>
          <p14:tracePt t="37745" x="4706938" y="2576513"/>
          <p14:tracePt t="37746" x="4716463" y="2576513"/>
          <p14:tracePt t="37762" x="4716463" y="2568575"/>
          <p14:tracePt t="37803" x="4724400" y="2559050"/>
          <p14:tracePt t="37835" x="4724400" y="2551113"/>
          <p14:tracePt t="37843" x="4733925" y="2551113"/>
          <p14:tracePt t="37851" x="4741863" y="2533650"/>
          <p14:tracePt t="37861" x="4751388" y="2533650"/>
          <p14:tracePt t="37878" x="4751388" y="2516188"/>
          <p14:tracePt t="37895" x="4751388" y="2506663"/>
          <p14:tracePt t="37911" x="4759325" y="2489200"/>
          <p14:tracePt t="37928" x="4759325" y="2471738"/>
          <p14:tracePt t="37930" x="4768850" y="2463800"/>
          <p14:tracePt t="37945" x="4768850" y="2454275"/>
          <p14:tracePt t="37946" x="4768850" y="2436813"/>
          <p14:tracePt t="37963" x="4776788" y="2428875"/>
          <p14:tracePt t="37978" x="4776788" y="2384425"/>
          <p14:tracePt t="37995" x="4776788" y="2349500"/>
          <p14:tracePt t="38011" x="4759325" y="2332038"/>
          <p14:tracePt t="38028" x="4751388" y="2314575"/>
          <p14:tracePt t="38045" x="4741863" y="2297113"/>
          <p14:tracePt t="38061" x="4724400" y="2271713"/>
          <p14:tracePt t="38078" x="4716463" y="2262188"/>
          <p14:tracePt t="38095" x="4699000" y="2236788"/>
          <p14:tracePt t="38111" x="4672013" y="2227263"/>
          <p14:tracePt t="38128" x="4654550" y="2209800"/>
          <p14:tracePt t="38130" x="4637088" y="2209800"/>
          <p14:tracePt t="38145" x="4629150" y="2209800"/>
          <p14:tracePt t="38146" x="4611688" y="2201863"/>
          <p14:tracePt t="38161" x="4594225" y="2192338"/>
          <p14:tracePt t="38163" x="4584700" y="2184400"/>
          <p14:tracePt t="38179" x="4549775" y="2174875"/>
          <p14:tracePt t="38195" x="4549775" y="2166938"/>
          <p14:tracePt t="38332" x="0" y="0"/>
        </p14:tracePtLst>
        <p14:tracePtLst>
          <p14:tracePt t="38926" x="3554413" y="2079625"/>
          <p14:tracePt t="39140" x="3546475" y="2079625"/>
          <p14:tracePt t="39147" x="3529013" y="2062163"/>
          <p14:tracePt t="39155" x="3511550" y="2052638"/>
          <p14:tracePt t="39163" x="3494088" y="2052638"/>
          <p14:tracePt t="39178" x="3467100" y="2035175"/>
          <p14:tracePt t="39195" x="3449638" y="2035175"/>
          <p14:tracePt t="39211" x="3424238" y="2027238"/>
          <p14:tracePt t="39228" x="3414713" y="2017713"/>
          <p14:tracePt t="39245" x="3406775" y="2017713"/>
          <p14:tracePt t="39261" x="3397250" y="2017713"/>
          <p14:tracePt t="39278" x="3379788" y="2017713"/>
          <p14:tracePt t="39294" x="3344863" y="2017713"/>
          <p14:tracePt t="39311" x="3292475" y="2027238"/>
          <p14:tracePt t="39327" x="3162300" y="2052638"/>
          <p14:tracePt t="39344" x="3092450" y="2062163"/>
          <p14:tracePt t="39347" x="3074988" y="2070100"/>
          <p14:tracePt t="39361" x="2995613" y="2070100"/>
          <p14:tracePt t="39362" x="2968625" y="2070100"/>
          <p14:tracePt t="39378" x="2968625" y="2079625"/>
          <p14:tracePt t="39379" x="2960688" y="2079625"/>
          <p14:tracePt t="39394" x="2951163" y="2087563"/>
          <p14:tracePt t="39411" x="2925763" y="2105025"/>
          <p14:tracePt t="39428" x="2890838" y="2122488"/>
          <p14:tracePt t="39445" x="2855913" y="2149475"/>
          <p14:tracePt t="39461" x="2786063" y="2192338"/>
          <p14:tracePt t="39478" x="2759075" y="2227263"/>
          <p14:tracePt t="39494" x="2741613" y="2262188"/>
          <p14:tracePt t="39511" x="2733675" y="2297113"/>
          <p14:tracePt t="39528" x="2733675" y="2332038"/>
          <p14:tracePt t="39545" x="2741613" y="2359025"/>
          <p14:tracePt t="39546" x="2751138" y="2376488"/>
          <p14:tracePt t="39561" x="2768600" y="2384425"/>
          <p14:tracePt t="39563" x="2786063" y="2401888"/>
          <p14:tracePt t="39578" x="2820988" y="2419350"/>
          <p14:tracePt t="39594" x="2855913" y="2454275"/>
          <p14:tracePt t="39611" x="2898775" y="2471738"/>
          <p14:tracePt t="39628" x="2943225" y="2489200"/>
          <p14:tracePt t="39645" x="2986088" y="2506663"/>
          <p14:tracePt t="39661" x="3030538" y="2533650"/>
          <p14:tracePt t="39678" x="3048000" y="2533650"/>
          <p14:tracePt t="39695" x="3065463" y="2541588"/>
          <p14:tracePt t="39711" x="3092450" y="2541588"/>
          <p14:tracePt t="39728" x="3100388" y="2541588"/>
          <p14:tracePt t="39744" x="3109913" y="2541588"/>
          <p14:tracePt t="39761" x="3144838" y="2541588"/>
          <p14:tracePt t="39763" x="3152775" y="2541588"/>
          <p14:tracePt t="39778" x="3197225" y="2541588"/>
          <p14:tracePt t="39795" x="3240088" y="2533650"/>
          <p14:tracePt t="39811" x="3302000" y="2533650"/>
          <p14:tracePt t="39827" x="3344863" y="2524125"/>
          <p14:tracePt t="39845" x="3371850" y="2524125"/>
          <p14:tracePt t="39861" x="3406775" y="2516188"/>
          <p14:tracePt t="39877" x="3414713" y="2506663"/>
          <p14:tracePt t="39894" x="3432175" y="2506663"/>
          <p14:tracePt t="39911" x="3449638" y="2506663"/>
          <p14:tracePt t="39928" x="3467100" y="2489200"/>
          <p14:tracePt t="39945" x="3476625" y="2489200"/>
          <p14:tracePt t="39946" x="3484563" y="2489200"/>
          <p14:tracePt t="39961" x="3494088" y="2481263"/>
          <p14:tracePt t="39963" x="3502025" y="2481263"/>
          <p14:tracePt t="39978" x="3502025" y="2471738"/>
          <p14:tracePt t="39979" x="3511550" y="2471738"/>
          <p14:tracePt t="39995" x="3519488" y="2463800"/>
          <p14:tracePt t="40011" x="3529013" y="2454275"/>
          <p14:tracePt t="40028" x="3536950" y="2436813"/>
          <p14:tracePt t="40044" x="3563938" y="2411413"/>
          <p14:tracePt t="40061" x="3581400" y="2401888"/>
          <p14:tracePt t="40078" x="3581400" y="2393950"/>
          <p14:tracePt t="40094" x="3589338" y="2384425"/>
          <p14:tracePt t="40139" x="3589338" y="2376488"/>
          <p14:tracePt t="40155" x="3589338" y="2366963"/>
          <p14:tracePt t="40187" x="3589338" y="2359025"/>
          <p14:tracePt t="40764" x="0" y="0"/>
        </p14:tracePtLst>
        <p14:tracePtLst>
          <p14:tracePt t="45735" x="3983038" y="2411413"/>
          <p14:tracePt t="45827" x="3990975" y="2411413"/>
          <p14:tracePt t="45835" x="4035425" y="2419350"/>
          <p14:tracePt t="45843" x="4113213" y="2446338"/>
          <p14:tracePt t="45861" x="4227513" y="2471738"/>
          <p14:tracePt t="45877" x="4524375" y="2524125"/>
          <p14:tracePt t="45893" x="4916488" y="2559050"/>
          <p14:tracePt t="45910" x="5187950" y="2586038"/>
          <p14:tracePt t="45926" x="5397500" y="2586038"/>
          <p14:tracePt t="45943" x="5484813" y="2586038"/>
          <p14:tracePt t="45960" x="5510213" y="2586038"/>
          <p14:tracePt t="45979" x="5519738" y="2586038"/>
          <p14:tracePt t="45993" x="5519738" y="2576513"/>
          <p14:tracePt t="46010" x="5519738" y="2559050"/>
          <p14:tracePt t="46027" x="5519738" y="2533650"/>
          <p14:tracePt t="46044" x="5519738" y="2471738"/>
          <p14:tracePt t="46060" x="5510213" y="2428875"/>
          <p14:tracePt t="46077" x="5492750" y="2376488"/>
          <p14:tracePt t="46094" x="5484813" y="2324100"/>
          <p14:tracePt t="46110" x="5457825" y="2279650"/>
          <p14:tracePt t="46127" x="5440363" y="2254250"/>
          <p14:tracePt t="46144" x="5432425" y="2227263"/>
          <p14:tracePt t="46160" x="5397500" y="2209800"/>
          <p14:tracePt t="46177" x="5380038" y="2174875"/>
          <p14:tracePt t="46179" x="5353050" y="2157413"/>
          <p14:tracePt t="46193" x="5335588" y="2149475"/>
          <p14:tracePt t="46194" x="5318125" y="2132013"/>
          <p14:tracePt t="46210" x="5275263" y="2087563"/>
          <p14:tracePt t="46227" x="5240338" y="2062163"/>
          <p14:tracePt t="46243" x="5187950" y="2044700"/>
          <p14:tracePt t="46260" x="5143500" y="2027238"/>
          <p14:tracePt t="46277" x="5091113" y="2009775"/>
          <p14:tracePt t="46294" x="5056188" y="1982788"/>
          <p14:tracePt t="46310" x="5030788" y="1974850"/>
          <p14:tracePt t="46327" x="5003800" y="1974850"/>
          <p14:tracePt t="46344" x="4968875" y="1974850"/>
          <p14:tracePt t="46360" x="4926013" y="1974850"/>
          <p14:tracePt t="46377" x="4768850" y="1974850"/>
          <p14:tracePt t="46379" x="4751388" y="1974850"/>
          <p14:tracePt t="46394" x="4654550" y="1974850"/>
          <p14:tracePt t="46410" x="4602163" y="1974850"/>
          <p14:tracePt t="46411" x="4567238" y="1982788"/>
          <p14:tracePt t="46427" x="4532313" y="1982788"/>
          <p14:tracePt t="46443" x="4471988" y="1982788"/>
          <p14:tracePt t="46460" x="4437063" y="1992313"/>
          <p14:tracePt t="46477" x="4410075" y="2009775"/>
          <p14:tracePt t="46494" x="4384675" y="2027238"/>
          <p14:tracePt t="46510" x="4349750" y="2035175"/>
          <p14:tracePt t="46527" x="4314825" y="2062163"/>
          <p14:tracePt t="46544" x="4279900" y="2087563"/>
          <p14:tracePt t="46560" x="4227513" y="2132013"/>
          <p14:tracePt t="46577" x="4192588" y="2192338"/>
          <p14:tracePt t="46579" x="4175125" y="2209800"/>
          <p14:tracePt t="46594" x="4175125" y="2244725"/>
          <p14:tracePt t="46595" x="4175125" y="2271713"/>
          <p14:tracePt t="46611" x="4192588" y="2314575"/>
          <p14:tracePt t="46627" x="4252913" y="2359025"/>
          <p14:tracePt t="46643" x="4297363" y="2419350"/>
          <p14:tracePt t="46660" x="4357688" y="2454275"/>
          <p14:tracePt t="46677" x="4419600" y="2471738"/>
          <p14:tracePt t="46693" x="4445000" y="2498725"/>
          <p14:tracePt t="46710" x="4471988" y="2498725"/>
          <p14:tracePt t="47060" x="0" y="0"/>
        </p14:tracePtLst>
        <p14:tracePtLst>
          <p14:tracePt t="50527" x="1965325" y="2062163"/>
          <p14:tracePt t="50723" x="1965325" y="2052638"/>
          <p14:tracePt t="50731" x="1955800" y="2052638"/>
          <p14:tracePt t="50743" x="1947863" y="2052638"/>
          <p14:tracePt t="50760" x="1912938" y="2035175"/>
          <p14:tracePt t="50776" x="1895475" y="2027238"/>
          <p14:tracePt t="50792" x="1885950" y="2017713"/>
          <p14:tracePt t="50810" x="1860550" y="2009775"/>
          <p14:tracePt t="50826" x="1851025" y="2000250"/>
          <p14:tracePt t="50827" x="1833563" y="2000250"/>
          <p14:tracePt t="50858" x="1825625" y="2000250"/>
          <p14:tracePt t="50867" x="1825625" y="1992313"/>
          <p14:tracePt t="50907" x="1816100" y="1992313"/>
          <p14:tracePt t="50915" x="1790700" y="1992313"/>
          <p14:tracePt t="50926" x="1773238" y="1992313"/>
          <p14:tracePt t="50943" x="1755775" y="1992313"/>
          <p14:tracePt t="50960" x="1728788" y="1992313"/>
          <p14:tracePt t="50976" x="1711325" y="1992313"/>
          <p14:tracePt t="50993" x="1703388" y="1992313"/>
          <p14:tracePt t="51010" x="1693863" y="1992313"/>
          <p14:tracePt t="51059" x="1685925" y="1992313"/>
          <p14:tracePt t="51067" x="1685925" y="2000250"/>
          <p14:tracePt t="51076" x="1676400" y="2000250"/>
          <p14:tracePt t="51093" x="1668463" y="2009775"/>
          <p14:tracePt t="51115" x="1658938" y="2009775"/>
          <p14:tracePt t="51131" x="1651000" y="2009775"/>
          <p14:tracePt t="51143" x="1651000" y="2017713"/>
          <p14:tracePt t="51159" x="1641475" y="2017713"/>
          <p14:tracePt t="51179" x="1633538" y="2017713"/>
          <p14:tracePt t="51193" x="1624013" y="2027238"/>
          <p14:tracePt t="51210" x="1606550" y="2035175"/>
          <p14:tracePt t="51212" x="1598613" y="2035175"/>
          <p14:tracePt t="51226" x="1554163" y="2052638"/>
          <p14:tracePt t="51243" x="1554163" y="2062163"/>
          <p14:tracePt t="51259" x="1546225" y="2062163"/>
          <p14:tracePt t="51276" x="1536700" y="2062163"/>
          <p14:tracePt t="51379" x="1536700" y="2070100"/>
          <p14:tracePt t="51548" x="0" y="0"/>
        </p14:tracePtLst>
        <p14:tracePtLst>
          <p14:tracePt t="52375" x="2462213" y="2087563"/>
          <p14:tracePt t="52491" x="2454275" y="2087563"/>
          <p14:tracePt t="52499" x="2444750" y="2087563"/>
          <p14:tracePt t="52509" x="2374900" y="2087563"/>
          <p14:tracePt t="52526" x="2332038" y="2097088"/>
          <p14:tracePt t="52543" x="2287588" y="2105025"/>
          <p14:tracePt t="52559" x="2262188" y="2105025"/>
          <p14:tracePt t="52576" x="2262188" y="2114550"/>
          <p14:tracePt t="52593" x="2252663" y="2122488"/>
          <p14:tracePt t="52609" x="2244725" y="2122488"/>
          <p14:tracePt t="52627" x="2235200" y="2122488"/>
          <p14:tracePt t="52643" x="2235200" y="2139950"/>
          <p14:tracePt t="52659" x="2217738" y="2149475"/>
          <p14:tracePt t="52676" x="2209800" y="2174875"/>
          <p14:tracePt t="52692" x="2200275" y="2174875"/>
          <p14:tracePt t="52709" x="2192338" y="2192338"/>
          <p14:tracePt t="52726" x="2192338" y="2219325"/>
          <p14:tracePt t="52742" x="2192338" y="2236788"/>
          <p14:tracePt t="52759" x="2182813" y="2254250"/>
          <p14:tracePt t="52776" x="2182813" y="2279650"/>
          <p14:tracePt t="52793" x="2182813" y="2306638"/>
          <p14:tracePt t="52809" x="2192338" y="2332038"/>
          <p14:tracePt t="52811" x="2192338" y="2341563"/>
          <p14:tracePt t="52826" x="2217738" y="2384425"/>
          <p14:tracePt t="52843" x="2279650" y="2446338"/>
          <p14:tracePt t="52859" x="2332038" y="2498725"/>
          <p14:tracePt t="52876" x="2374900" y="2551113"/>
          <p14:tracePt t="52893" x="2436813" y="2586038"/>
          <p14:tracePt t="52909" x="2462213" y="2603500"/>
          <p14:tracePt t="52926" x="2489200" y="2603500"/>
          <p14:tracePt t="52955" x="2497138" y="2603500"/>
          <p14:tracePt t="52963" x="2506663" y="2603500"/>
          <p14:tracePt t="52976" x="2506663" y="2593975"/>
          <p14:tracePt t="52993" x="2532063" y="2576513"/>
          <p14:tracePt t="52994" x="2541588" y="2559050"/>
          <p14:tracePt t="53009" x="2541588" y="2551113"/>
          <p14:tracePt t="53011" x="2559050" y="2524125"/>
          <p14:tracePt t="53026" x="2576513" y="2463800"/>
          <p14:tracePt t="53043" x="2584450" y="2419350"/>
          <p14:tracePt t="53059" x="2584450" y="2324100"/>
          <p14:tracePt t="53076" x="2584450" y="2297113"/>
          <p14:tracePt t="53092" x="2584450" y="2289175"/>
          <p14:tracePt t="53109" x="2559050" y="2271713"/>
          <p14:tracePt t="53126" x="2541588" y="2262188"/>
          <p14:tracePt t="53143" x="2514600" y="2262188"/>
          <p14:tracePt t="53159" x="2497138" y="2254250"/>
          <p14:tracePt t="53176" x="2479675" y="2254250"/>
          <p14:tracePt t="53192" x="2462213" y="2254250"/>
          <p14:tracePt t="53209" x="2444750" y="2254250"/>
          <p14:tracePt t="53291" x="2436813" y="2254250"/>
          <p14:tracePt t="53299" x="2427288" y="2254250"/>
          <p14:tracePt t="53371" x="2401888" y="2236788"/>
          <p14:tracePt t="53379" x="2392363" y="2236788"/>
          <p14:tracePt t="53387" x="2392363" y="2219325"/>
          <p14:tracePt t="53395" x="2384425" y="2201863"/>
          <p14:tracePt t="53409" x="2374900" y="2201863"/>
          <p14:tracePt t="53410" x="2366963" y="2192338"/>
          <p14:tracePt t="53426" x="2366963" y="2184400"/>
          <p14:tracePt t="53427" x="2357438" y="2174875"/>
          <p14:tracePt t="53442" x="2349500" y="2174875"/>
          <p14:tracePt t="53523" x="2339975" y="2184400"/>
          <p14:tracePt t="53531" x="2322513" y="2192338"/>
          <p14:tracePt t="53542" x="2305050" y="2201863"/>
          <p14:tracePt t="53559" x="2279650" y="2244725"/>
          <p14:tracePt t="53575" x="2262188" y="2271713"/>
          <p14:tracePt t="53592" x="2252663" y="2306638"/>
          <p14:tracePt t="53609" x="2244725" y="2341563"/>
          <p14:tracePt t="53610" x="2244725" y="2349500"/>
          <p14:tracePt t="53626" x="2244725" y="2366963"/>
          <p14:tracePt t="53627" x="2244725" y="2384425"/>
          <p14:tracePt t="53642" x="2262188" y="2393950"/>
          <p14:tracePt t="53659" x="2270125" y="2411413"/>
          <p14:tracePt t="53676" x="2279650" y="2411413"/>
          <p14:tracePt t="53692" x="2287588" y="2411413"/>
          <p14:tracePt t="53723" x="2297113" y="2411413"/>
          <p14:tracePt t="53731" x="2305050" y="2411413"/>
          <p14:tracePt t="53742" x="2314575" y="2411413"/>
          <p14:tracePt t="53759" x="2322513" y="2384425"/>
          <p14:tracePt t="53775" x="2332038" y="2349500"/>
          <p14:tracePt t="53793" x="2349500" y="2306638"/>
          <p14:tracePt t="53794" x="2349500" y="2297113"/>
          <p14:tracePt t="53809" x="2349500" y="2289175"/>
          <p14:tracePt t="54307" x="0" y="0"/>
        </p14:tracePtLst>
        <p14:tracePtLst>
          <p14:tracePt t="55654" x="1720850" y="2209800"/>
          <p14:tracePt t="55820" x="0" y="0"/>
        </p14:tracePtLst>
        <p14:tracePtLst>
          <p14:tracePt t="62367" x="4000500" y="2446338"/>
          <p14:tracePt t="62475" x="4008438" y="2446338"/>
          <p14:tracePt t="62483" x="4025900" y="2454275"/>
          <p14:tracePt t="62491" x="4043363" y="2454275"/>
          <p14:tracePt t="62508" x="4078288" y="2454275"/>
          <p14:tracePt t="62524" x="4175125" y="2463800"/>
          <p14:tracePt t="62541" x="4297363" y="2463800"/>
          <p14:tracePt t="62557" x="4340225" y="2463800"/>
          <p14:tracePt t="62574" x="4349750" y="2463800"/>
          <p14:tracePt t="62731" x="4357688" y="2463800"/>
          <p14:tracePt t="62844" x="0" y="0"/>
        </p14:tracePtLst>
        <p14:tracePtLst>
          <p14:tracePt t="64919" x="1843088" y="2139950"/>
          <p14:tracePt t="64979" x="1833563" y="2139950"/>
          <p14:tracePt t="64996" x="1816100" y="2139950"/>
          <p14:tracePt t="65003" x="1808163" y="2122488"/>
          <p14:tracePt t="65012" x="1798638" y="2105025"/>
          <p14:tracePt t="65024" x="1790700" y="2105025"/>
          <p14:tracePt t="65041" x="1763713" y="2079625"/>
          <p14:tracePt t="65057" x="1763713" y="2070100"/>
          <p14:tracePt t="65060" x="1755775" y="2062163"/>
          <p14:tracePt t="65083" x="1755775" y="2052638"/>
          <p14:tracePt t="65107" x="1746250" y="2052638"/>
          <p14:tracePt t="65115" x="1738313" y="2052638"/>
          <p14:tracePt t="65124" x="1728788" y="2052638"/>
          <p14:tracePt t="65147" x="1711325" y="2052638"/>
          <p14:tracePt t="65163" x="1703388" y="2052638"/>
          <p14:tracePt t="65174" x="1693863" y="2052638"/>
          <p14:tracePt t="65190" x="1685925" y="2052638"/>
          <p14:tracePt t="65207" x="1668463" y="2052638"/>
          <p14:tracePt t="65224" x="1658938" y="2052638"/>
          <p14:tracePt t="65251" x="1651000" y="2052638"/>
          <p14:tracePt t="65307" x="1651000" y="2062163"/>
          <p14:tracePt t="65315" x="1589088" y="2062163"/>
          <p14:tracePt t="65324" x="1581150" y="2062163"/>
          <p14:tracePt t="65340" x="1563688" y="2062163"/>
          <p14:tracePt t="65357" x="1554163" y="2070100"/>
          <p14:tracePt t="65379" x="1536700" y="2079625"/>
          <p14:tracePt t="65391" x="1528763" y="2079625"/>
          <p14:tracePt t="65407" x="1528763" y="2087563"/>
          <p14:tracePt t="65435" x="1519238" y="2087563"/>
          <p14:tracePt t="65451" x="1511300" y="2087563"/>
          <p14:tracePt t="65459" x="1511300" y="2097088"/>
          <p14:tracePt t="65474" x="1501775" y="2097088"/>
          <p14:tracePt t="65475" x="1484313" y="2114550"/>
          <p14:tracePt t="65490" x="1466850" y="2122488"/>
          <p14:tracePt t="65507" x="1449388" y="2139950"/>
          <p14:tracePt t="65524" x="1423988" y="2149475"/>
          <p14:tracePt t="65540" x="1423988" y="2166938"/>
          <p14:tracePt t="65557" x="1406525" y="2166938"/>
          <p14:tracePt t="65574" x="1406525" y="2184400"/>
          <p14:tracePt t="65590" x="1397000" y="2201863"/>
          <p14:tracePt t="65607" x="1397000" y="2227263"/>
          <p14:tracePt t="65624" x="1406525" y="2262188"/>
          <p14:tracePt t="65640" x="1431925" y="2289175"/>
          <p14:tracePt t="65657" x="1458913" y="2332038"/>
          <p14:tracePt t="65659" x="1476375" y="2349500"/>
          <p14:tracePt t="65674" x="1511300" y="2384425"/>
          <p14:tracePt t="65691" x="1546225" y="2419350"/>
          <p14:tracePt t="65707" x="1589088" y="2454275"/>
          <p14:tracePt t="65724" x="1624013" y="2463800"/>
          <p14:tracePt t="65740" x="1651000" y="2471738"/>
          <p14:tracePt t="65757" x="1668463" y="2489200"/>
          <p14:tracePt t="65774" x="1693863" y="2489200"/>
          <p14:tracePt t="65790" x="1711325" y="2489200"/>
          <p14:tracePt t="65807" x="1728788" y="2489200"/>
          <p14:tracePt t="65824" x="1755775" y="2498725"/>
          <p14:tracePt t="65840" x="1790700" y="2498725"/>
          <p14:tracePt t="65859" x="1798638" y="2489200"/>
          <p14:tracePt t="65874" x="1816100" y="2481263"/>
          <p14:tracePt t="65890" x="1843088" y="2454275"/>
          <p14:tracePt t="65907" x="1851025" y="2428875"/>
          <p14:tracePt t="65924" x="1868488" y="2376488"/>
          <p14:tracePt t="65941" x="1878013" y="2341563"/>
          <p14:tracePt t="65957" x="1878013" y="2289175"/>
          <p14:tracePt t="65974" x="1878013" y="2244725"/>
          <p14:tracePt t="65990" x="1860550" y="2219325"/>
          <p14:tracePt t="66007" x="1843088" y="2166938"/>
          <p14:tracePt t="66024" x="1833563" y="2149475"/>
          <p14:tracePt t="66040" x="1825625" y="2132013"/>
          <p14:tracePt t="66042" x="1816100" y="2132013"/>
          <p14:tracePt t="66057" x="1816100" y="2122488"/>
          <p14:tracePt t="66059" x="1808163" y="2122488"/>
          <p14:tracePt t="66074" x="1798638" y="2105025"/>
          <p14:tracePt t="66187" x="1790700" y="2105025"/>
          <p14:tracePt t="66428" x="0" y="0"/>
        </p14:tracePtLst>
        <p14:tracePtLst>
          <p14:tracePt t="71391" x="1676400" y="3546475"/>
          <p14:tracePt t="71467" x="1676400" y="3538538"/>
          <p14:tracePt t="71475" x="1685925" y="3538538"/>
          <p14:tracePt t="71484" x="1693863" y="3538538"/>
          <p14:tracePt t="71499" x="1703388" y="3538538"/>
          <p14:tracePt t="71506" x="1711325" y="3538538"/>
          <p14:tracePt t="71523" x="1738313" y="3538538"/>
          <p14:tracePt t="71540" x="1763713" y="3546475"/>
          <p14:tracePt t="71556" x="1790700" y="3556000"/>
          <p14:tracePt t="71573" x="1798638" y="3563938"/>
          <p14:tracePt t="71590" x="1808163" y="3563938"/>
          <p14:tracePt t="71619" x="1816100" y="3563938"/>
          <p14:tracePt t="71699" x="1825625" y="3563938"/>
          <p14:tracePt t="71724" x="1833563" y="3563938"/>
          <p14:tracePt t="71755" x="1843088" y="3563938"/>
          <p14:tracePt t="71763" x="1851025" y="3563938"/>
          <p14:tracePt t="71779" x="1860550" y="3556000"/>
          <p14:tracePt t="71790" x="1868488" y="3546475"/>
          <p14:tracePt t="71806" x="1885950" y="3538538"/>
          <p14:tracePt t="71823" x="1903413" y="3521075"/>
          <p14:tracePt t="71839" x="1920875" y="3476625"/>
          <p14:tracePt t="71856" x="1930400" y="3433763"/>
          <p14:tracePt t="71873" x="1930400" y="3354388"/>
          <p14:tracePt t="71874" x="1930400" y="3336925"/>
          <p14:tracePt t="71890" x="1938338" y="3319463"/>
          <p14:tracePt t="71891" x="1938338" y="3302000"/>
          <p14:tracePt t="71906" x="1938338" y="3284538"/>
          <p14:tracePt t="71923" x="1938338" y="3259138"/>
          <p14:tracePt t="71940" x="1938338" y="3249613"/>
          <p14:tracePt t="71956" x="1938338" y="3241675"/>
          <p14:tracePt t="71972" x="1920875" y="3232150"/>
          <p14:tracePt t="71989" x="1912938" y="3224213"/>
          <p14:tracePt t="72006" x="1895475" y="3214688"/>
          <p14:tracePt t="72023" x="1885950" y="3206750"/>
          <p14:tracePt t="72039" x="1878013" y="3197225"/>
          <p14:tracePt t="72056" x="1868488" y="3197225"/>
          <p14:tracePt t="72073" x="1860550" y="3197225"/>
          <p14:tracePt t="72074" x="1851025" y="3197225"/>
          <p14:tracePt t="72091" x="1833563" y="3197225"/>
          <p14:tracePt t="72107" x="1808163" y="3197225"/>
          <p14:tracePt t="72123" x="1763713" y="3197225"/>
          <p14:tracePt t="72139" x="1728788" y="3197225"/>
          <p14:tracePt t="72156" x="1703388" y="3214688"/>
          <p14:tracePt t="72173" x="1676400" y="3232150"/>
          <p14:tracePt t="72189" x="1651000" y="3241675"/>
          <p14:tracePt t="72206" x="1624013" y="3267075"/>
          <p14:tracePt t="72223" x="1616075" y="3276600"/>
          <p14:tracePt t="72239" x="1598613" y="3294063"/>
          <p14:tracePt t="72256" x="1598613" y="3302000"/>
          <p14:tracePt t="72273" x="1581150" y="3311525"/>
          <p14:tracePt t="72274" x="1581150" y="3319463"/>
          <p14:tracePt t="72290" x="1571625" y="3319463"/>
          <p14:tracePt t="72307" x="1563688" y="3336925"/>
          <p14:tracePt t="72323" x="1563688" y="3363913"/>
          <p14:tracePt t="72339" x="1563688" y="3381375"/>
          <p14:tracePt t="72356" x="1581150" y="3406775"/>
          <p14:tracePt t="72373" x="1589088" y="3433763"/>
          <p14:tracePt t="72390" x="1606550" y="3459163"/>
          <p14:tracePt t="72406" x="1624013" y="3476625"/>
          <p14:tracePt t="72423" x="1633538" y="3494088"/>
          <p14:tracePt t="72439" x="1641475" y="3503613"/>
          <p14:tracePt t="72456" x="1658938" y="3521075"/>
          <p14:tracePt t="72472" x="1685925" y="3529013"/>
          <p14:tracePt t="72489" x="1711325" y="3538538"/>
          <p14:tracePt t="72490" x="1728788" y="3546475"/>
          <p14:tracePt t="72506" x="1746250" y="3556000"/>
          <p14:tracePt t="72522" x="1755775" y="3563938"/>
          <p14:tracePt t="72547" x="1763713" y="3563938"/>
          <p14:tracePt t="72563" x="1773238" y="3563938"/>
          <p14:tracePt t="72579" x="1781175" y="3563938"/>
          <p14:tracePt t="72595" x="1798638" y="3563938"/>
          <p14:tracePt t="72606" x="1808163" y="3556000"/>
          <p14:tracePt t="72623" x="1825625" y="3538538"/>
          <p14:tracePt t="72639" x="1843088" y="3521075"/>
          <p14:tracePt t="72656" x="1868488" y="3503613"/>
          <p14:tracePt t="72673" x="1885950" y="3486150"/>
          <p14:tracePt t="72674" x="1895475" y="3468688"/>
          <p14:tracePt t="72689" x="1903413" y="3459163"/>
          <p14:tracePt t="72691" x="1912938" y="3433763"/>
          <p14:tracePt t="72707" x="1930400" y="3381375"/>
          <p14:tracePt t="72723" x="1930400" y="3346450"/>
          <p14:tracePt t="72739" x="1930400" y="3328988"/>
          <p14:tracePt t="72756" x="1938338" y="3311525"/>
          <p14:tracePt t="72773" x="1938338" y="3302000"/>
          <p14:tracePt t="72790" x="1938338" y="3284538"/>
          <p14:tracePt t="72811" x="1938338" y="3276600"/>
          <p14:tracePt t="72823" x="1930400" y="3259138"/>
          <p14:tracePt t="72840" x="1912938" y="3249613"/>
          <p14:tracePt t="72856" x="1895475" y="3232150"/>
          <p14:tracePt t="72873" x="1885950" y="3224213"/>
          <p14:tracePt t="72874" x="1878013" y="3214688"/>
          <p14:tracePt t="72889" x="1868488" y="3214688"/>
          <p14:tracePt t="72906" x="1851025" y="3214688"/>
          <p14:tracePt t="72923" x="1851025" y="3206750"/>
          <p14:tracePt t="72940" x="1843088" y="3206750"/>
          <p14:tracePt t="72956" x="1833563" y="3206750"/>
          <p14:tracePt t="72973" x="1825625" y="3206750"/>
          <p14:tracePt t="72995" x="1816100" y="3206750"/>
          <p14:tracePt t="73011" x="1808163" y="3206750"/>
          <p14:tracePt t="73023" x="1790700" y="3206750"/>
          <p14:tracePt t="73039" x="1728788" y="3224213"/>
          <p14:tracePt t="73056" x="1711325" y="3232150"/>
          <p14:tracePt t="73073" x="1703388" y="3232150"/>
          <p14:tracePt t="73074" x="1693863" y="3241675"/>
          <p14:tracePt t="73099" x="1693863" y="3249613"/>
          <p14:tracePt t="73106" x="1685925" y="3249613"/>
          <p14:tracePt t="73123" x="1676400" y="3249613"/>
          <p14:tracePt t="73139" x="1676400" y="3267075"/>
          <p14:tracePt t="73156" x="1658938" y="3284538"/>
          <p14:tracePt t="73173" x="1641475" y="3311525"/>
          <p14:tracePt t="73189" x="1624013" y="3328988"/>
          <p14:tracePt t="73206" x="1624013" y="3354388"/>
          <p14:tracePt t="73223" x="1606550" y="3371850"/>
          <p14:tracePt t="73240" x="1598613" y="3398838"/>
          <p14:tracePt t="73256" x="1589088" y="3406775"/>
          <p14:tracePt t="73273" x="1589088" y="3424238"/>
          <p14:tracePt t="73289" x="1589088" y="3441700"/>
          <p14:tracePt t="73291" x="1589088" y="3451225"/>
          <p14:tracePt t="73306" x="1598613" y="3476625"/>
          <p14:tracePt t="73323" x="1616075" y="3494088"/>
          <p14:tracePt t="73340" x="1633538" y="3521075"/>
          <p14:tracePt t="73356" x="1651000" y="3529013"/>
          <p14:tracePt t="73373" x="1685925" y="3546475"/>
          <p14:tracePt t="73389" x="1711325" y="3563938"/>
          <p14:tracePt t="73406" x="1728788" y="3563938"/>
          <p14:tracePt t="73423" x="1746250" y="3573463"/>
          <p14:tracePt t="73440" x="1755775" y="3573463"/>
          <p14:tracePt t="73491" x="1763713" y="3573463"/>
          <p14:tracePt t="73507" x="1773238" y="3573463"/>
          <p14:tracePt t="73515" x="1781175" y="3573463"/>
          <p14:tracePt t="73531" x="1790700" y="3573463"/>
          <p14:tracePt t="73539" x="1798638" y="3573463"/>
          <p14:tracePt t="73556" x="1808163" y="3563938"/>
          <p14:tracePt t="73573" x="1816100" y="3563938"/>
          <p14:tracePt t="73589" x="1825625" y="3563938"/>
          <p14:tracePt t="74436" x="0" y="0"/>
        </p14:tracePtLst>
        <p14:tracePtLst>
          <p14:tracePt t="75103" x="1214438" y="3162300"/>
          <p14:tracePt t="75211" x="1222375" y="3162300"/>
          <p14:tracePt t="75219" x="1231900" y="3162300"/>
          <p14:tracePt t="75235" x="1239838" y="3162300"/>
          <p14:tracePt t="75244" x="1249363" y="3162300"/>
          <p14:tracePt t="75259" x="1249363" y="3171825"/>
          <p14:tracePt t="75272" x="1257300" y="3171825"/>
          <p14:tracePt t="75289" x="1274763" y="3171825"/>
          <p14:tracePt t="75290" x="1284288" y="3171825"/>
          <p14:tracePt t="75305" x="1292225" y="3179763"/>
          <p14:tracePt t="75306" x="1301750" y="3179763"/>
          <p14:tracePt t="75323" x="1327150" y="3189288"/>
          <p14:tracePt t="75339" x="1389063" y="3206750"/>
          <p14:tracePt t="75356" x="1423988" y="3206750"/>
          <p14:tracePt t="75372" x="1466850" y="3206750"/>
          <p14:tracePt t="75389" x="1511300" y="3206750"/>
          <p14:tracePt t="75406" x="1546225" y="3206750"/>
          <p14:tracePt t="75422" x="1581150" y="3206750"/>
          <p14:tracePt t="75439" x="1606550" y="3206750"/>
          <p14:tracePt t="75456" x="1651000" y="3206750"/>
          <p14:tracePt t="75472" x="1668463" y="3206750"/>
          <p14:tracePt t="75489" x="1693863" y="3206750"/>
          <p14:tracePt t="75506" x="1703388" y="3206750"/>
          <p14:tracePt t="75532" x="1711325" y="3206750"/>
          <p14:tracePt t="76979" x="1711325" y="3197225"/>
          <p14:tracePt t="77011" x="1720850" y="3197225"/>
          <p14:tracePt t="77019" x="1738313" y="3197225"/>
          <p14:tracePt t="77027" x="1755775" y="3197225"/>
          <p14:tracePt t="77039" x="1790700" y="3189288"/>
          <p14:tracePt t="77055" x="1860550" y="3189288"/>
          <p14:tracePt t="77072" x="1912938" y="3189288"/>
          <p14:tracePt t="77089" x="1965325" y="3189288"/>
          <p14:tracePt t="77090" x="1982788" y="3189288"/>
          <p14:tracePt t="77107" x="1990725" y="3189288"/>
          <p14:tracePt t="77435" x="1982788" y="3189288"/>
          <p14:tracePt t="77443" x="1973263" y="3189288"/>
          <p14:tracePt t="77451" x="0" y="0"/>
        </p14:tracePtLst>
        <p14:tracePtLst>
          <p14:tracePt t="77823" x="1676400" y="3005138"/>
          <p14:tracePt t="77851" x="1668463" y="3005138"/>
          <p14:tracePt t="77867" x="1658938" y="3005138"/>
          <p14:tracePt t="77875" x="1651000" y="3005138"/>
          <p14:tracePt t="77891" x="1641475" y="3005138"/>
          <p14:tracePt t="77899" x="1633538" y="3005138"/>
          <p14:tracePt t="78124" x="0" y="0"/>
        </p14:tracePtLst>
        <p14:tracePtLst>
          <p14:tracePt t="78679" x="1816100" y="3040063"/>
          <p14:tracePt t="78868" x="0" y="0"/>
        </p14:tracePtLst>
        <p14:tracePtLst>
          <p14:tracePt t="81087" x="2462213" y="3101975"/>
          <p14:tracePt t="81131" x="2454275" y="3101975"/>
          <p14:tracePt t="81243" x="2444750" y="3101975"/>
          <p14:tracePt t="81307" x="2436813" y="3101975"/>
          <p14:tracePt t="81315" x="2401888" y="3101975"/>
          <p14:tracePt t="81323" x="2384425" y="3101975"/>
          <p14:tracePt t="81338" x="2366963" y="3109913"/>
          <p14:tracePt t="81339" x="2357438" y="3119438"/>
          <p14:tracePt t="81355" x="2314575" y="3119438"/>
          <p14:tracePt t="81371" x="2297113" y="3119438"/>
          <p14:tracePt t="81388" x="2287588" y="3119438"/>
          <p14:tracePt t="81405" x="2279650" y="3119438"/>
          <p14:tracePt t="81459" x="2270125" y="3127375"/>
          <p14:tracePt t="81467" x="2270125" y="3136900"/>
          <p14:tracePt t="81484" x="2262188" y="3136900"/>
          <p14:tracePt t="81491" x="2244725" y="3136900"/>
          <p14:tracePt t="81505" x="2235200" y="3144838"/>
          <p14:tracePt t="81506" x="2227263" y="3154363"/>
          <p14:tracePt t="81522" x="2217738" y="3162300"/>
          <p14:tracePt t="81538" x="2200275" y="3171825"/>
          <p14:tracePt t="81555" x="2174875" y="3189288"/>
          <p14:tracePt t="81571" x="2147888" y="3206750"/>
          <p14:tracePt t="81588" x="2122488" y="3224213"/>
          <p14:tracePt t="81605" x="2112963" y="3232150"/>
          <p14:tracePt t="81621" x="2105025" y="3259138"/>
          <p14:tracePt t="81638" x="2087563" y="3267075"/>
          <p14:tracePt t="81655" x="2078038" y="3284538"/>
          <p14:tracePt t="81671" x="2078038" y="3302000"/>
          <p14:tracePt t="81688" x="2070100" y="3311525"/>
          <p14:tracePt t="81705" x="2060575" y="3336925"/>
          <p14:tracePt t="81706" x="2052638" y="3354388"/>
          <p14:tracePt t="81721" x="2052638" y="3371850"/>
          <p14:tracePt t="81738" x="2052638" y="3398838"/>
          <p14:tracePt t="81755" x="2052638" y="3416300"/>
          <p14:tracePt t="81771" x="2052638" y="3424238"/>
          <p14:tracePt t="81788" x="2052638" y="3441700"/>
          <p14:tracePt t="81805" x="2060575" y="3459163"/>
          <p14:tracePt t="81822" x="2070100" y="3468688"/>
          <p14:tracePt t="81838" x="2095500" y="3494088"/>
          <p14:tracePt t="81855" x="2105025" y="3503613"/>
          <p14:tracePt t="81871" x="2130425" y="3529013"/>
          <p14:tracePt t="81888" x="2147888" y="3546475"/>
          <p14:tracePt t="81905" x="2165350" y="3556000"/>
          <p14:tracePt t="81906" x="2182813" y="3573463"/>
          <p14:tracePt t="81921" x="2200275" y="3581400"/>
          <p14:tracePt t="81923" x="2209800" y="3598863"/>
          <p14:tracePt t="81938" x="2244725" y="3625850"/>
          <p14:tracePt t="81955" x="2270125" y="3625850"/>
          <p14:tracePt t="81972" x="2279650" y="3633788"/>
          <p14:tracePt t="81988" x="2287588" y="3633788"/>
          <p14:tracePt t="82005" x="2287588" y="3643313"/>
          <p14:tracePt t="82051" x="2297113" y="3643313"/>
          <p14:tracePt t="82067" x="2305050" y="3643313"/>
          <p14:tracePt t="82083" x="2314575" y="3633788"/>
          <p14:tracePt t="82091" x="2322513" y="3633788"/>
          <p14:tracePt t="82099" x="2332038" y="3633788"/>
          <p14:tracePt t="82107" x="2339975" y="3633788"/>
          <p14:tracePt t="82121" x="2349500" y="3625850"/>
          <p14:tracePt t="82123" x="2357438" y="3625850"/>
          <p14:tracePt t="82139" x="2374900" y="3608388"/>
          <p14:tracePt t="82155" x="2384425" y="3608388"/>
          <p14:tracePt t="82171" x="2401888" y="3590925"/>
          <p14:tracePt t="82188" x="2409825" y="3581400"/>
          <p14:tracePt t="82205" x="2427288" y="3563938"/>
          <p14:tracePt t="82221" x="2454275" y="3563938"/>
          <p14:tracePt t="82238" x="2471738" y="3546475"/>
          <p14:tracePt t="82255" x="2479675" y="3538538"/>
          <p14:tracePt t="82271" x="2489200" y="3529013"/>
          <p14:tracePt t="82288" x="2497138" y="3521075"/>
          <p14:tracePt t="82304" x="2506663" y="3503613"/>
          <p14:tracePt t="82321" x="2506663" y="3486150"/>
          <p14:tracePt t="82322" x="2514600" y="3468688"/>
          <p14:tracePt t="82338" x="2524125" y="3451225"/>
          <p14:tracePt t="82339" x="2532063" y="3433763"/>
          <p14:tracePt t="82355" x="2532063" y="3416300"/>
          <p14:tracePt t="82371" x="2541588" y="3389313"/>
          <p14:tracePt t="82388" x="2541588" y="3371850"/>
          <p14:tracePt t="82404" x="2532063" y="3346450"/>
          <p14:tracePt t="82421" x="2524125" y="3311525"/>
          <p14:tracePt t="82438" x="2514600" y="3284538"/>
          <p14:tracePt t="82455" x="2489200" y="3259138"/>
          <p14:tracePt t="82471" x="2479675" y="3241675"/>
          <p14:tracePt t="82488" x="2454275" y="3224213"/>
          <p14:tracePt t="82505" x="2444750" y="3206750"/>
          <p14:tracePt t="82506" x="2436813" y="3197225"/>
          <p14:tracePt t="82521" x="2427288" y="3197225"/>
          <p14:tracePt t="82522" x="2419350" y="3189288"/>
          <p14:tracePt t="82539" x="2409825" y="3179763"/>
          <p14:tracePt t="82555" x="2401888" y="3171825"/>
          <p14:tracePt t="82571" x="2401888" y="3162300"/>
          <p14:tracePt t="82588" x="2384425" y="3154363"/>
          <p14:tracePt t="82605" x="2384425" y="3144838"/>
          <p14:tracePt t="82940" x="0" y="0"/>
        </p14:tracePtLst>
        <p14:tracePtLst>
          <p14:tracePt t="84383" x="3232150" y="3276600"/>
          <p14:tracePt t="84387" x="3232150" y="3284538"/>
          <p14:tracePt t="84395" x="3232150" y="3294063"/>
          <p14:tracePt t="84404" x="3249613" y="3302000"/>
          <p14:tracePt t="84421" x="3275013" y="3319463"/>
          <p14:tracePt t="84438" x="3275013" y="3336925"/>
          <p14:tracePt t="84454" x="3302000" y="3336925"/>
          <p14:tracePt t="84471" x="3309938" y="3346450"/>
          <p14:tracePt t="84488" x="3319463" y="3354388"/>
          <p14:tracePt t="84504" x="3327400" y="3354388"/>
          <p14:tracePt t="84547" x="3336925" y="3354388"/>
          <p14:tracePt t="84554" x="3344863" y="3354388"/>
          <p14:tracePt t="84563" x="3354388" y="3354388"/>
          <p14:tracePt t="84571" x="3362325" y="3346450"/>
          <p14:tracePt t="84588" x="3379788" y="3336925"/>
          <p14:tracePt t="84604" x="3389313" y="3336925"/>
          <p14:tracePt t="84621" x="3397250" y="3336925"/>
          <p14:tracePt t="84637" x="3397250" y="3328988"/>
          <p14:tracePt t="84655" x="3397250" y="3319463"/>
          <p14:tracePt t="84671" x="3414713" y="3319463"/>
          <p14:tracePt t="84688" x="3424238" y="3302000"/>
          <p14:tracePt t="84704" x="3441700" y="3294063"/>
          <p14:tracePt t="84721" x="3459163" y="3294063"/>
          <p14:tracePt t="84738" x="3467100" y="3284538"/>
          <p14:tracePt t="84755" x="3484563" y="3276600"/>
          <p14:tracePt t="84787" x="3494088" y="3276600"/>
          <p14:tracePt t="84795" x="3494088" y="3267075"/>
          <p14:tracePt t="84811" x="3502025" y="3267075"/>
          <p14:tracePt t="84827" x="3502025" y="3259138"/>
          <p14:tracePt t="84838" x="3502025" y="3249613"/>
          <p14:tracePt t="84854" x="3502025" y="3232150"/>
          <p14:tracePt t="84871" x="3494088" y="3224213"/>
          <p14:tracePt t="84888" x="3484563" y="3206750"/>
          <p14:tracePt t="84904" x="3467100" y="3206750"/>
          <p14:tracePt t="84921" x="3467100" y="3197225"/>
          <p14:tracePt t="84923" x="3459163" y="3197225"/>
          <p14:tracePt t="84939" x="3441700" y="3189288"/>
          <p14:tracePt t="84954" x="3424238" y="3179763"/>
          <p14:tracePt t="84971" x="3414713" y="3171825"/>
          <p14:tracePt t="84988" x="3406775" y="3171825"/>
          <p14:tracePt t="85027" x="3406775" y="3162300"/>
          <p14:tracePt t="85099" x="3397250" y="3162300"/>
          <p14:tracePt t="85123" x="3389313" y="3162300"/>
          <p14:tracePt t="85131" x="3371850" y="3171825"/>
          <p14:tracePt t="85139" x="3344863" y="3179763"/>
          <p14:tracePt t="85155" x="3257550" y="3206750"/>
          <p14:tracePt t="85171" x="3214688" y="3224213"/>
          <p14:tracePt t="85187" x="3170238" y="3241675"/>
          <p14:tracePt t="85204" x="3152775" y="3249613"/>
          <p14:tracePt t="85221" x="3135313" y="3259138"/>
          <p14:tracePt t="85237" x="3127375" y="3267075"/>
          <p14:tracePt t="85254" x="3127375" y="3294063"/>
          <p14:tracePt t="85271" x="3117850" y="3302000"/>
          <p14:tracePt t="85288" x="3109913" y="3319463"/>
          <p14:tracePt t="85304" x="3117850" y="3336925"/>
          <p14:tracePt t="85321" x="3127375" y="3354388"/>
          <p14:tracePt t="85323" x="3144838" y="3371850"/>
          <p14:tracePt t="85337" x="3162300" y="3381375"/>
          <p14:tracePt t="85338" x="3162300" y="3389313"/>
          <p14:tracePt t="85355" x="3187700" y="3398838"/>
          <p14:tracePt t="85371" x="3197225" y="3406775"/>
          <p14:tracePt t="85387" x="3214688" y="3416300"/>
          <p14:tracePt t="85404" x="3232150" y="3416300"/>
          <p14:tracePt t="85421" x="3240088" y="3416300"/>
          <p14:tracePt t="85437" x="3249613" y="3416300"/>
          <p14:tracePt t="85454" x="3257550" y="3416300"/>
          <p14:tracePt t="85471" x="3267075" y="3416300"/>
          <p14:tracePt t="85487" x="3284538" y="3406775"/>
          <p14:tracePt t="85504" x="3319463" y="3389313"/>
          <p14:tracePt t="85521" x="3371850" y="3389313"/>
          <p14:tracePt t="85523" x="3389313" y="3389313"/>
          <p14:tracePt t="85537" x="3397250" y="3389313"/>
          <p14:tracePt t="85539" x="3414713" y="3381375"/>
          <p14:tracePt t="85554" x="3414713" y="3371850"/>
          <p14:tracePt t="85571" x="3424238" y="3371850"/>
          <p14:tracePt t="86476" x="0" y="0"/>
        </p14:tracePtLst>
        <p14:tracePtLst>
          <p14:tracePt t="88392" x="2838450" y="3590925"/>
          <p14:tracePt t="88404" x="2846388" y="3590925"/>
          <p14:tracePt t="88427" x="2855913" y="3590925"/>
          <p14:tracePt t="88435" x="2873375" y="3590925"/>
          <p14:tracePt t="88451" x="2890838" y="3590925"/>
          <p14:tracePt t="88459" x="2898775" y="3590925"/>
          <p14:tracePt t="88470" x="2908300" y="3590925"/>
          <p14:tracePt t="88487" x="2925763" y="3590925"/>
          <p14:tracePt t="88504" x="2943225" y="3590925"/>
          <p14:tracePt t="88520" x="2968625" y="3590925"/>
          <p14:tracePt t="88537" x="2986088" y="3581400"/>
          <p14:tracePt t="88539" x="3003550" y="3581400"/>
          <p14:tracePt t="88555" x="3013075" y="3581400"/>
          <p14:tracePt t="88570" x="3038475" y="3581400"/>
          <p14:tracePt t="88587" x="3074988" y="3581400"/>
          <p14:tracePt t="88603" x="3135313" y="3581400"/>
          <p14:tracePt t="88620" x="3205163" y="3590925"/>
          <p14:tracePt t="88637" x="3240088" y="3590925"/>
          <p14:tracePt t="88654" x="3284538" y="3590925"/>
          <p14:tracePt t="88747" x="3292475" y="3590925"/>
          <p14:tracePt t="88771" x="3302000" y="3590925"/>
          <p14:tracePt t="88779" x="3309938" y="3590925"/>
          <p14:tracePt t="88787" x="3319463" y="3590925"/>
          <p14:tracePt t="88804" x="3336925" y="3590925"/>
          <p14:tracePt t="88820" x="3397250" y="3590925"/>
          <p14:tracePt t="88837" x="3432175" y="3590925"/>
          <p14:tracePt t="88853" x="3476625" y="3590925"/>
          <p14:tracePt t="88870" x="3494088" y="3598863"/>
          <p14:tracePt t="89292" x="0" y="0"/>
        </p14:tracePtLst>
        <p14:tracePtLst>
          <p14:tracePt t="92807" x="1606550" y="3633788"/>
          <p14:tracePt t="92811" x="1598613" y="3633788"/>
          <p14:tracePt t="92875" x="1589088" y="3633788"/>
          <p14:tracePt t="92883" x="1581150" y="3633788"/>
          <p14:tracePt t="92892" x="1563688" y="3633788"/>
          <p14:tracePt t="92908" x="1554163" y="3633788"/>
          <p14:tracePt t="92920" x="1546225" y="3633788"/>
          <p14:tracePt t="92972" x="1536700" y="3633788"/>
          <p14:tracePt t="92979" x="1528763" y="3633788"/>
          <p14:tracePt t="93035" x="1519238" y="3643313"/>
          <p14:tracePt t="93051" x="1511300" y="3643313"/>
          <p14:tracePt t="93059" x="1511300" y="3651250"/>
          <p14:tracePt t="93069" x="1501775" y="3660775"/>
          <p14:tracePt t="93086" x="1476375" y="3678238"/>
          <p14:tracePt t="93103" x="1458913" y="3695700"/>
          <p14:tracePt t="93120" x="1441450" y="3730625"/>
          <p14:tracePt t="93136" x="1423988" y="3765550"/>
          <p14:tracePt t="93154" x="1406525" y="3790950"/>
          <p14:tracePt t="93155" x="1397000" y="3800475"/>
          <p14:tracePt t="93171" x="1389063" y="3808413"/>
          <p14:tracePt t="93186" x="1379538" y="3825875"/>
          <p14:tracePt t="93203" x="1371600" y="3860800"/>
          <p14:tracePt t="93219" x="1371600" y="3887788"/>
          <p14:tracePt t="93236" x="1371600" y="3913188"/>
          <p14:tracePt t="93253" x="1371600" y="3922713"/>
          <p14:tracePt t="93270" x="1379538" y="3948113"/>
          <p14:tracePt t="93286" x="1389063" y="3957638"/>
          <p14:tracePt t="93303" x="1414463" y="3983038"/>
          <p14:tracePt t="93320" x="1423988" y="4000500"/>
          <p14:tracePt t="93336" x="1476375" y="4027488"/>
          <p14:tracePt t="93355" x="1493838" y="4035425"/>
          <p14:tracePt t="93370" x="1511300" y="4044950"/>
          <p14:tracePt t="93371" x="1519238" y="4044950"/>
          <p14:tracePt t="93387" x="1536700" y="4044950"/>
          <p14:tracePt t="93411" x="1546225" y="4044950"/>
          <p14:tracePt t="93419" x="1554163" y="4044950"/>
          <p14:tracePt t="93436" x="1563688" y="4044950"/>
          <p14:tracePt t="93453" x="1581150" y="4044950"/>
          <p14:tracePt t="93470" x="1616075" y="4027488"/>
          <p14:tracePt t="93486" x="1641475" y="4010025"/>
          <p14:tracePt t="93503" x="1676400" y="3975100"/>
          <p14:tracePt t="93520" x="1703388" y="3948113"/>
          <p14:tracePt t="93536" x="1711325" y="3913188"/>
          <p14:tracePt t="93538" x="1720850" y="3913188"/>
          <p14:tracePt t="93556" x="1720850" y="3905250"/>
          <p14:tracePt t="93725" x="0" y="0"/>
        </p14:tracePtLst>
        <p14:tracePtLst>
          <p14:tracePt t="94639" x="2147888" y="3721100"/>
          <p14:tracePt t="94707" x="2139950" y="3730625"/>
          <p14:tracePt t="94724" x="2130425" y="3730625"/>
          <p14:tracePt t="94731" x="2130425" y="3738563"/>
          <p14:tracePt t="94740" x="2122488" y="3738563"/>
          <p14:tracePt t="94753" x="2105025" y="3765550"/>
          <p14:tracePt t="94755" x="2087563" y="3773488"/>
          <p14:tracePt t="94769" x="2078038" y="3783013"/>
          <p14:tracePt t="94771" x="2070100" y="3800475"/>
          <p14:tracePt t="94786" x="2052638" y="3835400"/>
          <p14:tracePt t="94803" x="2035175" y="3852863"/>
          <p14:tracePt t="94819" x="2025650" y="3870325"/>
          <p14:tracePt t="94836" x="2017713" y="3895725"/>
          <p14:tracePt t="94852" x="2017713" y="3913188"/>
          <p14:tracePt t="94869" x="2017713" y="3940175"/>
          <p14:tracePt t="94886" x="2043113" y="3965575"/>
          <p14:tracePt t="94903" x="2052638" y="3983038"/>
          <p14:tracePt t="94919" x="2070100" y="3992563"/>
          <p14:tracePt t="94936" x="2095500" y="4000500"/>
          <p14:tracePt t="94953" x="2112963" y="4010025"/>
          <p14:tracePt t="94969" x="2122488" y="4017963"/>
          <p14:tracePt t="95003" x="2130425" y="4017963"/>
          <p14:tracePt t="95011" x="2147888" y="4017963"/>
          <p14:tracePt t="95035" x="2157413" y="4017963"/>
          <p14:tracePt t="95043" x="2174875" y="4017963"/>
          <p14:tracePt t="95053" x="2174875" y="4010025"/>
          <p14:tracePt t="95069" x="2209800" y="4010025"/>
          <p14:tracePt t="95086" x="2227263" y="3992563"/>
          <p14:tracePt t="95103" x="2235200" y="3975100"/>
          <p14:tracePt t="95119" x="2252663" y="3965575"/>
          <p14:tracePt t="95136" x="2270125" y="3940175"/>
          <p14:tracePt t="95153" x="2270125" y="3913188"/>
          <p14:tracePt t="95154" x="2270125" y="3905250"/>
          <p14:tracePt t="95169" x="2279650" y="3887788"/>
          <p14:tracePt t="95171" x="2279650" y="3878263"/>
          <p14:tracePt t="95195" x="2270125" y="3878263"/>
          <p14:tracePt t="95211" x="2262188" y="3878263"/>
          <p14:tracePt t="95219" x="2262188" y="3870325"/>
          <p14:tracePt t="95236" x="2244725" y="3860800"/>
          <p14:tracePt t="95253" x="2235200" y="3860800"/>
          <p14:tracePt t="95269" x="2209800" y="3860800"/>
          <p14:tracePt t="95286" x="2209800" y="3852863"/>
          <p14:tracePt t="95315" x="2200275" y="3852863"/>
          <p14:tracePt t="95340" x="2200275" y="3843338"/>
          <p14:tracePt t="95419" x="2192338" y="3843338"/>
          <p14:tracePt t="95533" x="0" y="0"/>
        </p14:tracePtLst>
        <p14:tracePtLst>
          <p14:tracePt t="101589" x="2768600" y="4087813"/>
          <p14:tracePt t="101595" x="2768600" y="4079875"/>
          <p14:tracePt t="101611" x="2759075" y="4070350"/>
          <p14:tracePt t="101619" x="2751138" y="4070350"/>
          <p14:tracePt t="101635" x="2741613" y="4062413"/>
          <p14:tracePt t="101652" x="2724150" y="4062413"/>
          <p14:tracePt t="101668" x="2706688" y="4062413"/>
          <p14:tracePt t="101685" x="2698750" y="4052888"/>
          <p14:tracePt t="101747" x="2689225" y="4052888"/>
          <p14:tracePt t="101755" x="2671763" y="4052888"/>
          <p14:tracePt t="101763" x="2663825" y="4052888"/>
          <p14:tracePt t="101779" x="2646363" y="4052888"/>
          <p14:tracePt t="101795" x="2636838" y="4052888"/>
          <p14:tracePt t="101803" x="2628900" y="4062413"/>
          <p14:tracePt t="101867" x="2619375" y="4062413"/>
          <p14:tracePt t="101899" x="2619375" y="4070350"/>
          <p14:tracePt t="101939" x="2619375" y="4079875"/>
          <p14:tracePt t="101947" x="2601913" y="4079875"/>
          <p14:tracePt t="101956" x="2593975" y="4079875"/>
          <p14:tracePt t="101969" x="2593975" y="4087813"/>
          <p14:tracePt t="101970" x="2576513" y="4097338"/>
          <p14:tracePt t="101985" x="2559050" y="4105275"/>
          <p14:tracePt t="102002" x="2541588" y="4114800"/>
          <p14:tracePt t="102003" x="2532063" y="4114800"/>
          <p14:tracePt t="102019" x="2532063" y="4132263"/>
          <p14:tracePt t="102035" x="2514600" y="4141788"/>
          <p14:tracePt t="102051" x="2506663" y="4159250"/>
          <p14:tracePt t="102068" x="2489200" y="4159250"/>
          <p14:tracePt t="102085" x="2479675" y="4167188"/>
          <p14:tracePt t="102101" x="2471738" y="4176713"/>
          <p14:tracePt t="102118" x="2462213" y="4184650"/>
          <p14:tracePt t="102135" x="2454275" y="4194175"/>
          <p14:tracePt t="102152" x="2444750" y="4211638"/>
          <p14:tracePt t="102168" x="2436813" y="4219575"/>
          <p14:tracePt t="102171" x="2436813" y="4237038"/>
          <p14:tracePt t="102185" x="2427288" y="4237038"/>
          <p14:tracePt t="102202" x="2419350" y="4254500"/>
          <p14:tracePt t="102203" x="2409825" y="4264025"/>
          <p14:tracePt t="102219" x="2409825" y="4271963"/>
          <p14:tracePt t="102235" x="2401888" y="4281488"/>
          <p14:tracePt t="102252" x="2401888" y="4289425"/>
          <p14:tracePt t="102268" x="2401888" y="4306888"/>
          <p14:tracePt t="102285" x="2401888" y="4324350"/>
          <p14:tracePt t="102301" x="2401888" y="4341813"/>
          <p14:tracePt t="102318" x="2419350" y="4359275"/>
          <p14:tracePt t="102335" x="2427288" y="4368800"/>
          <p14:tracePt t="102351" x="2436813" y="4394200"/>
          <p14:tracePt t="102368" x="2444750" y="4411663"/>
          <p14:tracePt t="102385" x="2462213" y="4421188"/>
          <p14:tracePt t="102387" x="2462213" y="4429125"/>
          <p14:tracePt t="102402" x="2462213" y="4438650"/>
          <p14:tracePt t="102403" x="2462213" y="4446588"/>
          <p14:tracePt t="102419" x="2489200" y="4456113"/>
          <p14:tracePt t="102435" x="2497138" y="4464050"/>
          <p14:tracePt t="102452" x="2514600" y="4473575"/>
          <p14:tracePt t="102468" x="2532063" y="4473575"/>
          <p14:tracePt t="102485" x="2541588" y="4473575"/>
          <p14:tracePt t="102501" x="2566988" y="4473575"/>
          <p14:tracePt t="102518" x="2576513" y="4473575"/>
          <p14:tracePt t="102535" x="2584450" y="4473575"/>
          <p14:tracePt t="102551" x="2601913" y="4473575"/>
          <p14:tracePt t="102568" x="2611438" y="4473575"/>
          <p14:tracePt t="102585" x="2636838" y="4481513"/>
          <p14:tracePt t="102587" x="2654300" y="4481513"/>
          <p14:tracePt t="102602" x="2671763" y="4481513"/>
          <p14:tracePt t="102603" x="2681288" y="4481513"/>
          <p14:tracePt t="102618" x="2706688" y="4481513"/>
          <p14:tracePt t="102635" x="2724150" y="4481513"/>
          <p14:tracePt t="102651" x="2733675" y="4481513"/>
          <p14:tracePt t="102668" x="2751138" y="4481513"/>
          <p14:tracePt t="102723" x="2751138" y="4473575"/>
          <p14:tracePt t="102731" x="2759075" y="4464050"/>
          <p14:tracePt t="102740" x="2759075" y="4456113"/>
          <p14:tracePt t="102755" x="2768600" y="4446588"/>
          <p14:tracePt t="102768" x="2768600" y="4438650"/>
          <p14:tracePt t="102787" x="2768600" y="4429125"/>
          <p14:tracePt t="102802" x="2768600" y="4411663"/>
          <p14:tracePt t="102818" x="2768600" y="4403725"/>
          <p14:tracePt t="102835" x="2768600" y="4386263"/>
          <p14:tracePt t="102851" x="2768600" y="4376738"/>
          <p14:tracePt t="102868" x="2768600" y="4368800"/>
          <p14:tracePt t="102885" x="2768600" y="4341813"/>
          <p14:tracePt t="102901" x="2768600" y="4324350"/>
          <p14:tracePt t="102918" x="2768600" y="4316413"/>
          <p14:tracePt t="102935" x="2768600" y="4298950"/>
          <p14:tracePt t="102951" x="2768600" y="4289425"/>
          <p14:tracePt t="102968" x="2768600" y="4281488"/>
          <p14:tracePt t="102985" x="2768600" y="4271963"/>
          <p14:tracePt t="103002" x="2768600" y="4264025"/>
          <p14:tracePt t="103003" x="2768600" y="4254500"/>
          <p14:tracePt t="103018" x="2759075" y="4237038"/>
          <p14:tracePt t="103035" x="2741613" y="4219575"/>
          <p14:tracePt t="103051" x="2733675" y="4194175"/>
          <p14:tracePt t="103068" x="2724150" y="4194175"/>
          <p14:tracePt t="103085" x="2716213" y="4184650"/>
          <p14:tracePt t="103101" x="2706688" y="4184650"/>
          <p14:tracePt t="103118" x="2706688" y="4176713"/>
          <p14:tracePt t="103147" x="2698750" y="4176713"/>
          <p14:tracePt t="103155" x="2689225" y="4176713"/>
          <p14:tracePt t="103179" x="2681288" y="4176713"/>
          <p14:tracePt t="103195" x="2671763" y="4176713"/>
          <p14:tracePt t="103283" x="2663825" y="4176713"/>
          <p14:tracePt t="104100" x="0" y="0"/>
        </p14:tracePtLst>
        <p14:tracePtLst>
          <p14:tracePt t="107375" x="3606800" y="4159250"/>
          <p14:tracePt t="107828" x="0" y="0"/>
        </p14:tracePtLst>
        <p14:tracePtLst>
          <p14:tracePt t="114921" x="3633788" y="4044950"/>
          <p14:tracePt t="114924" x="3624263" y="4035425"/>
          <p14:tracePt t="114940" x="3616325" y="4035425"/>
          <p14:tracePt t="114949" x="3606800" y="4035425"/>
          <p14:tracePt t="114967" x="3581400" y="4017963"/>
          <p14:tracePt t="114983" x="3554413" y="4010025"/>
          <p14:tracePt t="114999" x="3519488" y="4000500"/>
          <p14:tracePt t="115016" x="3511550" y="4000500"/>
          <p14:tracePt t="115032" x="3502025" y="3992563"/>
          <p14:tracePt t="115049" x="3494088" y="3992563"/>
          <p14:tracePt t="115050" x="3484563" y="3992563"/>
          <p14:tracePt t="115066" x="3476625" y="3992563"/>
          <p14:tracePt t="115067" x="3467100" y="3992563"/>
          <p14:tracePt t="115083" x="3449638" y="3983038"/>
          <p14:tracePt t="115099" x="3432175" y="3983038"/>
          <p14:tracePt t="115116" x="3414713" y="3983038"/>
          <p14:tracePt t="115133" x="3389313" y="3983038"/>
          <p14:tracePt t="115149" x="3379788" y="3983038"/>
          <p14:tracePt t="115167" x="3371850" y="3983038"/>
          <p14:tracePt t="115183" x="3354388" y="3983038"/>
          <p14:tracePt t="115199" x="3344863" y="3975100"/>
          <p14:tracePt t="115216" x="3319463" y="3975100"/>
          <p14:tracePt t="115232" x="3284538" y="3975100"/>
          <p14:tracePt t="115249" x="3232150" y="3975100"/>
          <p14:tracePt t="115251" x="3214688" y="3975100"/>
          <p14:tracePt t="115267" x="3179763" y="3975100"/>
          <p14:tracePt t="115283" x="3152775" y="3975100"/>
          <p14:tracePt t="115299" x="3127375" y="3975100"/>
          <p14:tracePt t="115316" x="3109913" y="3975100"/>
          <p14:tracePt t="115339" x="3100388" y="3975100"/>
          <p14:tracePt t="115350" x="3082925" y="3975100"/>
          <p14:tracePt t="115367" x="3065463" y="3975100"/>
          <p14:tracePt t="115383" x="3048000" y="3975100"/>
          <p14:tracePt t="115400" x="3021013" y="3975100"/>
          <p14:tracePt t="115416" x="2986088" y="3975100"/>
          <p14:tracePt t="115433" x="2960688" y="3975100"/>
          <p14:tracePt t="115450" x="2943225" y="3965575"/>
          <p14:tracePt t="115451" x="2933700" y="3965575"/>
          <p14:tracePt t="115466" x="2925763" y="3965575"/>
          <p14:tracePt t="115483" x="2908300" y="3965575"/>
          <p14:tracePt t="115500" x="2890838" y="3965575"/>
          <p14:tracePt t="115516" x="2873375" y="3965575"/>
          <p14:tracePt t="115533" x="2846388" y="3965575"/>
          <p14:tracePt t="115549" x="2820988" y="3965575"/>
          <p14:tracePt t="115566" x="2786063" y="3965575"/>
          <p14:tracePt t="115583" x="2768600" y="3975100"/>
          <p14:tracePt t="115599" x="2759075" y="3975100"/>
          <p14:tracePt t="115616" x="2741613" y="3975100"/>
          <p14:tracePt t="115633" x="2724150" y="3975100"/>
          <p14:tracePt t="115634" x="2716213" y="3983038"/>
          <p14:tracePt t="115649" x="2706688" y="3992563"/>
          <p14:tracePt t="115650" x="2689225" y="3992563"/>
          <p14:tracePt t="115666" x="2636838" y="4000500"/>
          <p14:tracePt t="115683" x="2601913" y="4017963"/>
          <p14:tracePt t="115700" x="2576513" y="4017963"/>
          <p14:tracePt t="115716" x="2532063" y="4017963"/>
          <p14:tracePt t="115733" x="2506663" y="4035425"/>
          <p14:tracePt t="115750" x="2479675" y="4044950"/>
          <p14:tracePt t="115766" x="2471738" y="4052888"/>
          <p14:tracePt t="115783" x="2454275" y="4052888"/>
          <p14:tracePt t="115800" x="2444750" y="4062413"/>
          <p14:tracePt t="115816" x="2427288" y="4070350"/>
          <p14:tracePt t="115833" x="2401888" y="4087813"/>
          <p14:tracePt t="115850" x="2392363" y="4087813"/>
          <p14:tracePt t="115851" x="2374900" y="4097338"/>
          <p14:tracePt t="115866" x="2357438" y="4105275"/>
          <p14:tracePt t="115883" x="2339975" y="4114800"/>
          <p14:tracePt t="115900" x="2322513" y="4124325"/>
          <p14:tracePt t="115916" x="2305050" y="4132263"/>
          <p14:tracePt t="115933" x="2297113" y="4132263"/>
          <p14:tracePt t="115955" x="2287588" y="4141788"/>
          <p14:tracePt t="115972" x="2279650" y="4149725"/>
          <p14:tracePt t="115983" x="2279650" y="4159250"/>
          <p14:tracePt t="116000" x="2262188" y="4167188"/>
          <p14:tracePt t="116016" x="2244725" y="4184650"/>
          <p14:tracePt t="116033" x="2209800" y="4211638"/>
          <p14:tracePt t="116034" x="2192338" y="4229100"/>
          <p14:tracePt t="116050" x="2192338" y="4237038"/>
          <p14:tracePt t="116051" x="2182813" y="4246563"/>
          <p14:tracePt t="116067" x="2165350" y="4264025"/>
          <p14:tracePt t="116083" x="2165350" y="4289425"/>
          <p14:tracePt t="116099" x="2157413" y="4316413"/>
          <p14:tracePt t="116116" x="2157413" y="4324350"/>
          <p14:tracePt t="116132" x="2157413" y="4351338"/>
          <p14:tracePt t="116149" x="2174875" y="4376738"/>
          <p14:tracePt t="116166" x="2182813" y="4403725"/>
          <p14:tracePt t="116183" x="2200275" y="4446588"/>
          <p14:tracePt t="116200" x="2217738" y="4473575"/>
          <p14:tracePt t="116216" x="2252663" y="4508500"/>
          <p14:tracePt t="116233" x="2279650" y="4533900"/>
          <p14:tracePt t="116234" x="2297113" y="4551363"/>
          <p14:tracePt t="116249" x="2314575" y="4560888"/>
          <p14:tracePt t="116251" x="2322513" y="4578350"/>
          <p14:tracePt t="116267" x="2349500" y="4595813"/>
          <p14:tracePt t="116283" x="2392363" y="4621213"/>
          <p14:tracePt t="116300" x="2454275" y="4656138"/>
          <p14:tracePt t="116316" x="2506663" y="4673600"/>
          <p14:tracePt t="116332" x="2549525" y="4691063"/>
          <p14:tracePt t="116349" x="2611438" y="4700588"/>
          <p14:tracePt t="116366" x="2646363" y="4718050"/>
          <p14:tracePt t="116383" x="2698750" y="4718050"/>
          <p14:tracePt t="116399" x="2751138" y="4718050"/>
          <p14:tracePt t="116416" x="2803525" y="4718050"/>
          <p14:tracePt t="116433" x="2863850" y="4700588"/>
          <p14:tracePt t="116434" x="2968625" y="4691063"/>
          <p14:tracePt t="116449" x="2995613" y="4683125"/>
          <p14:tracePt t="116451" x="3082925" y="4673600"/>
          <p14:tracePt t="116466" x="3267075" y="4648200"/>
          <p14:tracePt t="116483" x="3362325" y="4630738"/>
          <p14:tracePt t="116499" x="3432175" y="4613275"/>
          <p14:tracePt t="116516" x="3467100" y="4603750"/>
          <p14:tracePt t="116533" x="3494088" y="4586288"/>
          <p14:tracePt t="116549" x="3519488" y="4578350"/>
          <p14:tracePt t="116566" x="3536950" y="4560888"/>
          <p14:tracePt t="116583" x="3554413" y="4543425"/>
          <p14:tracePt t="116599" x="3571875" y="4533900"/>
          <p14:tracePt t="116616" x="3598863" y="4516438"/>
          <p14:tracePt t="116632" x="3624263" y="4498975"/>
          <p14:tracePt t="116649" x="3641725" y="4481513"/>
          <p14:tracePt t="116650" x="3651250" y="4473575"/>
          <p14:tracePt t="116666" x="3659188" y="4456113"/>
          <p14:tracePt t="116667" x="3659188" y="4446588"/>
          <p14:tracePt t="116691" x="3659188" y="4438650"/>
          <p14:tracePt t="116707" x="3659188" y="4429125"/>
          <p14:tracePt t="116787" x="3659188" y="4421188"/>
          <p14:tracePt t="116908" x="0" y="0"/>
        </p14:tracePtLst>
        <p14:tracePtLst>
          <p14:tracePt t="118182" x="4489450" y="3992563"/>
          <p14:tracePt t="118203" x="4479925" y="4000500"/>
          <p14:tracePt t="118219" x="4471988" y="4010025"/>
          <p14:tracePt t="118227" x="4462463" y="4010025"/>
          <p14:tracePt t="118243" x="4454525" y="4017963"/>
          <p14:tracePt t="118251" x="4445000" y="4017963"/>
          <p14:tracePt t="118265" x="4445000" y="4027488"/>
          <p14:tracePt t="118266" x="4437063" y="4027488"/>
          <p14:tracePt t="118283" x="4427538" y="4035425"/>
          <p14:tracePt t="118299" x="4419600" y="4044950"/>
          <p14:tracePt t="118315" x="4410075" y="4052888"/>
          <p14:tracePt t="118332" x="4402138" y="4052888"/>
          <p14:tracePt t="118349" x="4392613" y="4070350"/>
          <p14:tracePt t="118366" x="4384675" y="4097338"/>
          <p14:tracePt t="118382" x="4367213" y="4105275"/>
          <p14:tracePt t="118399" x="4357688" y="4132263"/>
          <p14:tracePt t="118416" x="4340225" y="4149725"/>
          <p14:tracePt t="118432" x="4340225" y="4159250"/>
          <p14:tracePt t="118449" x="4332288" y="4176713"/>
          <p14:tracePt t="118451" x="4322763" y="4176713"/>
          <p14:tracePt t="118465" x="4322763" y="4184650"/>
          <p14:tracePt t="118467" x="4322763" y="4194175"/>
          <p14:tracePt t="118483" x="4314825" y="4211638"/>
          <p14:tracePt t="118499" x="4314825" y="4229100"/>
          <p14:tracePt t="118516" x="4314825" y="4254500"/>
          <p14:tracePt t="118532" x="4314825" y="4281488"/>
          <p14:tracePt t="118549" x="4314825" y="4316413"/>
          <p14:tracePt t="118566" x="4314825" y="4368800"/>
          <p14:tracePt t="118582" x="4314825" y="4394200"/>
          <p14:tracePt t="118599" x="4314825" y="4421188"/>
          <p14:tracePt t="118616" x="4314825" y="4438650"/>
          <p14:tracePt t="118632" x="4314825" y="4456113"/>
          <p14:tracePt t="118649" x="4322763" y="4464050"/>
          <p14:tracePt t="118651" x="4340225" y="4473575"/>
          <p14:tracePt t="118667" x="4340225" y="4481513"/>
          <p14:tracePt t="118682" x="4349750" y="4481513"/>
          <p14:tracePt t="118731" x="4357688" y="4481513"/>
          <p14:tracePt t="118811" x="4367213" y="4481513"/>
          <p14:tracePt t="118899" x="4375150" y="4481513"/>
          <p14:tracePt t="118907" x="4392613" y="4481513"/>
          <p14:tracePt t="118915" x="4402138" y="4491038"/>
          <p14:tracePt t="118932" x="4454525" y="4498975"/>
          <p14:tracePt t="118949" x="4479925" y="4498975"/>
          <p14:tracePt t="118966" x="4506913" y="4498975"/>
          <p14:tracePt t="118982" x="4524375" y="4498975"/>
          <p14:tracePt t="119012" x="4532313" y="4498975"/>
          <p14:tracePt t="119043" x="4541838" y="4491038"/>
          <p14:tracePt t="119051" x="4549775" y="4491038"/>
          <p14:tracePt t="119075" x="4549775" y="4481513"/>
          <p14:tracePt t="119082" x="4567238" y="4473575"/>
          <p14:tracePt t="119099" x="4576763" y="4473575"/>
          <p14:tracePt t="119115" x="4584700" y="4464050"/>
          <p14:tracePt t="119123" x="4584700" y="4456113"/>
          <p14:tracePt t="119132" x="4594225" y="4456113"/>
          <p14:tracePt t="119149" x="4602163" y="4446588"/>
          <p14:tracePt t="119166" x="4629150" y="4411663"/>
          <p14:tracePt t="119182" x="4654550" y="4394200"/>
          <p14:tracePt t="119199" x="4654550" y="4386263"/>
          <p14:tracePt t="119215" x="4664075" y="4368800"/>
          <p14:tracePt t="119232" x="4672013" y="4359275"/>
          <p14:tracePt t="119234" x="4672013" y="4351338"/>
          <p14:tracePt t="119249" x="4672013" y="4341813"/>
          <p14:tracePt t="119250" x="4672013" y="4324350"/>
          <p14:tracePt t="119265" x="4672013" y="4306888"/>
          <p14:tracePt t="119283" x="4672013" y="4281488"/>
          <p14:tracePt t="119299" x="4672013" y="4271963"/>
          <p14:tracePt t="119315" x="4672013" y="4254500"/>
          <p14:tracePt t="119332" x="4664075" y="4246563"/>
          <p14:tracePt t="119348" x="4664075" y="4237038"/>
          <p14:tracePt t="119365" x="4664075" y="4219575"/>
          <p14:tracePt t="119382" x="4654550" y="4211638"/>
          <p14:tracePt t="119507" x="4646613" y="4211638"/>
          <p14:tracePt t="119611" x="4637088" y="4211638"/>
          <p14:tracePt t="119620" x="4611688" y="4184650"/>
          <p14:tracePt t="119628" x="4602163" y="4176713"/>
          <p14:tracePt t="119643" x="4584700" y="4176713"/>
          <p14:tracePt t="119651" x="4576763" y="4167188"/>
          <p14:tracePt t="119666" x="4576763" y="4149725"/>
          <p14:tracePt t="119667" x="4567238" y="4149725"/>
          <p14:tracePt t="119683" x="4549775" y="4124325"/>
          <p14:tracePt t="119699" x="4549775" y="4114800"/>
          <p14:tracePt t="119715" x="4541838" y="4105275"/>
          <p14:tracePt t="119732" x="4532313" y="4087813"/>
          <p14:tracePt t="119749" x="4532313" y="4079875"/>
          <p14:tracePt t="119766" x="4524375" y="4079875"/>
          <p14:tracePt t="120139" x="4514850" y="4079875"/>
          <p14:tracePt t="120147" x="4506913" y="4079875"/>
          <p14:tracePt t="120323" x="4489450" y="4087813"/>
          <p14:tracePt t="120331" x="4479925" y="4087813"/>
          <p14:tracePt t="120339" x="4479925" y="4097338"/>
          <p14:tracePt t="120349" x="4454525" y="4097338"/>
          <p14:tracePt t="120365" x="4427538" y="4105275"/>
          <p14:tracePt t="120382" x="4410075" y="4124325"/>
          <p14:tracePt t="120399" x="4384675" y="4132263"/>
          <p14:tracePt t="120415" x="4384675" y="4141788"/>
          <p14:tracePt t="120451" x="4375150" y="4149725"/>
          <p14:tracePt t="120466" x="4367213" y="4149725"/>
          <p14:tracePt t="120474" x="4357688" y="4149725"/>
          <p14:tracePt t="120482" x="4349750" y="4159250"/>
          <p14:tracePt t="120499" x="4332288" y="4176713"/>
          <p14:tracePt t="120516" x="4322763" y="4202113"/>
          <p14:tracePt t="120532" x="4305300" y="4219575"/>
          <p14:tracePt t="120549" x="4297363" y="4246563"/>
          <p14:tracePt t="120565" x="4287838" y="4264025"/>
          <p14:tracePt t="120582" x="4287838" y="4281488"/>
          <p14:tracePt t="120599" x="4279900" y="4298950"/>
          <p14:tracePt t="120616" x="4279900" y="4324350"/>
          <p14:tracePt t="120632" x="4287838" y="4333875"/>
          <p14:tracePt t="120649" x="4297363" y="4359275"/>
          <p14:tracePt t="120650" x="4305300" y="4376738"/>
          <p14:tracePt t="120665" x="4322763" y="4386263"/>
          <p14:tracePt t="120667" x="4340225" y="4403725"/>
          <p14:tracePt t="120682" x="4367213" y="4421188"/>
          <p14:tracePt t="120699" x="4402138" y="4446588"/>
          <p14:tracePt t="120716" x="4445000" y="4464050"/>
          <p14:tracePt t="120732" x="4506913" y="4491038"/>
          <p14:tracePt t="120748" x="4532313" y="4508500"/>
          <p14:tracePt t="120766" x="4549775" y="4508500"/>
          <p14:tracePt t="120843" x="4559300" y="4508500"/>
          <p14:tracePt t="120851" x="4576763" y="4508500"/>
          <p14:tracePt t="120859" x="4602163" y="4508500"/>
          <p14:tracePt t="120867" x="4619625" y="4508500"/>
          <p14:tracePt t="120883" x="4637088" y="4508500"/>
          <p14:tracePt t="120899" x="4664075" y="4508500"/>
          <p14:tracePt t="120915" x="4672013" y="4508500"/>
          <p14:tracePt t="120932" x="4681538" y="4508500"/>
          <p14:tracePt t="120948" x="4689475" y="4508500"/>
          <p14:tracePt t="121227" x="4689475" y="4473575"/>
          <p14:tracePt t="121235" x="4689475" y="4464050"/>
          <p14:tracePt t="121243" x="4689475" y="4456113"/>
          <p14:tracePt t="121251" x="4689475" y="4438650"/>
          <p14:tracePt t="121265" x="4689475" y="4429125"/>
          <p14:tracePt t="121267" x="4689475" y="4403725"/>
          <p14:tracePt t="121282" x="4689475" y="4359275"/>
          <p14:tracePt t="121299" x="4689475" y="4324350"/>
          <p14:tracePt t="121315" x="4681538" y="4298950"/>
          <p14:tracePt t="121332" x="4664075" y="4271963"/>
          <p14:tracePt t="121349" x="4646613" y="4237038"/>
          <p14:tracePt t="121365" x="4619625" y="4211638"/>
          <p14:tracePt t="121382" x="4584700" y="4184650"/>
          <p14:tracePt t="121399" x="4584700" y="4176713"/>
          <p14:tracePt t="121415" x="4559300" y="4167188"/>
          <p14:tracePt t="121432" x="4559300" y="4149725"/>
          <p14:tracePt t="121449" x="4549775" y="4149725"/>
          <p14:tracePt t="121450" x="4549775" y="4141788"/>
          <p14:tracePt t="121465" x="4541838" y="4141788"/>
          <p14:tracePt t="121482" x="4532313" y="4132263"/>
          <p14:tracePt t="121499" x="4514850" y="4132263"/>
          <p14:tracePt t="121515" x="4497388" y="4132263"/>
          <p14:tracePt t="121547" x="4489450" y="4132263"/>
          <p14:tracePt t="121683" x="4462463" y="4132263"/>
          <p14:tracePt t="121691" x="4462463" y="4141788"/>
          <p14:tracePt t="121706" x="4454525" y="4149725"/>
          <p14:tracePt t="121723" x="4445000" y="4159250"/>
          <p14:tracePt t="121732" x="4437063" y="4159250"/>
          <p14:tracePt t="121749" x="4419600" y="4167188"/>
          <p14:tracePt t="121765" x="4410075" y="4176713"/>
          <p14:tracePt t="121782" x="4392613" y="4194175"/>
          <p14:tracePt t="121798" x="4375150" y="4202113"/>
          <p14:tracePt t="121815" x="4367213" y="4219575"/>
          <p14:tracePt t="121832" x="4349750" y="4246563"/>
          <p14:tracePt t="121849" x="4340225" y="4264025"/>
          <p14:tracePt t="121851" x="4332288" y="4281488"/>
          <p14:tracePt t="121865" x="4332288" y="4298950"/>
          <p14:tracePt t="121867" x="4332288" y="4316413"/>
          <p14:tracePt t="121882" x="4332288" y="4324350"/>
          <p14:tracePt t="121884" x="4332288" y="4341813"/>
          <p14:tracePt t="121899" x="4332288" y="4368800"/>
          <p14:tracePt t="121915" x="4340225" y="4394200"/>
          <p14:tracePt t="121932" x="4349750" y="4411663"/>
          <p14:tracePt t="121948" x="4357688" y="4421188"/>
          <p14:tracePt t="121965" x="4375150" y="4446588"/>
          <p14:tracePt t="121982" x="4384675" y="4446588"/>
          <p14:tracePt t="121999" x="4402138" y="4456113"/>
          <p14:tracePt t="122015" x="4410075" y="4464050"/>
          <p14:tracePt t="122032" x="4419600" y="4464050"/>
          <p14:tracePt t="122049" x="4427538" y="4473575"/>
          <p14:tracePt t="122050" x="4437063" y="4473575"/>
          <p14:tracePt t="122065" x="4454525" y="4473575"/>
          <p14:tracePt t="122082" x="4462463" y="4473575"/>
          <p14:tracePt t="122083" x="4471988" y="4473575"/>
          <p14:tracePt t="122099" x="4479925" y="4473575"/>
          <p14:tracePt t="122115" x="4489450" y="4473575"/>
          <p14:tracePt t="122132" x="4497388" y="4481513"/>
          <p14:tracePt t="122780" x="0" y="0"/>
        </p14:tracePtLst>
        <p14:tracePtLst>
          <p14:tracePt t="134200" x="5851525" y="4446588"/>
          <p14:tracePt t="134219" x="5859463" y="4446588"/>
          <p14:tracePt t="134235" x="5868988" y="4446588"/>
          <p14:tracePt t="134243" x="5876925" y="4446588"/>
          <p14:tracePt t="134252" x="5886450" y="4456113"/>
          <p14:tracePt t="134263" x="5894388" y="4456113"/>
          <p14:tracePt t="134280" x="5929313" y="4473575"/>
          <p14:tracePt t="134297" x="5946775" y="4491038"/>
          <p14:tracePt t="134313" x="5973763" y="4516438"/>
          <p14:tracePt t="134315" x="5999163" y="4525963"/>
          <p14:tracePt t="134330" x="6016625" y="4533900"/>
          <p14:tracePt t="134332" x="6051550" y="4551363"/>
          <p14:tracePt t="134347" x="6078538" y="4578350"/>
          <p14:tracePt t="134363" x="6105525" y="4595813"/>
          <p14:tracePt t="134380" x="6130925" y="4595813"/>
          <p14:tracePt t="134396" x="6157913" y="4595813"/>
          <p14:tracePt t="134413" x="6183313" y="4595813"/>
          <p14:tracePt t="134430" x="6235700" y="4595813"/>
          <p14:tracePt t="134447" x="6270625" y="4595813"/>
          <p14:tracePt t="134463" x="6332538" y="4603750"/>
          <p14:tracePt t="134480" x="6367463" y="4603750"/>
          <p14:tracePt t="134496" x="6410325" y="4613275"/>
          <p14:tracePt t="134513" x="6454775" y="4613275"/>
          <p14:tracePt t="134514" x="6472238" y="4613275"/>
          <p14:tracePt t="134530" x="6507163" y="4613275"/>
          <p14:tracePt t="134546" x="6532563" y="4613275"/>
          <p14:tracePt t="134563" x="6550025" y="4613275"/>
          <p14:tracePt t="134580" x="6567488" y="4595813"/>
          <p14:tracePt t="134596" x="6594475" y="4586288"/>
          <p14:tracePt t="134613" x="6602413" y="4568825"/>
          <p14:tracePt t="134630" x="6619875" y="4551363"/>
          <p14:tracePt t="134646" x="6629400" y="4533900"/>
          <p14:tracePt t="134663" x="6629400" y="4516438"/>
          <p14:tracePt t="134680" x="6629400" y="4498975"/>
          <p14:tracePt t="134696" x="6629400" y="4481513"/>
          <p14:tracePt t="134713" x="6629400" y="4446588"/>
          <p14:tracePt t="134730" x="6629400" y="4429125"/>
          <p14:tracePt t="134747" x="6619875" y="4403725"/>
          <p14:tracePt t="134763" x="6619875" y="4386263"/>
          <p14:tracePt t="134780" x="6602413" y="4351338"/>
          <p14:tracePt t="134796" x="6594475" y="4341813"/>
          <p14:tracePt t="134813" x="6577013" y="4306888"/>
          <p14:tracePt t="134830" x="6559550" y="4298950"/>
          <p14:tracePt t="134847" x="6532563" y="4271963"/>
          <p14:tracePt t="134863" x="6507163" y="4246563"/>
          <p14:tracePt t="134880" x="6480175" y="4219575"/>
          <p14:tracePt t="134897" x="6462713" y="4211638"/>
          <p14:tracePt t="134913" x="6437313" y="4194175"/>
          <p14:tracePt t="134915" x="6419850" y="4194175"/>
          <p14:tracePt t="134930" x="6402388" y="4176713"/>
          <p14:tracePt t="134947" x="6384925" y="4167188"/>
          <p14:tracePt t="134963" x="6350000" y="4149725"/>
          <p14:tracePt t="134980" x="6332538" y="4141788"/>
          <p14:tracePt t="134996" x="6305550" y="4132263"/>
          <p14:tracePt t="135013" x="6280150" y="4124325"/>
          <p14:tracePt t="135030" x="6253163" y="4124325"/>
          <p14:tracePt t="135047" x="6235700" y="4124325"/>
          <p14:tracePt t="135063" x="6227763" y="4124325"/>
          <p14:tracePt t="135080" x="6218238" y="4124325"/>
          <p14:tracePt t="135097" x="6210300" y="4124325"/>
          <p14:tracePt t="135123" x="6200775" y="4132263"/>
          <p14:tracePt t="135131" x="6192838" y="4141788"/>
          <p14:tracePt t="135147" x="6175375" y="4149725"/>
          <p14:tracePt t="135163" x="6140450" y="4159250"/>
          <p14:tracePt t="135180" x="6086475" y="4167188"/>
          <p14:tracePt t="135196" x="6061075" y="4184650"/>
          <p14:tracePt t="135213" x="6043613" y="4194175"/>
          <p14:tracePt t="135229" x="6034088" y="4202113"/>
          <p14:tracePt t="135246" x="6026150" y="4211638"/>
          <p14:tracePt t="135263" x="6016625" y="4237038"/>
          <p14:tracePt t="135280" x="6016625" y="4254500"/>
          <p14:tracePt t="135297" x="6016625" y="4289425"/>
          <p14:tracePt t="135299" x="6016625" y="4316413"/>
          <p14:tracePt t="135313" x="6016625" y="4324350"/>
          <p14:tracePt t="135315" x="6026150" y="4341813"/>
          <p14:tracePt t="135330" x="6061075" y="4376738"/>
          <p14:tracePt t="135347" x="6078538" y="4403725"/>
          <p14:tracePt t="135363" x="6122988" y="4429125"/>
          <p14:tracePt t="135380" x="6157913" y="4456113"/>
          <p14:tracePt t="135396" x="6218238" y="4473575"/>
          <p14:tracePt t="135413" x="6262688" y="4491038"/>
          <p14:tracePt t="135430" x="6305550" y="4498975"/>
          <p14:tracePt t="135447" x="6375400" y="4516438"/>
          <p14:tracePt t="135463" x="6410325" y="4525963"/>
          <p14:tracePt t="135480" x="6427788" y="4525963"/>
          <p14:tracePt t="135496" x="6437313" y="4525963"/>
          <p14:tracePt t="135498" x="6454775" y="4525963"/>
          <p14:tracePt t="135513" x="6462713" y="4525963"/>
          <p14:tracePt t="135514" x="6472238" y="4525963"/>
          <p14:tracePt t="135530" x="6489700" y="4525963"/>
          <p14:tracePt t="135547" x="6515100" y="4508500"/>
          <p14:tracePt t="135563" x="6550025" y="4498975"/>
          <p14:tracePt t="135580" x="6567488" y="4464050"/>
          <p14:tracePt t="135596" x="6594475" y="4438650"/>
          <p14:tracePt t="135613" x="6619875" y="4411663"/>
          <p14:tracePt t="135630" x="6637338" y="4394200"/>
          <p14:tracePt t="135646" x="6646863" y="4386263"/>
          <p14:tracePt t="135663" x="6646863" y="4376738"/>
          <p14:tracePt t="135680" x="6654800" y="4368800"/>
          <p14:tracePt t="135696" x="6654800" y="4351338"/>
          <p14:tracePt t="135713" x="6654800" y="4316413"/>
          <p14:tracePt t="135730" x="6654800" y="4298950"/>
          <p14:tracePt t="135731" x="6654800" y="4289425"/>
          <p14:tracePt t="135747" x="6654800" y="4254500"/>
          <p14:tracePt t="135763" x="6654800" y="4246563"/>
          <p14:tracePt t="135780" x="6654800" y="4237038"/>
          <p14:tracePt t="135796" x="6654800" y="4219575"/>
          <p14:tracePt t="135813" x="6637338" y="4202113"/>
          <p14:tracePt t="135830" x="6629400" y="4184650"/>
          <p14:tracePt t="135846" x="6611938" y="4159250"/>
          <p14:tracePt t="135863" x="6594475" y="4141788"/>
          <p14:tracePt t="135880" x="6559550" y="4141788"/>
          <p14:tracePt t="135896" x="6550025" y="4124325"/>
          <p14:tracePt t="135913" x="6532563" y="4114800"/>
          <p14:tracePt t="135914" x="6524625" y="4114800"/>
          <p14:tracePt t="135930" x="6515100" y="4105275"/>
          <p14:tracePt t="135947" x="6497638" y="4097338"/>
          <p14:tracePt t="135963" x="6480175" y="4087813"/>
          <p14:tracePt t="135980" x="6462713" y="4079875"/>
          <p14:tracePt t="135996" x="6445250" y="4079875"/>
          <p14:tracePt t="136013" x="6437313" y="4079875"/>
          <p14:tracePt t="136030" x="6419850" y="4079875"/>
          <p14:tracePt t="136046" x="6402388" y="4079875"/>
          <p14:tracePt t="136063" x="6384925" y="4079875"/>
          <p14:tracePt t="136080" x="6367463" y="4079875"/>
          <p14:tracePt t="136096" x="6340475" y="4087813"/>
          <p14:tracePt t="136113" x="6315075" y="4097338"/>
          <p14:tracePt t="136130" x="6297613" y="4105275"/>
          <p14:tracePt t="136131" x="6288088" y="4114800"/>
          <p14:tracePt t="136147" x="6270625" y="4124325"/>
          <p14:tracePt t="136163" x="6253163" y="4132263"/>
          <p14:tracePt t="136179" x="6227763" y="4141788"/>
          <p14:tracePt t="136196" x="6200775" y="4149725"/>
          <p14:tracePt t="136213" x="6175375" y="4167188"/>
          <p14:tracePt t="136229" x="6148388" y="4176713"/>
          <p14:tracePt t="136246" x="6105525" y="4202113"/>
          <p14:tracePt t="136263" x="6086475" y="4211638"/>
          <p14:tracePt t="136280" x="6069013" y="4219575"/>
          <p14:tracePt t="136296" x="6051550" y="4229100"/>
          <p14:tracePt t="136298" x="6043613" y="4237038"/>
          <p14:tracePt t="136315" x="6043613" y="4246563"/>
          <p14:tracePt t="136330" x="6034088" y="4246563"/>
          <p14:tracePt t="136331" x="6034088" y="4254500"/>
          <p14:tracePt t="136346" x="6026150" y="4264025"/>
          <p14:tracePt t="136363" x="6016625" y="4281488"/>
          <p14:tracePt t="136379" x="6008688" y="4298950"/>
          <p14:tracePt t="136396" x="6008688" y="4324350"/>
          <p14:tracePt t="136413" x="5999163" y="4341813"/>
          <p14:tracePt t="136430" x="5999163" y="4359275"/>
          <p14:tracePt t="136446" x="6026150" y="4376738"/>
          <p14:tracePt t="136463" x="6034088" y="4403725"/>
          <p14:tracePt t="136480" x="6051550" y="4411663"/>
          <p14:tracePt t="136496" x="6061075" y="4421188"/>
          <p14:tracePt t="136498" x="6069013" y="4438650"/>
          <p14:tracePt t="136513" x="6078538" y="4446588"/>
          <p14:tracePt t="136514" x="6086475" y="4456113"/>
          <p14:tracePt t="136529" x="6105525" y="4456113"/>
          <p14:tracePt t="136531" x="6113463" y="4456113"/>
          <p14:tracePt t="136546" x="6122988" y="4464050"/>
          <p14:tracePt t="136563" x="6130925" y="4464050"/>
          <p14:tracePt t="136691" x="6122988" y="4473575"/>
          <p14:tracePt t="136708" x="0" y="0"/>
        </p14:tracePtLst>
        <p14:tracePtLst>
          <p14:tracePt t="145496" x="5903913" y="4421188"/>
          <p14:tracePt t="145555" x="5911850" y="4421188"/>
          <p14:tracePt t="145563" x="5956300" y="4429125"/>
          <p14:tracePt t="145571" x="5973763" y="4429125"/>
          <p14:tracePt t="145578" x="5991225" y="4446588"/>
          <p14:tracePt t="145595" x="6016625" y="4464050"/>
          <p14:tracePt t="145612" x="6061075" y="4491038"/>
          <p14:tracePt t="145628" x="6096000" y="4516438"/>
          <p14:tracePt t="145645" x="6140450" y="4543425"/>
          <p14:tracePt t="145662" x="6175375" y="4551363"/>
          <p14:tracePt t="145678" x="6200775" y="4560888"/>
          <p14:tracePt t="145695" x="6235700" y="4560888"/>
          <p14:tracePt t="145712" x="6262688" y="4560888"/>
          <p14:tracePt t="145728" x="6280150" y="4560888"/>
          <p14:tracePt t="145745" x="6297613" y="4560888"/>
          <p14:tracePt t="145746" x="6315075" y="4560888"/>
          <p14:tracePt t="145761" x="6323013" y="4560888"/>
          <p14:tracePt t="145778" x="6332538" y="4560888"/>
          <p14:tracePt t="145796" x="6340475" y="4543425"/>
          <p14:tracePt t="145812" x="6350000" y="4543425"/>
          <p14:tracePt t="145828" x="6367463" y="4533900"/>
          <p14:tracePt t="145845" x="6375400" y="4525963"/>
          <p14:tracePt t="145862" x="6392863" y="4508500"/>
          <p14:tracePt t="145878" x="6419850" y="4498975"/>
          <p14:tracePt t="145895" x="6454775" y="4491038"/>
          <p14:tracePt t="145912" x="6472238" y="4481513"/>
          <p14:tracePt t="145928" x="6489700" y="4481513"/>
          <p14:tracePt t="145945" x="6489700" y="4473575"/>
          <p14:tracePt t="145946" x="6489700" y="4464050"/>
          <p14:tracePt t="145963" x="6497638" y="4464050"/>
          <p14:tracePt t="145979" x="6507163" y="4456113"/>
          <p14:tracePt t="145995" x="6524625" y="4446588"/>
          <p14:tracePt t="146012" x="6542088" y="4438650"/>
          <p14:tracePt t="146028" x="6559550" y="4421188"/>
          <p14:tracePt t="146045" x="6584950" y="4403725"/>
          <p14:tracePt t="146061" x="6611938" y="4386263"/>
          <p14:tracePt t="146078" x="6629400" y="4368800"/>
          <p14:tracePt t="146094" x="6637338" y="4351338"/>
          <p14:tracePt t="146115" x="6646863" y="4333875"/>
          <p14:tracePt t="146131" x="6646863" y="4324350"/>
          <p14:tracePt t="146145" x="6646863" y="4316413"/>
          <p14:tracePt t="146162" x="6646863" y="4298950"/>
          <p14:tracePt t="146163" x="6646863" y="4281488"/>
          <p14:tracePt t="146179" x="6646863" y="4264025"/>
          <p14:tracePt t="146196" x="6646863" y="4237038"/>
          <p14:tracePt t="146212" x="6637338" y="4202113"/>
          <p14:tracePt t="146228" x="6629400" y="4184650"/>
          <p14:tracePt t="146245" x="6611938" y="4167188"/>
          <p14:tracePt t="146261" x="6594475" y="4149725"/>
          <p14:tracePt t="146278" x="6577013" y="4132263"/>
          <p14:tracePt t="146295" x="6559550" y="4124325"/>
          <p14:tracePt t="146312" x="6550025" y="4114800"/>
          <p14:tracePt t="146329" x="6542088" y="4105275"/>
          <p14:tracePt t="146331" x="6532563" y="4097338"/>
          <p14:tracePt t="146347" x="6524625" y="4097338"/>
          <p14:tracePt t="146361" x="6515100" y="4087813"/>
          <p14:tracePt t="146362" x="6515100" y="4079875"/>
          <p14:tracePt t="146378" x="6497638" y="4070350"/>
          <p14:tracePt t="146395" x="6480175" y="4062413"/>
          <p14:tracePt t="146412" x="6462713" y="4052888"/>
          <p14:tracePt t="146428" x="6445250" y="4044950"/>
          <p14:tracePt t="146451" x="6437313" y="4044950"/>
          <p14:tracePt t="146461" x="6427788" y="4044950"/>
          <p14:tracePt t="146478" x="6419850" y="4044950"/>
          <p14:tracePt t="146495" x="6402388" y="4044950"/>
          <p14:tracePt t="146511" x="6375400" y="4062413"/>
          <p14:tracePt t="146528" x="6305550" y="4079875"/>
          <p14:tracePt t="146545" x="6210300" y="4105275"/>
          <p14:tracePt t="146561" x="6078538" y="4132263"/>
          <p14:tracePt t="146563" x="6026150" y="4159250"/>
          <p14:tracePt t="146579" x="5956300" y="4184650"/>
          <p14:tracePt t="146595" x="5921375" y="4211638"/>
          <p14:tracePt t="146612" x="5911850" y="4211638"/>
          <p14:tracePt t="146628" x="5903913" y="4219575"/>
          <p14:tracePt t="146644" x="5894388" y="4229100"/>
          <p14:tracePt t="146662" x="5894388" y="4237038"/>
          <p14:tracePt t="146678" x="5894388" y="4254500"/>
          <p14:tracePt t="146695" x="5894388" y="4281488"/>
          <p14:tracePt t="146711" x="5911850" y="4316413"/>
          <p14:tracePt t="146728" x="5929313" y="4351338"/>
          <p14:tracePt t="146745" x="5964238" y="4394200"/>
          <p14:tracePt t="146746" x="5981700" y="4411663"/>
          <p14:tracePt t="146762" x="5999163" y="4429125"/>
          <p14:tracePt t="146763" x="6008688" y="4438650"/>
          <p14:tracePt t="146778" x="6026150" y="4446588"/>
          <p14:tracePt t="146795" x="6034088" y="4456113"/>
          <p14:tracePt t="146827" x="6043613" y="4456113"/>
          <p14:tracePt t="147044" x="0" y="0"/>
        </p14:tracePtLst>
        <p14:tracePtLst>
          <p14:tracePt t="162200" x="7108825" y="4508500"/>
          <p14:tracePt t="162291" x="7100888" y="4508500"/>
          <p14:tracePt t="162307" x="7091363" y="4516438"/>
          <p14:tracePt t="162315" x="7083425" y="4516438"/>
          <p14:tracePt t="162326" x="7065963" y="4533900"/>
          <p14:tracePt t="162342" x="7013575" y="4551363"/>
          <p14:tracePt t="162359" x="6986588" y="4560888"/>
          <p14:tracePt t="162376" x="6951663" y="4578350"/>
          <p14:tracePt t="162392" x="6926263" y="4586288"/>
          <p14:tracePt t="162409" x="6899275" y="4603750"/>
          <p14:tracePt t="162410" x="6891338" y="4613275"/>
          <p14:tracePt t="162425" x="6881813" y="4613275"/>
          <p14:tracePt t="162443" x="6864350" y="4630738"/>
          <p14:tracePt t="162459" x="6864350" y="4638675"/>
          <p14:tracePt t="162476" x="6846888" y="4648200"/>
          <p14:tracePt t="162492" x="6838950" y="4656138"/>
          <p14:tracePt t="162509" x="6811963" y="4673600"/>
          <p14:tracePt t="162526" x="6794500" y="4691063"/>
          <p14:tracePt t="162542" x="6777038" y="4718050"/>
          <p14:tracePt t="162559" x="6769100" y="4725988"/>
          <p14:tracePt t="162576" x="6769100" y="4743450"/>
          <p14:tracePt t="162592" x="6759575" y="4752975"/>
          <p14:tracePt t="162609" x="6759575" y="4770438"/>
          <p14:tracePt t="162611" x="6759575" y="4778375"/>
          <p14:tracePt t="162626" x="6759575" y="4787900"/>
          <p14:tracePt t="162627" x="6759575" y="4795838"/>
          <p14:tracePt t="162643" x="6759575" y="4813300"/>
          <p14:tracePt t="162659" x="6769100" y="4830763"/>
          <p14:tracePt t="162676" x="6786563" y="4848225"/>
          <p14:tracePt t="162692" x="6811963" y="4865688"/>
          <p14:tracePt t="162709" x="6821488" y="4875213"/>
          <p14:tracePt t="162726" x="6846888" y="4900613"/>
          <p14:tracePt t="162742" x="6864350" y="4910138"/>
          <p14:tracePt t="162759" x="6891338" y="4918075"/>
          <p14:tracePt t="162776" x="6926263" y="4935538"/>
          <p14:tracePt t="162792" x="6969125" y="4953000"/>
          <p14:tracePt t="162809" x="7021513" y="4970463"/>
          <p14:tracePt t="162811" x="7038975" y="4979988"/>
          <p14:tracePt t="162826" x="7048500" y="4987925"/>
          <p14:tracePt t="162827" x="7065963" y="4997450"/>
          <p14:tracePt t="162843" x="7091363" y="5014913"/>
          <p14:tracePt t="162860" x="7135813" y="5032375"/>
          <p14:tracePt t="162875" x="7161213" y="5049838"/>
          <p14:tracePt t="162892" x="7178675" y="5067300"/>
          <p14:tracePt t="162909" x="7196138" y="5075238"/>
          <p14:tracePt t="162926" x="7205663" y="5084763"/>
          <p14:tracePt t="162942" x="7223125" y="5092700"/>
          <p14:tracePt t="162959" x="7248525" y="5102225"/>
          <p14:tracePt t="162975" x="7265988" y="5119688"/>
          <p14:tracePt t="162992" x="7300913" y="5127625"/>
          <p14:tracePt t="163008" x="7318375" y="5137150"/>
          <p14:tracePt t="163010" x="7327900" y="5137150"/>
          <p14:tracePt t="163026" x="7335838" y="5137150"/>
          <p14:tracePt t="163027" x="7353300" y="5137150"/>
          <p14:tracePt t="163043" x="7380288" y="5145088"/>
          <p14:tracePt t="163059" x="7405688" y="5145088"/>
          <p14:tracePt t="163075" x="7432675" y="5154613"/>
          <p14:tracePt t="163092" x="7458075" y="5154613"/>
          <p14:tracePt t="163109" x="7485063" y="5162550"/>
          <p14:tracePt t="163126" x="7502525" y="5162550"/>
          <p14:tracePt t="163142" x="7527925" y="5162550"/>
          <p14:tracePt t="163159" x="7554913" y="5162550"/>
          <p14:tracePt t="163176" x="7572375" y="5162550"/>
          <p14:tracePt t="163192" x="7589838" y="5162550"/>
          <p14:tracePt t="163196" x="7607300" y="5162550"/>
          <p14:tracePt t="163209" x="7624763" y="5154613"/>
          <p14:tracePt t="163210" x="7632700" y="5145088"/>
          <p14:tracePt t="163226" x="7650163" y="5145088"/>
          <p14:tracePt t="163228" x="7659688" y="5137150"/>
          <p14:tracePt t="163243" x="7685088" y="5127625"/>
          <p14:tracePt t="163259" x="7702550" y="5110163"/>
          <p14:tracePt t="163276" x="7729538" y="5102225"/>
          <p14:tracePt t="163292" x="7747000" y="5084763"/>
          <p14:tracePt t="163309" x="7764463" y="5075238"/>
          <p14:tracePt t="163325" x="7781925" y="5057775"/>
          <p14:tracePt t="163342" x="7781925" y="5049838"/>
          <p14:tracePt t="163359" x="7789863" y="5022850"/>
          <p14:tracePt t="163376" x="7799388" y="4987925"/>
          <p14:tracePt t="163392" x="7807325" y="4962525"/>
          <p14:tracePt t="163394" x="7807325" y="4945063"/>
          <p14:tracePt t="163411" x="7807325" y="4927600"/>
          <p14:tracePt t="163426" x="7807325" y="4918075"/>
          <p14:tracePt t="163427" x="7807325" y="4900613"/>
          <p14:tracePt t="163442" x="7807325" y="4883150"/>
          <p14:tracePt t="163459" x="7789863" y="4848225"/>
          <p14:tracePt t="163475" x="7781925" y="4830763"/>
          <p14:tracePt t="163492" x="7772400" y="4813300"/>
          <p14:tracePt t="163508" x="7754938" y="4760913"/>
          <p14:tracePt t="163525" x="7737475" y="4735513"/>
          <p14:tracePt t="163542" x="7720013" y="4700588"/>
          <p14:tracePt t="163559" x="7702550" y="4683125"/>
          <p14:tracePt t="163575" x="7694613" y="4665663"/>
          <p14:tracePt t="163592" x="7667625" y="4648200"/>
          <p14:tracePt t="163609" x="7650163" y="4638675"/>
          <p14:tracePt t="163625" x="7632700" y="4630738"/>
          <p14:tracePt t="163627" x="7615238" y="4621213"/>
          <p14:tracePt t="163642" x="7597775" y="4613275"/>
          <p14:tracePt t="163659" x="7537450" y="4603750"/>
          <p14:tracePt t="163675" x="7510463" y="4595813"/>
          <p14:tracePt t="163692" x="7502525" y="4586288"/>
          <p14:tracePt t="163709" x="7485063" y="4578350"/>
          <p14:tracePt t="163725" x="7458075" y="4578350"/>
          <p14:tracePt t="163742" x="7440613" y="4578350"/>
          <p14:tracePt t="163759" x="7432675" y="4578350"/>
          <p14:tracePt t="163775" x="7415213" y="4568825"/>
          <p14:tracePt t="163792" x="7397750" y="4568825"/>
          <p14:tracePt t="163794" x="7388225" y="4568825"/>
          <p14:tracePt t="163809" x="7380288" y="4568825"/>
          <p14:tracePt t="163826" x="7353300" y="4568825"/>
          <p14:tracePt t="163827" x="7345363" y="4568825"/>
          <p14:tracePt t="163842" x="7335838" y="4568825"/>
          <p14:tracePt t="163843" x="7318375" y="4568825"/>
          <p14:tracePt t="163859" x="7300913" y="4568825"/>
          <p14:tracePt t="163875" x="7275513" y="4586288"/>
          <p14:tracePt t="163892" x="7248525" y="4595813"/>
          <p14:tracePt t="163909" x="7213600" y="4630738"/>
          <p14:tracePt t="163925" x="7178675" y="4656138"/>
          <p14:tracePt t="163942" x="7161213" y="4700588"/>
          <p14:tracePt t="163959" x="7135813" y="4787900"/>
          <p14:tracePt t="163975" x="7100888" y="4830763"/>
          <p14:tracePt t="163992" x="7083425" y="4875213"/>
          <p14:tracePt t="164009" x="7073900" y="4910138"/>
          <p14:tracePt t="164010" x="7073900" y="4927600"/>
          <p14:tracePt t="164025" x="7073900" y="4945063"/>
          <p14:tracePt t="164026" x="7083425" y="4945063"/>
          <p14:tracePt t="164042" x="7091363" y="4962525"/>
          <p14:tracePt t="164043" x="7100888" y="4979988"/>
          <p14:tracePt t="164059" x="7118350" y="4979988"/>
          <p14:tracePt t="164075" x="7153275" y="4987925"/>
          <p14:tracePt t="164091" x="7161213" y="4997450"/>
          <p14:tracePt t="164108" x="7178675" y="4997450"/>
          <p14:tracePt t="164125" x="7196138" y="4997450"/>
          <p14:tracePt t="164142" x="7213600" y="4997450"/>
          <p14:tracePt t="164159" x="7223125" y="4997450"/>
          <p14:tracePt t="164175" x="7240588" y="4997450"/>
          <p14:tracePt t="164192" x="7248525" y="4997450"/>
          <p14:tracePt t="164209" x="7258050" y="4997450"/>
          <p14:tracePt t="164225" x="7265988" y="4997450"/>
          <p14:tracePt t="164412" x="0" y="0"/>
        </p14:tracePtLst>
        <p14:tracePtLst>
          <p14:tracePt t="169111" x="4968875" y="5214938"/>
          <p14:tracePt t="169115" x="4978400" y="5214938"/>
          <p14:tracePt t="169125" x="4986338" y="5214938"/>
          <p14:tracePt t="169155" x="4995863" y="5214938"/>
          <p14:tracePt t="169163" x="5003800" y="5214938"/>
          <p14:tracePt t="169175" x="5013325" y="5214938"/>
          <p14:tracePt t="169191" x="5030788" y="5224463"/>
          <p14:tracePt t="169208" x="5038725" y="5224463"/>
          <p14:tracePt t="169225" x="5048250" y="5232400"/>
          <p14:tracePt t="169227" x="5056188" y="5232400"/>
          <p14:tracePt t="169241" x="5056188" y="5241925"/>
          <p14:tracePt t="169258" x="5083175" y="5249863"/>
          <p14:tracePt t="169275" x="5118100" y="5267325"/>
          <p14:tracePt t="169291" x="5178425" y="5276850"/>
          <p14:tracePt t="169308" x="5257800" y="5284788"/>
          <p14:tracePt t="169325" x="5292725" y="5284788"/>
          <p14:tracePt t="169341" x="5318125" y="5284788"/>
          <p14:tracePt t="169358" x="5345113" y="5284788"/>
          <p14:tracePt t="169379" x="5353050" y="5284788"/>
          <p14:tracePt t="169391" x="5362575" y="5284788"/>
          <p14:tracePt t="169408" x="5370513" y="5284788"/>
          <p14:tracePt t="169425" x="5387975" y="5276850"/>
          <p14:tracePt t="169427" x="5397500" y="5276850"/>
          <p14:tracePt t="169441" x="5414963" y="5267325"/>
          <p14:tracePt t="169442" x="5432425" y="5267325"/>
          <p14:tracePt t="169458" x="5492750" y="5267325"/>
          <p14:tracePt t="169459" x="5519738" y="5267325"/>
          <p14:tracePt t="169475" x="5649913" y="5267325"/>
          <p14:tracePt t="169491" x="5754688" y="5267325"/>
          <p14:tracePt t="169508" x="5834063" y="5267325"/>
          <p14:tracePt t="169524" x="5868988" y="5267325"/>
          <p14:tracePt t="169541" x="5876925" y="5267325"/>
          <p14:tracePt t="169558" x="5886450" y="5259388"/>
          <p14:tracePt t="169575" x="5886450" y="5249863"/>
          <p14:tracePt t="169591" x="5894388" y="5241925"/>
          <p14:tracePt t="169608" x="5894388" y="5224463"/>
          <p14:tracePt t="169625" x="5886450" y="5214938"/>
          <p14:tracePt t="169626" x="5886450" y="5189538"/>
          <p14:tracePt t="169641" x="5876925" y="5180013"/>
          <p14:tracePt t="169642" x="5868988" y="5162550"/>
          <p14:tracePt t="169658" x="5842000" y="5119688"/>
          <p14:tracePt t="169675" x="5799138" y="5067300"/>
          <p14:tracePt t="169691" x="5754688" y="5040313"/>
          <p14:tracePt t="169708" x="5746750" y="5022850"/>
          <p14:tracePt t="169724" x="5737225" y="5014913"/>
          <p14:tracePt t="169741" x="5729288" y="5014913"/>
          <p14:tracePt t="169779" x="5719763" y="5014913"/>
          <p14:tracePt t="169788" x="5694363" y="5014913"/>
          <p14:tracePt t="169796" x="5684838" y="5014913"/>
          <p14:tracePt t="169808" x="5676900" y="5014913"/>
          <p14:tracePt t="169825" x="5641975" y="5014913"/>
          <p14:tracePt t="169826" x="5614988" y="5014913"/>
          <p14:tracePt t="169841" x="5597525" y="5014913"/>
          <p14:tracePt t="169858" x="5554663" y="5014913"/>
          <p14:tracePt t="169859" x="5537200" y="5014913"/>
          <p14:tracePt t="169875" x="5519738" y="5014913"/>
          <p14:tracePt t="169891" x="5492750" y="5014913"/>
          <p14:tracePt t="169908" x="5475288" y="5014913"/>
          <p14:tracePt t="169925" x="5449888" y="5014913"/>
          <p14:tracePt t="169941" x="5422900" y="5014913"/>
          <p14:tracePt t="169958" x="5335588" y="4997450"/>
          <p14:tracePt t="169974" x="5283200" y="4987925"/>
          <p14:tracePt t="169991" x="5257800" y="4987925"/>
          <p14:tracePt t="170007" x="5240338" y="4987925"/>
          <p14:tracePt t="170024" x="5222875" y="4987925"/>
          <p14:tracePt t="170067" x="5213350" y="4987925"/>
          <p14:tracePt t="170075" x="5205413" y="4987925"/>
          <p14:tracePt t="170091" x="5195888" y="4987925"/>
          <p14:tracePt t="170099" x="5178425" y="4997450"/>
          <p14:tracePt t="170108" x="5170488" y="5005388"/>
          <p14:tracePt t="170125" x="5118100" y="5032375"/>
          <p14:tracePt t="170141" x="5091113" y="5040313"/>
          <p14:tracePt t="170158" x="5056188" y="5067300"/>
          <p14:tracePt t="170175" x="5038725" y="5084763"/>
          <p14:tracePt t="170191" x="5021263" y="5110163"/>
          <p14:tracePt t="170211" x="5013325" y="5119688"/>
          <p14:tracePt t="170225" x="5013325" y="5127625"/>
          <p14:tracePt t="170226" x="5013325" y="5137150"/>
          <p14:tracePt t="170241" x="5021263" y="5137150"/>
          <p14:tracePt t="170258" x="5030788" y="5145088"/>
          <p14:tracePt t="170274" x="5038725" y="5154613"/>
          <p14:tracePt t="170291" x="5048250" y="5154613"/>
          <p14:tracePt t="170308" x="5056188" y="5154613"/>
          <p14:tracePt t="170324" x="5073650" y="5154613"/>
          <p14:tracePt t="170347" x="5083175" y="5154613"/>
          <p14:tracePt t="170357" x="5091113" y="5154613"/>
          <p14:tracePt t="170387" x="5100638" y="5162550"/>
          <p14:tracePt t="170403" x="5108575" y="5162550"/>
          <p14:tracePt t="170411" x="5118100" y="5162550"/>
          <p14:tracePt t="170427" x="5126038" y="5162550"/>
          <p14:tracePt t="170441" x="5143500" y="5172075"/>
          <p14:tracePt t="170458" x="5143500" y="5180013"/>
          <p14:tracePt t="170459" x="5153025" y="5180013"/>
          <p14:tracePt t="170515" x="5160963" y="5180013"/>
          <p14:tracePt t="170523" x="5160963" y="5189538"/>
          <p14:tracePt t="170547" x="5160963" y="5197475"/>
          <p14:tracePt t="170620" x="5160963" y="5207000"/>
          <p14:tracePt t="170628" x="5153025" y="5207000"/>
          <p14:tracePt t="170643" x="5153025" y="5214938"/>
          <p14:tracePt t="170651" x="5143500" y="5224463"/>
          <p14:tracePt t="170659" x="5135563" y="5224463"/>
          <p14:tracePt t="170675" x="5126038" y="5224463"/>
          <p14:tracePt t="170677" x="0" y="0"/>
        </p14:tracePtLst>
        <p14:tracePtLst>
          <p14:tracePt t="172606" x="3990975" y="5224463"/>
          <p14:tracePt t="172611" x="4000500" y="5224463"/>
          <p14:tracePt t="172627" x="4008438" y="5224463"/>
          <p14:tracePt t="172641" x="4017963" y="5224463"/>
          <p14:tracePt t="172667" x="4025900" y="5224463"/>
          <p14:tracePt t="172675" x="4035425" y="5224463"/>
          <p14:tracePt t="172691" x="4043363" y="5224463"/>
          <p14:tracePt t="172707" x="4070350" y="5224463"/>
          <p14:tracePt t="172724" x="4078288" y="5224463"/>
          <p14:tracePt t="172740" x="4122738" y="5224463"/>
          <p14:tracePt t="172757" x="4157663" y="5224463"/>
          <p14:tracePt t="172774" x="4200525" y="5232400"/>
          <p14:tracePt t="172791" x="4227513" y="5232400"/>
          <p14:tracePt t="172807" x="4244975" y="5241925"/>
          <p14:tracePt t="172824" x="4262438" y="5241925"/>
          <p14:tracePt t="172907" x="4270375" y="5241925"/>
          <p14:tracePt t="172923" x="4279900" y="5241925"/>
          <p14:tracePt t="172931" x="4287838" y="5241925"/>
          <p14:tracePt t="172955" x="4297363" y="5241925"/>
          <p14:tracePt t="172963" x="4305300" y="5241925"/>
          <p14:tracePt t="172974" x="4314825" y="5241925"/>
          <p14:tracePt t="172991" x="4332288" y="5241925"/>
          <p14:tracePt t="173007" x="4349750" y="5241925"/>
          <p14:tracePt t="173024" x="4367213" y="5241925"/>
          <p14:tracePt t="173041" x="4384675" y="5241925"/>
          <p14:tracePt t="173057" x="4392613" y="5241925"/>
          <p14:tracePt t="173074" x="4402138" y="5241925"/>
          <p14:tracePt t="173308" x="0" y="0"/>
        </p14:tracePtLst>
        <p14:tracePtLst>
          <p14:tracePt t="181064" x="4200525" y="5241925"/>
          <p14:tracePt t="181123" x="4210050" y="5241925"/>
          <p14:tracePt t="181139" x="4217988" y="5241925"/>
          <p14:tracePt t="181148" x="4235450" y="5232400"/>
          <p14:tracePt t="181163" x="4252913" y="5232400"/>
          <p14:tracePt t="181173" x="4270375" y="5232400"/>
          <p14:tracePt t="181190" x="4279900" y="5232400"/>
          <p14:tracePt t="181206" x="4297363" y="5232400"/>
          <p14:tracePt t="181223" x="4322763" y="5241925"/>
          <p14:tracePt t="181239" x="4340225" y="5241925"/>
          <p14:tracePt t="181256" x="4357688" y="5241925"/>
          <p14:tracePt t="181273" x="4375150" y="5241925"/>
          <p14:tracePt t="181275" x="4384675" y="5241925"/>
          <p14:tracePt t="181289" x="4392613" y="5241925"/>
          <p14:tracePt t="181307" x="4402138" y="5241925"/>
          <p14:tracePt t="181331" x="4410075" y="5241925"/>
          <p14:tracePt t="181339" x="4419600" y="5241925"/>
          <p14:tracePt t="181356" x="4419600" y="5232400"/>
          <p14:tracePt t="181373" x="4437063" y="5224463"/>
          <p14:tracePt t="181389" x="4445000" y="5224463"/>
          <p14:tracePt t="181406" x="4462463" y="5214938"/>
          <p14:tracePt t="181423" x="4471988" y="5207000"/>
          <p14:tracePt t="181439" x="4479925" y="5197475"/>
          <p14:tracePt t="181456" x="4489450" y="5197475"/>
          <p14:tracePt t="181472" x="4506913" y="5180013"/>
          <p14:tracePt t="181489" x="4524375" y="5172075"/>
          <p14:tracePt t="181490" x="4532313" y="5172075"/>
          <p14:tracePt t="181506" x="4532313" y="5162550"/>
          <p14:tracePt t="181507" x="4549775" y="5154613"/>
          <p14:tracePt t="181523" x="4559300" y="5154613"/>
          <p14:tracePt t="181539" x="4584700" y="5137150"/>
          <p14:tracePt t="181556" x="4602163" y="5127625"/>
          <p14:tracePt t="181573" x="4619625" y="5110163"/>
          <p14:tracePt t="181589" x="4619625" y="5102225"/>
          <p14:tracePt t="181606" x="4629150" y="5075238"/>
          <p14:tracePt t="181623" x="4629150" y="5049838"/>
          <p14:tracePt t="181639" x="4611688" y="5022850"/>
          <p14:tracePt t="181656" x="4602163" y="4987925"/>
          <p14:tracePt t="181673" x="4594225" y="4970463"/>
          <p14:tracePt t="181674" x="4584700" y="4962525"/>
          <p14:tracePt t="181691" x="4584700" y="4953000"/>
          <p14:tracePt t="181706" x="4559300" y="4935538"/>
          <p14:tracePt t="181723" x="4549775" y="4927600"/>
          <p14:tracePt t="181739" x="4514850" y="4910138"/>
          <p14:tracePt t="181756" x="4506913" y="4900613"/>
          <p14:tracePt t="181773" x="4489450" y="4900613"/>
          <p14:tracePt t="181789" x="4462463" y="4883150"/>
          <p14:tracePt t="181806" x="4454525" y="4875213"/>
          <p14:tracePt t="181823" x="4445000" y="4865688"/>
          <p14:tracePt t="181839" x="4419600" y="4857750"/>
          <p14:tracePt t="181856" x="4410075" y="4857750"/>
          <p14:tracePt t="181873" x="4392613" y="4857750"/>
          <p14:tracePt t="181874" x="4392613" y="4848225"/>
          <p14:tracePt t="181899" x="4384675" y="4848225"/>
          <p14:tracePt t="181948" x="4375150" y="4848225"/>
          <p14:tracePt t="181955" x="4367213" y="4848225"/>
          <p14:tracePt t="181963" x="4357688" y="4848225"/>
          <p14:tracePt t="181973" x="4349750" y="4848225"/>
          <p14:tracePt t="181989" x="4305300" y="4848225"/>
          <p14:tracePt t="182006" x="4235450" y="4857750"/>
          <p14:tracePt t="182023" x="4192588" y="4865688"/>
          <p14:tracePt t="182039" x="4165600" y="4865688"/>
          <p14:tracePt t="182056" x="4157663" y="4875213"/>
          <p14:tracePt t="182073" x="4148138" y="4883150"/>
          <p14:tracePt t="182091" x="4140200" y="4883150"/>
          <p14:tracePt t="182106" x="4122738" y="4892675"/>
          <p14:tracePt t="182123" x="4087813" y="4910138"/>
          <p14:tracePt t="182139" x="4043363" y="4918075"/>
          <p14:tracePt t="182156" x="4000500" y="4945063"/>
          <p14:tracePt t="182173" x="3965575" y="4962525"/>
          <p14:tracePt t="182189" x="3948113" y="4979988"/>
          <p14:tracePt t="182206" x="3930650" y="4979988"/>
          <p14:tracePt t="182223" x="3921125" y="4987925"/>
          <p14:tracePt t="182239" x="3921125" y="4997450"/>
          <p14:tracePt t="182256" x="3913188" y="5005388"/>
          <p14:tracePt t="182273" x="3903663" y="5022850"/>
          <p14:tracePt t="182274" x="3903663" y="5032375"/>
          <p14:tracePt t="182289" x="3903663" y="5049838"/>
          <p14:tracePt t="182291" x="3903663" y="5057775"/>
          <p14:tracePt t="182306" x="3903663" y="5067300"/>
          <p14:tracePt t="182308" x="3903663" y="5084763"/>
          <p14:tracePt t="182323" x="3913188" y="5110163"/>
          <p14:tracePt t="182339" x="3921125" y="5127625"/>
          <p14:tracePt t="182356" x="3930650" y="5145088"/>
          <p14:tracePt t="182373" x="3956050" y="5172075"/>
          <p14:tracePt t="182389" x="3973513" y="5207000"/>
          <p14:tracePt t="182406" x="4008438" y="5224463"/>
          <p14:tracePt t="182423" x="4043363" y="5249863"/>
          <p14:tracePt t="182439" x="4078288" y="5267325"/>
          <p14:tracePt t="182456" x="4130675" y="5294313"/>
          <p14:tracePt t="182472" x="4200525" y="5311775"/>
          <p14:tracePt t="182489" x="4244975" y="5329238"/>
          <p14:tracePt t="182491" x="4297363" y="5337175"/>
          <p14:tracePt t="182506" x="4332288" y="5337175"/>
          <p14:tracePt t="182507" x="4357688" y="5346700"/>
          <p14:tracePt t="182523" x="4375150" y="5354638"/>
          <p14:tracePt t="182539" x="4392613" y="5354638"/>
          <p14:tracePt t="182555" x="4402138" y="5354638"/>
          <p14:tracePt t="182573" x="4410075" y="5354638"/>
          <p14:tracePt t="182589" x="4419600" y="5346700"/>
          <p14:tracePt t="182606" x="4419600" y="5337175"/>
          <p14:tracePt t="182623" x="4427538" y="5329238"/>
          <p14:tracePt t="182639" x="4437063" y="5319713"/>
          <p14:tracePt t="182656" x="4445000" y="5311775"/>
          <p14:tracePt t="182673" x="4454525" y="5311775"/>
          <p14:tracePt t="182691" x="4462463" y="5302250"/>
          <p14:tracePt t="182716" x="4471988" y="5294313"/>
          <p14:tracePt t="182723" x="4479925" y="5294313"/>
          <p14:tracePt t="182739" x="4489450" y="5294313"/>
          <p14:tracePt t="182755" x="4497388" y="5294313"/>
          <p14:tracePt t="182772" x="4506913" y="5284788"/>
          <p14:tracePt t="182789" x="4524375" y="5276850"/>
          <p14:tracePt t="182806" x="4532313" y="5276850"/>
          <p14:tracePt t="183156" x="0" y="0"/>
        </p14:tracePtLst>
        <p14:tracePtLst>
          <p14:tracePt t="187464" x="3232150" y="5276850"/>
          <p14:tracePt t="187491" x="3232150" y="5267325"/>
          <p14:tracePt t="187515" x="3232150" y="5259388"/>
          <p14:tracePt t="187531" x="3232150" y="5249863"/>
          <p14:tracePt t="187538" x="3222625" y="5249863"/>
          <p14:tracePt t="187547" x="3214688" y="5249863"/>
          <p14:tracePt t="187555" x="3205163" y="5241925"/>
          <p14:tracePt t="187572" x="3205163" y="5232400"/>
          <p14:tracePt t="187588" x="3187700" y="5232400"/>
          <p14:tracePt t="187605" x="3179763" y="5224463"/>
          <p14:tracePt t="187622" x="3170238" y="5224463"/>
          <p14:tracePt t="187638" x="3152775" y="5224463"/>
          <p14:tracePt t="187655" x="3144838" y="5224463"/>
          <p14:tracePt t="187672" x="3135313" y="5224463"/>
          <p14:tracePt t="187707" x="3127375" y="5224463"/>
          <p14:tracePt t="187723" x="3109913" y="5224463"/>
          <p14:tracePt t="187731" x="3100388" y="5224463"/>
          <p14:tracePt t="187739" x="3082925" y="5224463"/>
          <p14:tracePt t="187755" x="3057525" y="5224463"/>
          <p14:tracePt t="187772" x="3003550" y="5224463"/>
          <p14:tracePt t="187788" x="2978150" y="5224463"/>
          <p14:tracePt t="187805" x="2951163" y="5224463"/>
          <p14:tracePt t="187822" x="2943225" y="5224463"/>
          <p14:tracePt t="187860" x="2933700" y="5224463"/>
          <p14:tracePt t="187867" x="2933700" y="5232400"/>
          <p14:tracePt t="187876" x="2925763" y="5232400"/>
          <p14:tracePt t="187888" x="2916238" y="5241925"/>
          <p14:tracePt t="187905" x="2898775" y="5241925"/>
          <p14:tracePt t="187906" x="2873375" y="5249863"/>
          <p14:tracePt t="187922" x="2846388" y="5259388"/>
          <p14:tracePt t="187923" x="2828925" y="5267325"/>
          <p14:tracePt t="187939" x="2803525" y="5267325"/>
          <p14:tracePt t="187955" x="2786063" y="5267325"/>
          <p14:tracePt t="187972" x="2786063" y="5276850"/>
          <p14:tracePt t="187995" x="2776538" y="5276850"/>
          <p14:tracePt t="188027" x="2776538" y="5284788"/>
          <p14:tracePt t="188043" x="2759075" y="5294313"/>
          <p14:tracePt t="188059" x="2741613" y="5294313"/>
          <p14:tracePt t="188076" x="2724150" y="5302250"/>
          <p14:tracePt t="188083" x="2716213" y="5311775"/>
          <p14:tracePt t="188091" x="2706688" y="5311775"/>
          <p14:tracePt t="188105" x="2698750" y="5319713"/>
          <p14:tracePt t="188122" x="2689225" y="5329238"/>
          <p14:tracePt t="188139" x="2671763" y="5337175"/>
          <p14:tracePt t="188155" x="2671763" y="5346700"/>
          <p14:tracePt t="188172" x="2663825" y="5346700"/>
          <p14:tracePt t="188188" x="2654300" y="5364163"/>
          <p14:tracePt t="188205" x="2654300" y="5372100"/>
          <p14:tracePt t="188222" x="2654300" y="5389563"/>
          <p14:tracePt t="188238" x="2654300" y="5399088"/>
          <p14:tracePt t="188255" x="2646363" y="5416550"/>
          <p14:tracePt t="188272" x="2646363" y="5434013"/>
          <p14:tracePt t="188288" x="2646363" y="5441950"/>
          <p14:tracePt t="188305" x="2646363" y="5451475"/>
          <p14:tracePt t="188306" x="2646363" y="5459413"/>
          <p14:tracePt t="188322" x="2646363" y="5468938"/>
          <p14:tracePt t="188323" x="2646363" y="5476875"/>
          <p14:tracePt t="188339" x="2646363" y="5495925"/>
          <p14:tracePt t="188355" x="2646363" y="5513388"/>
          <p14:tracePt t="188372" x="2663825" y="5538788"/>
          <p14:tracePt t="188388" x="2671763" y="5556250"/>
          <p14:tracePt t="188405" x="2698750" y="5583238"/>
          <p14:tracePt t="188421" x="2741613" y="5591175"/>
          <p14:tracePt t="188438" x="2759075" y="5608638"/>
          <p14:tracePt t="188455" x="2776538" y="5626100"/>
          <p14:tracePt t="188472" x="2794000" y="5643563"/>
          <p14:tracePt t="188488" x="2803525" y="5661025"/>
          <p14:tracePt t="188505" x="2820988" y="5670550"/>
          <p14:tracePt t="188507" x="2828925" y="5670550"/>
          <p14:tracePt t="188522" x="2838450" y="5678488"/>
          <p14:tracePt t="188539" x="2863850" y="5705475"/>
          <p14:tracePt t="188555" x="2881313" y="5713413"/>
          <p14:tracePt t="188571" x="2908300" y="5730875"/>
          <p14:tracePt t="188588" x="2943225" y="5748338"/>
          <p14:tracePt t="188605" x="2968625" y="5748338"/>
          <p14:tracePt t="188621" x="2986088" y="5757863"/>
          <p14:tracePt t="188638" x="3003550" y="5757863"/>
          <p14:tracePt t="188655" x="3013075" y="5765800"/>
          <p14:tracePt t="188715" x="3021013" y="5765800"/>
          <p14:tracePt t="188739" x="3030538" y="5765800"/>
          <p14:tracePt t="188755" x="3048000" y="5765800"/>
          <p14:tracePt t="188763" x="3057525" y="5765800"/>
          <p14:tracePt t="188772" x="3065463" y="5765800"/>
          <p14:tracePt t="188788" x="3092450" y="5765800"/>
          <p14:tracePt t="188805" x="3127375" y="5765800"/>
          <p14:tracePt t="188822" x="3144838" y="5757863"/>
          <p14:tracePt t="188838" x="3152775" y="5748338"/>
          <p14:tracePt t="188855" x="3170238" y="5740400"/>
          <p14:tracePt t="188871" x="3179763" y="5730875"/>
          <p14:tracePt t="188888" x="3205163" y="5722938"/>
          <p14:tracePt t="188891" x="3222625" y="5713413"/>
          <p14:tracePt t="188905" x="3240088" y="5713413"/>
          <p14:tracePt t="188906" x="3240088" y="5695950"/>
          <p14:tracePt t="188921" x="3249613" y="5695950"/>
          <p14:tracePt t="188923" x="3267075" y="5695950"/>
          <p14:tracePt t="188955" x="3284538" y="5678488"/>
          <p14:tracePt t="188972" x="3302000" y="5661025"/>
          <p14:tracePt t="188988" x="3319463" y="5643563"/>
          <p14:tracePt t="189005" x="3336925" y="5626100"/>
          <p14:tracePt t="189022" x="3344863" y="5618163"/>
          <p14:tracePt t="189038" x="3344863" y="5608638"/>
          <p14:tracePt t="189055" x="3344863" y="5591175"/>
          <p14:tracePt t="189072" x="3344863" y="5565775"/>
          <p14:tracePt t="189088" x="3344863" y="5548313"/>
          <p14:tracePt t="189105" x="3336925" y="5513388"/>
          <p14:tracePt t="189107" x="3327400" y="5503863"/>
          <p14:tracePt t="189121" x="3319463" y="5486400"/>
          <p14:tracePt t="189123" x="3309938" y="5468938"/>
          <p14:tracePt t="189138" x="3302000" y="5451475"/>
          <p14:tracePt t="189139" x="3292475" y="5441950"/>
          <p14:tracePt t="189155" x="3284538" y="5407025"/>
          <p14:tracePt t="189171" x="3257550" y="5389563"/>
          <p14:tracePt t="189188" x="3240088" y="5354638"/>
          <p14:tracePt t="189205" x="3222625" y="5346700"/>
          <p14:tracePt t="189222" x="3214688" y="5337175"/>
          <p14:tracePt t="189238" x="3205163" y="5329238"/>
          <p14:tracePt t="189255" x="3197225" y="5329238"/>
          <p14:tracePt t="189271" x="3197225" y="5319713"/>
          <p14:tracePt t="189288" x="3187700" y="5319713"/>
          <p14:tracePt t="189305" x="3179763" y="5311775"/>
          <p14:tracePt t="189420" x="0" y="0"/>
        </p14:tracePtLst>
        <p14:tracePtLst>
          <p14:tracePt t="194144" x="6873875" y="4883150"/>
          <p14:tracePt t="194147" x="6881813" y="4883150"/>
          <p14:tracePt t="194179" x="6891338" y="4883150"/>
          <p14:tracePt t="194187" x="6899275" y="4883150"/>
          <p14:tracePt t="194195" x="6908800" y="4892675"/>
          <p14:tracePt t="194204" x="6916738" y="4892675"/>
          <p14:tracePt t="194221" x="6951663" y="4910138"/>
          <p14:tracePt t="194237" x="6978650" y="4927600"/>
          <p14:tracePt t="194254" x="7031038" y="4945063"/>
          <p14:tracePt t="194271" x="7275513" y="4997450"/>
          <p14:tracePt t="194287" x="7562850" y="5032375"/>
          <p14:tracePt t="194304" x="7824788" y="5040313"/>
          <p14:tracePt t="194321" x="7974013" y="5040313"/>
          <p14:tracePt t="194323" x="8051800" y="5040313"/>
          <p14:tracePt t="194337" x="8061325" y="5040313"/>
          <p14:tracePt t="194338" x="8078788" y="5040313"/>
          <p14:tracePt t="194354" x="8096250" y="5040313"/>
          <p14:tracePt t="194371" x="8096250" y="5032375"/>
          <p14:tracePt t="194395" x="8096250" y="5022850"/>
          <p14:tracePt t="194419" x="8086725" y="5022850"/>
          <p14:tracePt t="194427" x="8078788" y="5014913"/>
          <p14:tracePt t="194437" x="8069263" y="5014913"/>
          <p14:tracePt t="194454" x="8051800" y="5005388"/>
          <p14:tracePt t="194471" x="8043863" y="4997450"/>
          <p14:tracePt t="194487" x="8026400" y="4997450"/>
          <p14:tracePt t="194504" x="7999413" y="4979988"/>
          <p14:tracePt t="194520" x="7974013" y="4953000"/>
          <p14:tracePt t="194522" x="7956550" y="4935538"/>
          <p14:tracePt t="194537" x="7939088" y="4927600"/>
          <p14:tracePt t="194554" x="7921625" y="4892675"/>
          <p14:tracePt t="194571" x="7904163" y="4865688"/>
          <p14:tracePt t="194588" x="7894638" y="4848225"/>
          <p14:tracePt t="194604" x="7877175" y="4840288"/>
          <p14:tracePt t="194836" x="0" y="0"/>
        </p14:tracePtLst>
        <p14:tracePtLst>
          <p14:tracePt t="199471" x="2828925" y="5424488"/>
          <p14:tracePt t="199564" x="0" y="0"/>
        </p14:tracePtLst>
        <p14:tracePtLst>
          <p14:tracePt t="203415" x="3057525" y="5608638"/>
          <p14:tracePt t="203443" x="3057525" y="5618163"/>
          <p14:tracePt t="203491" x="3065463" y="5618163"/>
          <p14:tracePt t="203499" x="3074988" y="5618163"/>
          <p14:tracePt t="203516" x="3082925" y="5618163"/>
          <p14:tracePt t="203524" x="3092450" y="5626100"/>
          <p14:tracePt t="203540" x="3100388" y="5626100"/>
          <p14:tracePt t="203553" x="3117850" y="5626100"/>
          <p14:tracePt t="203554" x="3127375" y="5626100"/>
          <p14:tracePt t="203569" x="3135313" y="5626100"/>
          <p14:tracePt t="203570" x="3144838" y="5626100"/>
          <p14:tracePt t="203586" x="3162300" y="5626100"/>
          <p14:tracePt t="203587" x="3179763" y="5626100"/>
          <p14:tracePt t="203603" x="3197225" y="5626100"/>
          <p14:tracePt t="203619" x="3222625" y="5626100"/>
          <p14:tracePt t="203636" x="3249613" y="5626100"/>
          <p14:tracePt t="203653" x="3284538" y="5626100"/>
          <p14:tracePt t="203669" x="3336925" y="5626100"/>
          <p14:tracePt t="203686" x="3362325" y="5626100"/>
          <p14:tracePt t="203703" x="3406775" y="5626100"/>
          <p14:tracePt t="203719" x="3449638" y="5626100"/>
          <p14:tracePt t="203736" x="3484563" y="5626100"/>
          <p14:tracePt t="203753" x="3519488" y="5626100"/>
          <p14:tracePt t="203755" x="3536950" y="5626100"/>
          <p14:tracePt t="203769" x="3571875" y="5626100"/>
          <p14:tracePt t="203771" x="3581400" y="5626100"/>
          <p14:tracePt t="203786" x="3641725" y="5626100"/>
          <p14:tracePt t="203787" x="3668713" y="5626100"/>
          <p14:tracePt t="203802" x="3721100" y="5618163"/>
          <p14:tracePt t="203819" x="3746500" y="5608638"/>
          <p14:tracePt t="203836" x="3773488" y="5608638"/>
          <p14:tracePt t="203853" x="3798888" y="5600700"/>
          <p14:tracePt t="203869" x="3833813" y="5591175"/>
          <p14:tracePt t="203886" x="3851275" y="5573713"/>
          <p14:tracePt t="203903" x="3886200" y="5565775"/>
          <p14:tracePt t="203919" x="3913188" y="5556250"/>
          <p14:tracePt t="203936" x="3930650" y="5548313"/>
          <p14:tracePt t="203953" x="3948113" y="5530850"/>
          <p14:tracePt t="203955" x="3956050" y="5530850"/>
          <p14:tracePt t="203969" x="3965575" y="5521325"/>
          <p14:tracePt t="203971" x="3973513" y="5513388"/>
          <p14:tracePt t="203986" x="3983038" y="5495925"/>
          <p14:tracePt t="204003" x="3990975" y="5486400"/>
          <p14:tracePt t="204019" x="4000500" y="5476875"/>
          <p14:tracePt t="204036" x="4000500" y="5468938"/>
          <p14:tracePt t="204053" x="4000500" y="5459413"/>
          <p14:tracePt t="204069" x="4008438" y="5459413"/>
          <p14:tracePt t="204086" x="4008438" y="5451475"/>
          <p14:tracePt t="204115" x="4008438" y="5441950"/>
          <p14:tracePt t="204532" x="0" y="0"/>
        </p14:tracePtLst>
        <p14:tracePtLst>
          <p14:tracePt t="206408" x="2933700" y="5399088"/>
          <p14:tracePt t="206411" x="2943225" y="5399088"/>
          <p14:tracePt t="206419" x="2968625" y="5399088"/>
          <p14:tracePt t="206436" x="2986088" y="5399088"/>
          <p14:tracePt t="206452" x="3013075" y="5407025"/>
          <p14:tracePt t="206469" x="3038475" y="5407025"/>
          <p14:tracePt t="206486" x="3048000" y="5407025"/>
          <p14:tracePt t="206708" x="0" y="0"/>
        </p14:tracePtLst>
        <p14:tracePtLst>
          <p14:tracePt t="208120" x="2078038" y="5853113"/>
          <p14:tracePt t="208147" x="2087563" y="5853113"/>
          <p14:tracePt t="208155" x="2095500" y="5853113"/>
          <p14:tracePt t="208163" x="2105025" y="5853113"/>
          <p14:tracePt t="208171" x="2112963" y="5853113"/>
          <p14:tracePt t="208185" x="2130425" y="5862638"/>
          <p14:tracePt t="208202" x="2139950" y="5862638"/>
          <p14:tracePt t="208203" x="2147888" y="5862638"/>
          <p14:tracePt t="208218" x="2157413" y="5870575"/>
          <p14:tracePt t="208235" x="2165350" y="5870575"/>
          <p14:tracePt t="208252" x="2182813" y="5880100"/>
          <p14:tracePt t="208269" x="2192338" y="5880100"/>
          <p14:tracePt t="208285" x="2209800" y="5880100"/>
          <p14:tracePt t="208302" x="2244725" y="5888038"/>
          <p14:tracePt t="208319" x="2270125" y="5888038"/>
          <p14:tracePt t="208336" x="2287588" y="5888038"/>
          <p14:tracePt t="208352" x="2314575" y="5888038"/>
          <p14:tracePt t="208369" x="2339975" y="5888038"/>
          <p14:tracePt t="208385" x="2349500" y="5888038"/>
          <p14:tracePt t="208387" x="2357438" y="5880100"/>
          <p14:tracePt t="208403" x="2366963" y="5870575"/>
          <p14:tracePt t="208419" x="2366963" y="5862638"/>
          <p14:tracePt t="208436" x="2374900" y="5827713"/>
          <p14:tracePt t="208452" x="2374900" y="5810250"/>
          <p14:tracePt t="208469" x="2374900" y="5783263"/>
          <p14:tracePt t="208485" x="2374900" y="5757863"/>
          <p14:tracePt t="208502" x="2366963" y="5722938"/>
          <p14:tracePt t="208519" x="2357438" y="5705475"/>
          <p14:tracePt t="208535" x="2332038" y="5678488"/>
          <p14:tracePt t="208552" x="2305050" y="5653088"/>
          <p14:tracePt t="208569" x="2270125" y="5618163"/>
          <p14:tracePt t="208571" x="2262188" y="5608638"/>
          <p14:tracePt t="208585" x="2252663" y="5600700"/>
          <p14:tracePt t="208587" x="2235200" y="5591175"/>
          <p14:tracePt t="208602" x="2235200" y="5583238"/>
          <p14:tracePt t="208603" x="2217738" y="5583238"/>
          <p14:tracePt t="208619" x="2209800" y="5583238"/>
          <p14:tracePt t="208635" x="2200275" y="5573713"/>
          <p14:tracePt t="208652" x="2174875" y="5573713"/>
          <p14:tracePt t="208669" x="2157413" y="5573713"/>
          <p14:tracePt t="208685" x="2139950" y="5573713"/>
          <p14:tracePt t="208702" x="2095500" y="5573713"/>
          <p14:tracePt t="208718" x="2043113" y="5573713"/>
          <p14:tracePt t="208735" x="2008188" y="5573713"/>
          <p14:tracePt t="208752" x="1973263" y="5573713"/>
          <p14:tracePt t="208769" x="1955800" y="5573713"/>
          <p14:tracePt t="208771" x="1947863" y="5573713"/>
          <p14:tracePt t="208785" x="1947863" y="5583238"/>
          <p14:tracePt t="208786" x="1938338" y="5591175"/>
          <p14:tracePt t="208802" x="1930400" y="5591175"/>
          <p14:tracePt t="208804" x="1930400" y="5600700"/>
          <p14:tracePt t="208819" x="1903413" y="5626100"/>
          <p14:tracePt t="208835" x="1885950" y="5643563"/>
          <p14:tracePt t="208852" x="1868488" y="5670550"/>
          <p14:tracePt t="208869" x="1851025" y="5688013"/>
          <p14:tracePt t="208885" x="1833563" y="5695950"/>
          <p14:tracePt t="208902" x="1825625" y="5713413"/>
          <p14:tracePt t="208918" x="1825625" y="5722938"/>
          <p14:tracePt t="208935" x="1825625" y="5730875"/>
          <p14:tracePt t="208952" x="1816100" y="5740400"/>
          <p14:tracePt t="208968" x="1816100" y="5748338"/>
          <p14:tracePt t="208985" x="1816100" y="5783263"/>
          <p14:tracePt t="209002" x="1816100" y="5792788"/>
          <p14:tracePt t="209004" x="1816100" y="5800725"/>
          <p14:tracePt t="209019" x="1816100" y="5810250"/>
          <p14:tracePt t="209035" x="1825625" y="5827713"/>
          <p14:tracePt t="209052" x="1860550" y="5845175"/>
          <p14:tracePt t="209069" x="1885950" y="5870575"/>
          <p14:tracePt t="209085" x="1947863" y="5905500"/>
          <p14:tracePt t="209102" x="2078038" y="5932488"/>
          <p14:tracePt t="209118" x="2157413" y="5975350"/>
          <p14:tracePt t="209135" x="2244725" y="6002338"/>
          <p14:tracePt t="209152" x="2305050" y="6010275"/>
          <p14:tracePt t="209169" x="2332038" y="6010275"/>
          <p14:tracePt t="209170" x="2339975" y="6010275"/>
          <p14:tracePt t="209187" x="2349500" y="6010275"/>
          <p14:tracePt t="209202" x="2357438" y="6010275"/>
          <p14:tracePt t="209203" x="2366963" y="6010275"/>
          <p14:tracePt t="209219" x="2374900" y="6010275"/>
          <p14:tracePt t="209235" x="2384425" y="6010275"/>
          <p14:tracePt t="209251" x="2409825" y="6010275"/>
          <p14:tracePt t="209268" x="2436813" y="6002338"/>
          <p14:tracePt t="209285" x="2462213" y="5984875"/>
          <p14:tracePt t="209302" x="2489200" y="5984875"/>
          <p14:tracePt t="209318" x="2497138" y="5984875"/>
          <p14:tracePt t="209484" x="0" y="0"/>
        </p14:tracePtLst>
        <p14:tracePtLst>
          <p14:tracePt t="212183" x="1965325" y="5915025"/>
          <p14:tracePt t="212220" x="1982788" y="5915025"/>
          <p14:tracePt t="212235" x="2000250" y="5915025"/>
          <p14:tracePt t="212243" x="2008188" y="5915025"/>
          <p14:tracePt t="212251" x="2017713" y="5915025"/>
          <p14:tracePt t="212268" x="2035175" y="5915025"/>
          <p14:tracePt t="212285" x="2052638" y="5915025"/>
          <p14:tracePt t="212301" x="2060575" y="5915025"/>
          <p14:tracePt t="212318" x="2070100" y="5915025"/>
          <p14:tracePt t="212340" x="2078038" y="5915025"/>
          <p14:tracePt t="212411" x="2095500" y="5915025"/>
          <p14:tracePt t="212419" x="2105025" y="5915025"/>
          <p14:tracePt t="212435" x="2122488" y="5915025"/>
          <p14:tracePt t="212443" x="2130425" y="5915025"/>
          <p14:tracePt t="212451" x="2139950" y="5915025"/>
          <p14:tracePt t="212468" x="2165350" y="5905500"/>
          <p14:tracePt t="212484" x="2200275" y="5905500"/>
          <p14:tracePt t="212501" x="2217738" y="5905500"/>
          <p14:tracePt t="212518" x="2227263" y="5897563"/>
          <p14:tracePt t="212535" x="2244725" y="5888038"/>
          <p14:tracePt t="212556" x="2244725" y="5880100"/>
          <p14:tracePt t="212568" x="2252663" y="5870575"/>
          <p14:tracePt t="212584" x="2270125" y="5853113"/>
          <p14:tracePt t="212601" x="2279650" y="5827713"/>
          <p14:tracePt t="212603" x="2297113" y="5810250"/>
          <p14:tracePt t="212618" x="2305050" y="5792788"/>
          <p14:tracePt t="212619" x="2305050" y="5775325"/>
          <p14:tracePt t="212635" x="2314575" y="5757863"/>
          <p14:tracePt t="212652" x="2322513" y="5730875"/>
          <p14:tracePt t="212668" x="2322513" y="5713413"/>
          <p14:tracePt t="212684" x="2314575" y="5688013"/>
          <p14:tracePt t="212701" x="2287588" y="5670550"/>
          <p14:tracePt t="212718" x="2244725" y="5635625"/>
          <p14:tracePt t="212734" x="2217738" y="5618163"/>
          <p14:tracePt t="212751" x="2192338" y="5608638"/>
          <p14:tracePt t="212768" x="2157413" y="5583238"/>
          <p14:tracePt t="212784" x="2087563" y="5565775"/>
          <p14:tracePt t="212801" x="2060575" y="5548313"/>
          <p14:tracePt t="212803" x="2052638" y="5548313"/>
          <p14:tracePt t="212818" x="2043113" y="5548313"/>
          <p14:tracePt t="212821" x="2025650" y="5548313"/>
          <p14:tracePt t="212883" x="2017713" y="5548313"/>
          <p14:tracePt t="212892" x="2000250" y="5556250"/>
          <p14:tracePt t="212901" x="1982788" y="5573713"/>
          <p14:tracePt t="212918" x="1930400" y="5608638"/>
          <p14:tracePt t="212934" x="1868488" y="5626100"/>
          <p14:tracePt t="212951" x="1825625" y="5678488"/>
          <p14:tracePt t="212968" x="1798638" y="5705475"/>
          <p14:tracePt t="212985" x="1790700" y="5740400"/>
          <p14:tracePt t="213001" x="1781175" y="5748338"/>
          <p14:tracePt t="213003" x="1781175" y="5765800"/>
          <p14:tracePt t="213019" x="1790700" y="5775325"/>
          <p14:tracePt t="213035" x="1798638" y="5810250"/>
          <p14:tracePt t="213051" x="1833563" y="5835650"/>
          <p14:tracePt t="213068" x="1878013" y="5870575"/>
          <p14:tracePt t="213084" x="1920875" y="5897563"/>
          <p14:tracePt t="213102" x="1965325" y="5922963"/>
          <p14:tracePt t="213118" x="2000250" y="5949950"/>
          <p14:tracePt t="213134" x="2035175" y="5975350"/>
          <p14:tracePt t="213151" x="2070100" y="5984875"/>
          <p14:tracePt t="213168" x="2087563" y="5984875"/>
          <p14:tracePt t="213196" x="2095500" y="5984875"/>
          <p14:tracePt t="213211" x="2105025" y="5984875"/>
          <p14:tracePt t="213219" x="2105025" y="5975350"/>
          <p14:tracePt t="213235" x="2139950" y="5957888"/>
          <p14:tracePt t="213371" x="2147888" y="5957888"/>
          <p14:tracePt t="213374" x="0" y="0"/>
        </p14:tracePtLst>
        <p14:tracePtLst>
          <p14:tracePt t="218223" x="1903413" y="2079625"/>
          <p14:tracePt t="218259" x="1895475" y="2079625"/>
          <p14:tracePt t="218267" x="1878013" y="2087563"/>
          <p14:tracePt t="218291" x="1860550" y="2087563"/>
          <p14:tracePt t="218299" x="1860550" y="2097088"/>
          <p14:tracePt t="218307" x="1851025" y="2097088"/>
          <p14:tracePt t="218317" x="1843088" y="2097088"/>
          <p14:tracePt t="218334" x="1833563" y="2097088"/>
          <p14:tracePt t="218350" x="1808163" y="2097088"/>
          <p14:tracePt t="218367" x="1790700" y="2097088"/>
          <p14:tracePt t="218384" x="1781175" y="2097088"/>
          <p14:tracePt t="218400" x="1763713" y="2097088"/>
          <p14:tracePt t="218417" x="1755775" y="2097088"/>
          <p14:tracePt t="218418" x="1746250" y="2097088"/>
          <p14:tracePt t="218434" x="1738313" y="2097088"/>
          <p14:tracePt t="218435" x="1728788" y="2097088"/>
          <p14:tracePt t="218451" x="1711325" y="2097088"/>
          <p14:tracePt t="218467" x="1703388" y="2097088"/>
          <p14:tracePt t="218484" x="1693863" y="2097088"/>
          <p14:tracePt t="218507" x="1685925" y="2097088"/>
          <p14:tracePt t="218587" x="1676400" y="2097088"/>
          <p14:tracePt t="218603" x="1668463" y="2097088"/>
          <p14:tracePt t="218611" x="1668463" y="2105025"/>
          <p14:tracePt t="218619" x="1658938" y="2105025"/>
          <p14:tracePt t="218634" x="1651000" y="2114550"/>
          <p14:tracePt t="218635" x="1624013" y="2122488"/>
          <p14:tracePt t="218650" x="1563688" y="2132013"/>
          <p14:tracePt t="218667" x="1536700" y="2139950"/>
          <p14:tracePt t="218684" x="1519238" y="2149475"/>
          <p14:tracePt t="218700" x="1511300" y="2149475"/>
          <p14:tracePt t="218717" x="1501775" y="2157413"/>
          <p14:tracePt t="218734" x="1493838" y="2166938"/>
          <p14:tracePt t="218750" x="1476375" y="2166938"/>
          <p14:tracePt t="218767" x="1466850" y="2174875"/>
          <p14:tracePt t="218784" x="1449388" y="2192338"/>
          <p14:tracePt t="218800" x="1441450" y="2201863"/>
          <p14:tracePt t="218817" x="1431925" y="2209800"/>
          <p14:tracePt t="218818" x="1423988" y="2227263"/>
          <p14:tracePt t="218834" x="1423988" y="2236788"/>
          <p14:tracePt t="218851" x="1423988" y="2262188"/>
          <p14:tracePt t="218868" x="1423988" y="2289175"/>
          <p14:tracePt t="218884" x="1423988" y="2306638"/>
          <p14:tracePt t="218900" x="1431925" y="2332038"/>
          <p14:tracePt t="218917" x="1449388" y="2359025"/>
          <p14:tracePt t="218934" x="1458913" y="2376488"/>
          <p14:tracePt t="218950" x="1493838" y="2401888"/>
          <p14:tracePt t="218967" x="1511300" y="2428875"/>
          <p14:tracePt t="218984" x="1546225" y="2454275"/>
          <p14:tracePt t="219000" x="1571625" y="2471738"/>
          <p14:tracePt t="219017" x="1589088" y="2489200"/>
          <p14:tracePt t="219034" x="1606550" y="2498725"/>
          <p14:tracePt t="219035" x="1616075" y="2506663"/>
          <p14:tracePt t="219050" x="1624013" y="2506663"/>
          <p14:tracePt t="219067" x="1641475" y="2506663"/>
          <p14:tracePt t="219083" x="1651000" y="2506663"/>
          <p14:tracePt t="219100" x="1668463" y="2506663"/>
          <p14:tracePt t="219117" x="1693863" y="2506663"/>
          <p14:tracePt t="219134" x="1711325" y="2506663"/>
          <p14:tracePt t="219150" x="1728788" y="2498725"/>
          <p14:tracePt t="219167" x="1746250" y="2489200"/>
          <p14:tracePt t="219188" x="1755775" y="2481263"/>
          <p14:tracePt t="219200" x="1763713" y="2471738"/>
          <p14:tracePt t="219217" x="1763713" y="2463800"/>
          <p14:tracePt t="219218" x="1773238" y="2454275"/>
          <p14:tracePt t="219234" x="1781175" y="2454275"/>
          <p14:tracePt t="219235" x="1781175" y="2446338"/>
          <p14:tracePt t="219260" x="1790700" y="2446338"/>
          <p14:tracePt t="219283" x="1790700" y="2436813"/>
          <p14:tracePt t="219291" x="1790700" y="2428875"/>
          <p14:tracePt t="219307" x="1790700" y="2411413"/>
          <p14:tracePt t="219317" x="1790700" y="2401888"/>
          <p14:tracePt t="219334" x="1790700" y="2393950"/>
          <p14:tracePt t="219350" x="1790700" y="2384425"/>
          <p14:tracePt t="219367" x="1798638" y="2376488"/>
          <p14:tracePt t="219384" x="1798638" y="2366963"/>
          <p14:tracePt t="219400" x="1808163" y="2366963"/>
          <p14:tracePt t="219811" x="1808163" y="2359025"/>
          <p14:tracePt t="219819" x="1808163" y="2341563"/>
          <p14:tracePt t="219827" x="1808163" y="2324100"/>
          <p14:tracePt t="219835" x="1808163" y="2314575"/>
          <p14:tracePt t="219850" x="1816100" y="2279650"/>
          <p14:tracePt t="219867" x="1816100" y="2262188"/>
          <p14:tracePt t="219884" x="1816100" y="2244725"/>
          <p14:tracePt t="219900" x="1816100" y="2219325"/>
          <p14:tracePt t="219917" x="1816100" y="2209800"/>
          <p14:tracePt t="219933" x="1816100" y="2201863"/>
          <p14:tracePt t="219950" x="1816100" y="2192338"/>
          <p14:tracePt t="219967" x="1816100" y="2174875"/>
          <p14:tracePt t="219983" x="1816100" y="2157413"/>
          <p14:tracePt t="220000" x="1808163" y="2149475"/>
          <p14:tracePt t="220017" x="1808163" y="2139950"/>
          <p14:tracePt t="220228" x="1798638" y="2149475"/>
          <p14:tracePt t="220235" x="1773238" y="2157413"/>
          <p14:tracePt t="220243" x="1763713" y="2166938"/>
          <p14:tracePt t="220251" x="1755775" y="2166938"/>
          <p14:tracePt t="220267" x="1746250" y="2166938"/>
          <p14:tracePt t="220283" x="1728788" y="2184400"/>
          <p14:tracePt t="220300" x="1720850" y="2192338"/>
          <p14:tracePt t="220316" x="1711325" y="2192338"/>
          <p14:tracePt t="220380" x="1703388" y="2192338"/>
          <p14:tracePt t="220396" x="1703388" y="2201863"/>
          <p14:tracePt t="220403" x="1693863" y="2201863"/>
          <p14:tracePt t="220416" x="1685925" y="2209800"/>
          <p14:tracePt t="220433" x="1676400" y="2219325"/>
          <p14:tracePt t="220450" x="1658938" y="2244725"/>
          <p14:tracePt t="220467" x="1651000" y="2271713"/>
          <p14:tracePt t="220484" x="1641475" y="2289175"/>
          <p14:tracePt t="220500" x="1624013" y="2314575"/>
          <p14:tracePt t="220517" x="1616075" y="2332038"/>
          <p14:tracePt t="220533" x="1616075" y="2359025"/>
          <p14:tracePt t="220550" x="1624013" y="2376488"/>
          <p14:tracePt t="220566" x="1633538" y="2401888"/>
          <p14:tracePt t="220583" x="1641475" y="2428875"/>
          <p14:tracePt t="220600" x="1651000" y="2436813"/>
          <p14:tracePt t="220617" x="1676400" y="2454275"/>
          <p14:tracePt t="220633" x="1693863" y="2454275"/>
          <p14:tracePt t="220635" x="1703388" y="2463800"/>
          <p14:tracePt t="220651" x="1711325" y="2471738"/>
          <p14:tracePt t="220667" x="1720850" y="2471738"/>
          <p14:tracePt t="220772" x="1728788" y="2471738"/>
          <p14:tracePt t="220780" x="1746250" y="2471738"/>
          <p14:tracePt t="220796" x="1755775" y="2463800"/>
          <p14:tracePt t="220803" x="1763713" y="2463800"/>
          <p14:tracePt t="220817" x="1773238" y="2454275"/>
          <p14:tracePt t="220833" x="1790700" y="2446338"/>
          <p14:tracePt t="220850" x="1790700" y="2436813"/>
          <p14:tracePt t="221052" x="0" y="0"/>
        </p14:tracePtLst>
        <p14:tracePtLst>
          <p14:tracePt t="225112" x="3467100" y="2279650"/>
          <p14:tracePt t="225115" x="3467100" y="2271713"/>
          <p14:tracePt t="225123" x="3467100" y="2262188"/>
          <p14:tracePt t="225133" x="3467100" y="2244725"/>
          <p14:tracePt t="225149" x="3459163" y="2219325"/>
          <p14:tracePt t="225166" x="3424238" y="2157413"/>
          <p14:tracePt t="225183" x="3389313" y="2122488"/>
          <p14:tracePt t="225199" x="3344863" y="2079625"/>
          <p14:tracePt t="225216" x="3275013" y="2000250"/>
          <p14:tracePt t="225233" x="3179763" y="1965325"/>
          <p14:tracePt t="225234" x="3162300" y="1947863"/>
          <p14:tracePt t="225249" x="3135313" y="1947863"/>
          <p14:tracePt t="225251" x="3065463" y="1939925"/>
          <p14:tracePt t="225266" x="3021013" y="1930400"/>
          <p14:tracePt t="225268" x="3003550" y="1930400"/>
          <p14:tracePt t="225283" x="2951163" y="1930400"/>
          <p14:tracePt t="225299" x="2855913" y="1939925"/>
          <p14:tracePt t="225316" x="2828925" y="1939925"/>
          <p14:tracePt t="225333" x="2820988" y="1939925"/>
          <p14:tracePt t="225420" x="2811463" y="1939925"/>
          <p14:tracePt t="225540" x="0" y="0"/>
        </p14:tracePtLst>
        <p14:tracePtLst>
          <p14:tracePt t="225639" x="2811463" y="1939925"/>
          <p14:tracePt t="225659" x="2794000" y="1939925"/>
          <p14:tracePt t="225667" x="2776538" y="1939925"/>
          <p14:tracePt t="225675" x="2759075" y="1939925"/>
          <p14:tracePt t="225683" x="2724150" y="1930400"/>
          <p14:tracePt t="225699" x="2706688" y="1912938"/>
          <p14:tracePt t="225836" x="0" y="0"/>
        </p14:tracePtLst>
        <p14:tracePtLst>
          <p14:tracePt t="226463" x="3240088" y="2044700"/>
          <p14:tracePt t="226515" x="3232150" y="2044700"/>
          <p14:tracePt t="226524" x="3222625" y="2044700"/>
          <p14:tracePt t="226532" x="3214688" y="2062163"/>
          <p14:tracePt t="226549" x="3205163" y="2070100"/>
          <p14:tracePt t="226566" x="3179763" y="2097088"/>
          <p14:tracePt t="226582" x="3117850" y="2139950"/>
          <p14:tracePt t="226599" x="3048000" y="2209800"/>
          <p14:tracePt t="226616" x="3003550" y="2262188"/>
          <p14:tracePt t="226632" x="2968625" y="2324100"/>
          <p14:tracePt t="226634" x="2943225" y="2393950"/>
          <p14:tracePt t="226649" x="2925763" y="2419350"/>
          <p14:tracePt t="226651" x="2916238" y="2428875"/>
          <p14:tracePt t="226665" x="2916238" y="2446338"/>
          <p14:tracePt t="226667" x="2916238" y="2471738"/>
          <p14:tracePt t="226683" x="2916238" y="2506663"/>
          <p14:tracePt t="226699" x="2933700" y="2524125"/>
          <p14:tracePt t="226715" x="2951163" y="2551113"/>
          <p14:tracePt t="226732" x="2986088" y="2559050"/>
          <p14:tracePt t="226749" x="3013075" y="2586038"/>
          <p14:tracePt t="226766" x="3065463" y="2593975"/>
          <p14:tracePt t="226783" x="3092450" y="2603500"/>
          <p14:tracePt t="226799" x="3117850" y="2603500"/>
          <p14:tracePt t="226816" x="3127375" y="2603500"/>
          <p14:tracePt t="226844" x="3135313" y="2603500"/>
          <p14:tracePt t="226867" x="3144838" y="2603500"/>
          <p14:tracePt t="226875" x="3152775" y="2593975"/>
          <p14:tracePt t="226891" x="3170238" y="2586038"/>
          <p14:tracePt t="226899" x="3179763" y="2568575"/>
          <p14:tracePt t="226916" x="3214688" y="2541588"/>
          <p14:tracePt t="226932" x="3275013" y="2506663"/>
          <p14:tracePt t="226949" x="3319463" y="2454275"/>
          <p14:tracePt t="226966" x="3371850" y="2384425"/>
          <p14:tracePt t="226982" x="3379788" y="2349500"/>
          <p14:tracePt t="226999" x="3389313" y="2324100"/>
          <p14:tracePt t="227016" x="3397250" y="2297113"/>
          <p14:tracePt t="227032" x="3397250" y="2289175"/>
          <p14:tracePt t="227049" x="3389313" y="2279650"/>
          <p14:tracePt t="227051" x="3379788" y="2271713"/>
          <p14:tracePt t="227066" x="3371850" y="2262188"/>
          <p14:tracePt t="227067" x="3362325" y="2254250"/>
          <p14:tracePt t="227083" x="3344863" y="2236788"/>
          <p14:tracePt t="227099" x="3309938" y="2201863"/>
          <p14:tracePt t="227116" x="3284538" y="2174875"/>
          <p14:tracePt t="227132" x="3257550" y="2166938"/>
          <p14:tracePt t="227149" x="3257550" y="2157413"/>
          <p14:tracePt t="227151" x="0" y="0"/>
        </p14:tracePtLst>
      </p14:laserTraceLst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67FA5BED-EBAE-0614-5218-FFAE3FC40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911505" y="3189969"/>
            <a:ext cx="7543800" cy="2974081"/>
            <a:chOff x="1911505" y="2922336"/>
            <a:chExt cx="7543800" cy="2974081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8CBBB346-A9CD-FFEC-B99A-54099C91C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559" y="4886767"/>
              <a:ext cx="7210425" cy="10096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330DB30-915F-A53A-3035-4E2B301B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1505" y="2922336"/>
              <a:ext cx="7543800" cy="21812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4325F46-F2A8-A92B-05B6-E3A6FF6C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altLang="es-ES" sz="4400" dirty="0">
                <a:latin typeface="Calibri Light" panose="020F0302020204030204" pitchFamily="34" charset="0"/>
              </a:rPr>
              <a:t>7. Distribución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4.12 </a:t>
            </a:r>
            <a:r>
              <a:rPr lang="es-ES" dirty="0"/>
              <a:t>(Solución) Utilizando la Tabla A4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6F98FE-7E1C-BDE3-1433-43C30938CF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533135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Hay que encontrar el valor ? que cumple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 ? 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03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 comprueba que el valor buscado es -1.88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6F98FE-7E1C-BDE3-1433-43C30938CF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533135"/>
              </a:xfrm>
              <a:blipFill>
                <a:blip r:embed="rId4"/>
                <a:stretch>
                  <a:fillRect l="-1043" t="-634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2758B1-52C2-6146-51BC-6B0904BB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47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37F8B4F-4DE3-6A87-CDB6-3FC9B7704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746" y="4944293"/>
            <a:ext cx="448527" cy="2372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097014-311A-36CD-8D3C-AC42A82A7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3693" y="5327288"/>
            <a:ext cx="425691" cy="27920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31937F3-2479-2972-81F3-9EAA10052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84932" y="5331049"/>
            <a:ext cx="566156" cy="2716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142349C-207C-0FEF-842D-44E6E6EED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11505" y="3189969"/>
            <a:ext cx="7543800" cy="315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216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530"/>
    </mc:Choice>
    <mc:Fallback xmlns="">
      <p:transition spd="slow" advTm="84530"/>
    </mc:Fallback>
  </mc:AlternateContent>
  <p:extLst>
    <p:ext uri="{3A86A75C-4F4B-4683-9AE1-C65F6400EC91}">
      <p14:laserTraceLst xmlns:p14="http://schemas.microsoft.com/office/powerpoint/2010/main">
        <p14:tracePtLst>
          <p14:tracePt t="9574" x="5187950" y="1852613"/>
          <p14:tracePt t="9578" x="5178425" y="1852613"/>
          <p14:tracePt t="9586" x="5160963" y="1852613"/>
          <p14:tracePt t="9601" x="5126038" y="1843088"/>
          <p14:tracePt t="9618" x="5100638" y="1843088"/>
          <p14:tracePt t="9634" x="5091113" y="1843088"/>
          <p14:tracePt t="9651" x="5073650" y="1860550"/>
          <p14:tracePt t="9667" x="5048250" y="1870075"/>
          <p14:tracePt t="9684" x="5038725" y="1895475"/>
          <p14:tracePt t="9701" x="5030788" y="1930400"/>
          <p14:tracePt t="9717" x="5030788" y="1947863"/>
          <p14:tracePt t="9734" x="5021263" y="1992313"/>
          <p14:tracePt t="9751" x="5013325" y="2035175"/>
          <p14:tracePt t="9767" x="5013325" y="2079625"/>
          <p14:tracePt t="9784" x="5013325" y="2105025"/>
          <p14:tracePt t="9785" x="5021263" y="2122488"/>
          <p14:tracePt t="9801" x="5030788" y="2132013"/>
          <p14:tracePt t="9802" x="5030788" y="2139950"/>
          <p14:tracePt t="9818" x="5038725" y="2149475"/>
          <p14:tracePt t="9834" x="5056188" y="2157413"/>
          <p14:tracePt t="9850" x="5056188" y="2166938"/>
          <p14:tracePt t="9867" x="5083175" y="2174875"/>
          <p14:tracePt t="9883" x="5100638" y="2184400"/>
          <p14:tracePt t="9900" x="5118100" y="2192338"/>
          <p14:tracePt t="9917" x="5126038" y="2192338"/>
          <p14:tracePt t="9933" x="5135563" y="2192338"/>
          <p14:tracePt t="9951" x="5135563" y="2201863"/>
          <p14:tracePt t="10098" x="0" y="0"/>
        </p14:tracePtLst>
        <p14:tracePtLst>
          <p14:tracePt t="12829" x="7562850" y="1843088"/>
          <p14:tracePt t="12833" x="7554913" y="1843088"/>
          <p14:tracePt t="12850" x="7545388" y="1843088"/>
          <p14:tracePt t="12857" x="7537450" y="1843088"/>
          <p14:tracePt t="12874" x="7527925" y="1843088"/>
          <p14:tracePt t="12883" x="7519988" y="1843088"/>
          <p14:tracePt t="12900" x="7510463" y="1852613"/>
          <p14:tracePt t="12917" x="7502525" y="1852613"/>
          <p14:tracePt t="12934" x="7493000" y="1852613"/>
          <p14:tracePt t="12950" x="7485063" y="1860550"/>
          <p14:tracePt t="12967" x="7475538" y="1860550"/>
          <p14:tracePt t="12983" x="7458075" y="1878013"/>
          <p14:tracePt t="12985" x="7440613" y="1887538"/>
          <p14:tracePt t="13000" x="7423150" y="1895475"/>
          <p14:tracePt t="13002" x="7423150" y="1905000"/>
          <p14:tracePt t="13017" x="7397750" y="1912938"/>
          <p14:tracePt t="13034" x="7380288" y="1939925"/>
          <p14:tracePt t="13050" x="7370763" y="1947863"/>
          <p14:tracePt t="13067" x="7370763" y="1965325"/>
          <p14:tracePt t="13090" x="7362825" y="1965325"/>
          <p14:tracePt t="13100" x="7362825" y="1974850"/>
          <p14:tracePt t="13117" x="7362825" y="1982788"/>
          <p14:tracePt t="13133" x="7353300" y="2000250"/>
          <p14:tracePt t="13150" x="7353300" y="2017713"/>
          <p14:tracePt t="13167" x="7353300" y="2044700"/>
          <p14:tracePt t="13169" x="7353300" y="2052638"/>
          <p14:tracePt t="13183" x="7353300" y="2062163"/>
          <p14:tracePt t="13200" x="7353300" y="2079625"/>
          <p14:tracePt t="13202" x="7353300" y="2087563"/>
          <p14:tracePt t="13216" x="7353300" y="2097088"/>
          <p14:tracePt t="13219" x="7353300" y="2105025"/>
          <p14:tracePt t="13234" x="7362825" y="2122488"/>
          <p14:tracePt t="13250" x="7370763" y="2149475"/>
          <p14:tracePt t="13267" x="7388225" y="2166938"/>
          <p14:tracePt t="13283" x="7397750" y="2184400"/>
          <p14:tracePt t="13300" x="7415213" y="2201863"/>
          <p14:tracePt t="13317" x="7432675" y="2209800"/>
          <p14:tracePt t="13333" x="7440613" y="2227263"/>
          <p14:tracePt t="13350" x="7450138" y="2227263"/>
          <p14:tracePt t="13367" x="7467600" y="2244725"/>
          <p14:tracePt t="13383" x="7485063" y="2254250"/>
          <p14:tracePt t="13400" x="7493000" y="2254250"/>
          <p14:tracePt t="13402" x="7510463" y="2254250"/>
          <p14:tracePt t="13416" x="7510463" y="2262188"/>
          <p14:tracePt t="13418" x="7527925" y="2262188"/>
          <p14:tracePt t="13433" x="7554913" y="2262188"/>
          <p14:tracePt t="13450" x="7572375" y="2262188"/>
          <p14:tracePt t="13474" x="7580313" y="2262188"/>
          <p14:tracePt t="13498" x="7589838" y="2262188"/>
          <p14:tracePt t="13506" x="7597775" y="2262188"/>
          <p14:tracePt t="13517" x="7607300" y="2262188"/>
          <p14:tracePt t="13533" x="7615238" y="2244725"/>
          <p14:tracePt t="13550" x="7632700" y="2236788"/>
          <p14:tracePt t="13567" x="7642225" y="2227263"/>
          <p14:tracePt t="13583" x="7659688" y="2209800"/>
          <p14:tracePt t="13585" x="7667625" y="2209800"/>
          <p14:tracePt t="13602" x="7677150" y="2201863"/>
          <p14:tracePt t="13617" x="7694613" y="2184400"/>
          <p14:tracePt t="13633" x="7712075" y="2166938"/>
          <p14:tracePt t="13650" x="7720013" y="2157413"/>
          <p14:tracePt t="13738" x="7729538" y="2157413"/>
          <p14:tracePt t="13754" x="7737475" y="2157413"/>
          <p14:tracePt t="13762" x="7737475" y="2149475"/>
          <p14:tracePt t="13770" x="7737475" y="2139950"/>
          <p14:tracePt t="13783" x="7747000" y="2139950"/>
          <p14:tracePt t="13785" x="7747000" y="2132013"/>
          <p14:tracePt t="13800" x="7754938" y="2122488"/>
          <p14:tracePt t="13801" x="7754938" y="2114550"/>
          <p14:tracePt t="13816" x="7764463" y="2105025"/>
          <p14:tracePt t="13818" x="7764463" y="2087563"/>
          <p14:tracePt t="13833" x="7764463" y="2070100"/>
          <p14:tracePt t="13850" x="7764463" y="2044700"/>
          <p14:tracePt t="13866" x="7772400" y="2027238"/>
          <p14:tracePt t="13883" x="7772400" y="2000250"/>
          <p14:tracePt t="13900" x="7772400" y="1974850"/>
          <p14:tracePt t="13916" x="7772400" y="1965325"/>
          <p14:tracePt t="13933" x="7772400" y="1947863"/>
          <p14:tracePt t="13950" x="7772400" y="1939925"/>
          <p14:tracePt t="13967" x="7764463" y="1922463"/>
          <p14:tracePt t="13983" x="7754938" y="1912938"/>
          <p14:tracePt t="13985" x="7754938" y="1905000"/>
          <p14:tracePt t="14002" x="7737475" y="1905000"/>
          <p14:tracePt t="14017" x="7720013" y="1895475"/>
          <p14:tracePt t="14042" x="7720013" y="1887538"/>
          <p14:tracePt t="14058" x="7712075" y="1887538"/>
          <p14:tracePt t="14066" x="7712075" y="1878013"/>
          <p14:tracePt t="14083" x="7694613" y="1878013"/>
          <p14:tracePt t="14100" x="7685088" y="1878013"/>
          <p14:tracePt t="14146" x="7677150" y="1878013"/>
          <p14:tracePt t="14186" x="7667625" y="1878013"/>
          <p14:tracePt t="14225" x="7659688" y="1878013"/>
          <p14:tracePt t="14491" x="0" y="0"/>
        </p14:tracePtLst>
        <p14:tracePtLst>
          <p14:tracePt t="20046" x="5719763" y="5705475"/>
          <p14:tracePt t="20065" x="5719763" y="5695950"/>
          <p14:tracePt t="20082" x="5711825" y="5695950"/>
          <p14:tracePt t="20098" x="5702300" y="5695950"/>
          <p14:tracePt t="20106" x="5694363" y="5688013"/>
          <p14:tracePt t="20116" x="5684838" y="5678488"/>
          <p14:tracePt t="20132" x="5659438" y="5670550"/>
          <p14:tracePt t="20149" x="5632450" y="5661025"/>
          <p14:tracePt t="20165" x="5607050" y="5653088"/>
          <p14:tracePt t="20182" x="5589588" y="5635625"/>
          <p14:tracePt t="20199" x="5554663" y="5626100"/>
          <p14:tracePt t="20216" x="5502275" y="5618163"/>
          <p14:tracePt t="20217" x="5484813" y="5608638"/>
          <p14:tracePt t="20232" x="5457825" y="5600700"/>
          <p14:tracePt t="20233" x="5440363" y="5600700"/>
          <p14:tracePt t="20249" x="5397500" y="5583238"/>
          <p14:tracePt t="20266" x="5353050" y="5573713"/>
          <p14:tracePt t="20282" x="5327650" y="5573713"/>
          <p14:tracePt t="20299" x="5292725" y="5573713"/>
          <p14:tracePt t="20315" x="5248275" y="5573713"/>
          <p14:tracePt t="20332" x="5195888" y="5565775"/>
          <p14:tracePt t="20349" x="5160963" y="5565775"/>
          <p14:tracePt t="20366" x="5100638" y="5565775"/>
          <p14:tracePt t="20382" x="5013325" y="5565775"/>
          <p14:tracePt t="20399" x="4978400" y="5565775"/>
          <p14:tracePt t="20415" x="4926013" y="5565775"/>
          <p14:tracePt t="20432" x="4891088" y="5573713"/>
          <p14:tracePt t="20450" x="4856163" y="5583238"/>
          <p14:tracePt t="20466" x="4838700" y="5591175"/>
          <p14:tracePt t="20482" x="4811713" y="5591175"/>
          <p14:tracePt t="20499" x="4776788" y="5600700"/>
          <p14:tracePt t="20516" x="4724400" y="5608638"/>
          <p14:tracePt t="20532" x="4611688" y="5626100"/>
          <p14:tracePt t="20549" x="4514850" y="5635625"/>
          <p14:tracePt t="20565" x="4471988" y="5643563"/>
          <p14:tracePt t="20582" x="4357688" y="5670550"/>
          <p14:tracePt t="20599" x="4227513" y="5670550"/>
          <p14:tracePt t="20615" x="4192588" y="5678488"/>
          <p14:tracePt t="20632" x="4175125" y="5688013"/>
          <p14:tracePt t="20634" x="4165600" y="5695950"/>
          <p14:tracePt t="20649" x="4148138" y="5705475"/>
          <p14:tracePt t="20666" x="4113213" y="5722938"/>
          <p14:tracePt t="20682" x="4095750" y="5740400"/>
          <p14:tracePt t="20699" x="4060825" y="5775325"/>
          <p14:tracePt t="20715" x="4043363" y="5800725"/>
          <p14:tracePt t="20732" x="4025900" y="5835650"/>
          <p14:tracePt t="20749" x="4017963" y="5853113"/>
          <p14:tracePt t="20766" x="4017963" y="5880100"/>
          <p14:tracePt t="20782" x="4017963" y="5905500"/>
          <p14:tracePt t="20799" x="4017963" y="5940425"/>
          <p14:tracePt t="20815" x="4017963" y="5967413"/>
          <p14:tracePt t="20817" x="4017963" y="5975350"/>
          <p14:tracePt t="20832" x="4025900" y="6002338"/>
          <p14:tracePt t="20834" x="4035425" y="6019800"/>
          <p14:tracePt t="20849" x="4052888" y="6045200"/>
          <p14:tracePt t="20867" x="4060825" y="6072188"/>
          <p14:tracePt t="20882" x="4095750" y="6089650"/>
          <p14:tracePt t="20899" x="4113213" y="6107113"/>
          <p14:tracePt t="20915" x="4140200" y="6115050"/>
          <p14:tracePt t="20932" x="4192588" y="6124575"/>
          <p14:tracePt t="20949" x="4235450" y="6132513"/>
          <p14:tracePt t="20966" x="4471988" y="6142038"/>
          <p14:tracePt t="20982" x="4733925" y="6149975"/>
          <p14:tracePt t="20999" x="4960938" y="6149975"/>
          <p14:tracePt t="21015" x="5205413" y="6149975"/>
          <p14:tracePt t="21032" x="5467350" y="6149975"/>
          <p14:tracePt t="21034" x="5554663" y="6149975"/>
          <p14:tracePt t="21049" x="5694363" y="6149975"/>
          <p14:tracePt t="21066" x="5799138" y="6149975"/>
          <p14:tracePt t="21083" x="5851525" y="6142038"/>
          <p14:tracePt t="21099" x="5946775" y="6142038"/>
          <p14:tracePt t="21115" x="6026150" y="6142038"/>
          <p14:tracePt t="21132" x="6183313" y="6142038"/>
          <p14:tracePt t="21149" x="6402388" y="6149975"/>
          <p14:tracePt t="21166" x="6637338" y="6149975"/>
          <p14:tracePt t="21182" x="6881813" y="6149975"/>
          <p14:tracePt t="21199" x="7213600" y="6149975"/>
          <p14:tracePt t="21215" x="7450138" y="6167438"/>
          <p14:tracePt t="21232" x="7615238" y="6167438"/>
          <p14:tracePt t="21234" x="7712075" y="6167438"/>
          <p14:tracePt t="21249" x="7772400" y="6167438"/>
          <p14:tracePt t="21265" x="7859713" y="6149975"/>
          <p14:tracePt t="21282" x="7904163" y="6149975"/>
          <p14:tracePt t="21299" x="7939088" y="6132513"/>
          <p14:tracePt t="21315" x="7964488" y="6115050"/>
          <p14:tracePt t="21332" x="8016875" y="6107113"/>
          <p14:tracePt t="21348" x="8069263" y="6107113"/>
          <p14:tracePt t="21365" x="8201025" y="6107113"/>
          <p14:tracePt t="21382" x="8243888" y="6097588"/>
          <p14:tracePt t="21399" x="8278813" y="6089650"/>
          <p14:tracePt t="21417" x="8296275" y="6054725"/>
          <p14:tracePt t="21432" x="8305800" y="6054725"/>
          <p14:tracePt t="21434" x="8313738" y="6045200"/>
          <p14:tracePt t="21449" x="8313738" y="6027738"/>
          <p14:tracePt t="21466" x="8313738" y="6019800"/>
          <p14:tracePt t="21482" x="8331200" y="6010275"/>
          <p14:tracePt t="21610" x="8331200" y="5984875"/>
          <p14:tracePt t="21618" x="8288338" y="5880100"/>
          <p14:tracePt t="21621" x="0" y="0"/>
        </p14:tracePtLst>
        <p14:tracePtLst>
          <p14:tracePt t="24294" x="5719763" y="5722938"/>
          <p14:tracePt t="24426" x="5711825" y="5722938"/>
          <p14:tracePt t="24434" x="5702300" y="5722938"/>
          <p14:tracePt t="24441" x="5694363" y="5722938"/>
          <p14:tracePt t="24449" x="5676900" y="5713413"/>
          <p14:tracePt t="24465" x="5667375" y="5713413"/>
          <p14:tracePt t="24482" x="5649913" y="5713413"/>
          <p14:tracePt t="24498" x="5641975" y="5713413"/>
          <p14:tracePt t="24515" x="5624513" y="5713413"/>
          <p14:tracePt t="24531" x="5614988" y="5713413"/>
          <p14:tracePt t="24548" x="5607050" y="5713413"/>
          <p14:tracePt t="24565" x="5597525" y="5713413"/>
          <p14:tracePt t="24582" x="5572125" y="5713413"/>
          <p14:tracePt t="24598" x="5545138" y="5713413"/>
          <p14:tracePt t="24615" x="5502275" y="5730875"/>
          <p14:tracePt t="24632" x="5475288" y="5740400"/>
          <p14:tracePt t="24633" x="5449888" y="5748338"/>
          <p14:tracePt t="24648" x="5440363" y="5748338"/>
          <p14:tracePt t="24651" x="5432425" y="5748338"/>
          <p14:tracePt t="24666" x="5432425" y="5757863"/>
          <p14:tracePt t="24681" x="5422900" y="5757863"/>
          <p14:tracePt t="24698" x="5422900" y="5765800"/>
          <p14:tracePt t="24715" x="5414963" y="5765800"/>
          <p14:tracePt t="24732" x="5414963" y="5775325"/>
          <p14:tracePt t="24748" x="5405438" y="5775325"/>
          <p14:tracePt t="24765" x="5397500" y="5783263"/>
          <p14:tracePt t="24782" x="5387975" y="5800725"/>
          <p14:tracePt t="24798" x="5380038" y="5810250"/>
          <p14:tracePt t="24815" x="5380038" y="5818188"/>
          <p14:tracePt t="24832" x="5380038" y="5835650"/>
          <p14:tracePt t="24833" x="5380038" y="5845175"/>
          <p14:tracePt t="24848" x="5387975" y="5845175"/>
          <p14:tracePt t="24850" x="5387975" y="5853113"/>
          <p14:tracePt t="24866" x="5405438" y="5862638"/>
          <p14:tracePt t="24881" x="5414963" y="5862638"/>
          <p14:tracePt t="24898" x="5432425" y="5870575"/>
          <p14:tracePt t="24915" x="5449888" y="5880100"/>
          <p14:tracePt t="24932" x="5467350" y="5888038"/>
          <p14:tracePt t="24948" x="5492750" y="5897563"/>
          <p14:tracePt t="24965" x="5545138" y="5905500"/>
          <p14:tracePt t="24981" x="5580063" y="5915025"/>
          <p14:tracePt t="24998" x="5624513" y="5922963"/>
          <p14:tracePt t="25015" x="5667375" y="5922963"/>
          <p14:tracePt t="25032" x="5719763" y="5915025"/>
          <p14:tracePt t="25033" x="5746750" y="5897563"/>
          <p14:tracePt t="25048" x="5764213" y="5897563"/>
          <p14:tracePt t="25050" x="5772150" y="5897563"/>
          <p14:tracePt t="25065" x="5799138" y="5888038"/>
          <p14:tracePt t="25081" x="5799138" y="5880100"/>
          <p14:tracePt t="25178" x="5807075" y="5880100"/>
          <p14:tracePt t="25180" x="0" y="0"/>
        </p14:tracePtLst>
        <p14:tracePtLst>
          <p14:tracePt t="25590" x="6480175" y="5783263"/>
          <p14:tracePt t="25657" x="6472238" y="5783263"/>
          <p14:tracePt t="25674" x="6462713" y="5792788"/>
          <p14:tracePt t="25681" x="6454775" y="5792788"/>
          <p14:tracePt t="25689" x="6445250" y="5800725"/>
          <p14:tracePt t="25722" x="6445250" y="5810250"/>
          <p14:tracePt t="25731" x="6445250" y="5827713"/>
          <p14:tracePt t="25746" x="6454775" y="5835650"/>
          <p14:tracePt t="25754" x="6472238" y="5845175"/>
          <p14:tracePt t="25765" x="6472238" y="5853113"/>
          <p14:tracePt t="25782" x="6507163" y="5880100"/>
          <p14:tracePt t="25798" x="6532563" y="5905500"/>
          <p14:tracePt t="25815" x="6559550" y="5905500"/>
          <p14:tracePt t="25831" x="6619875" y="5905500"/>
          <p14:tracePt t="25848" x="6646863" y="5905500"/>
          <p14:tracePt t="25849" x="6664325" y="5905500"/>
          <p14:tracePt t="25866" x="6672263" y="5905500"/>
          <p14:tracePt t="25883" x="6681788" y="5897563"/>
          <p14:tracePt t="26082" x="0" y="0"/>
        </p14:tracePtLst>
        <p14:tracePtLst>
          <p14:tracePt t="28990" x="6943725" y="5835650"/>
          <p14:tracePt t="29066" x="6951663" y="5835650"/>
          <p14:tracePt t="29074" x="6961188" y="5835650"/>
          <p14:tracePt t="29090" x="6969125" y="5835650"/>
          <p14:tracePt t="29097" x="6978650" y="5835650"/>
          <p14:tracePt t="29114" x="6986588" y="5845175"/>
          <p14:tracePt t="29131" x="7013575" y="5853113"/>
          <p14:tracePt t="29194" x="7021513" y="5853113"/>
          <p14:tracePt t="29202" x="7031038" y="5845175"/>
          <p14:tracePt t="29227" x="7038975" y="5835650"/>
          <p14:tracePt t="29242" x="7048500" y="5827713"/>
          <p14:tracePt t="29258" x="7056438" y="5818188"/>
          <p14:tracePt t="29274" x="7056438" y="5810250"/>
          <p14:tracePt t="29281" x="7065963" y="5800725"/>
          <p14:tracePt t="29298" x="7073900" y="5800725"/>
          <p14:tracePt t="29322" x="7083425" y="5792788"/>
          <p14:tracePt t="29331" x="7091363" y="5792788"/>
          <p14:tracePt t="29348" x="7108825" y="5792788"/>
          <p14:tracePt t="29365" x="7126288" y="5792788"/>
          <p14:tracePt t="29381" x="7170738" y="5792788"/>
          <p14:tracePt t="29397" x="7223125" y="5792788"/>
          <p14:tracePt t="29414" x="7248525" y="5792788"/>
          <p14:tracePt t="29430" x="7258050" y="5792788"/>
          <p14:tracePt t="29610" x="7258050" y="5800725"/>
          <p14:tracePt t="29618" x="7248525" y="5800725"/>
          <p14:tracePt t="29621" x="0" y="0"/>
        </p14:tracePtLst>
        <p14:tracePtLst>
          <p14:tracePt t="34373" x="3484563" y="5495925"/>
          <p14:tracePt t="34434" x="3494088" y="5495925"/>
          <p14:tracePt t="34458" x="3502025" y="5495925"/>
          <p14:tracePt t="34467" x="3511550" y="5495925"/>
          <p14:tracePt t="34474" x="3519488" y="5503863"/>
          <p14:tracePt t="34482" x="3536950" y="5521325"/>
          <p14:tracePt t="34497" x="3554413" y="5530850"/>
          <p14:tracePt t="34499" x="3571875" y="5538788"/>
          <p14:tracePt t="34513" x="3616325" y="5556250"/>
          <p14:tracePt t="34530" x="3668713" y="5583238"/>
          <p14:tracePt t="34547" x="3686175" y="5600700"/>
          <p14:tracePt t="34563" x="3711575" y="5608638"/>
          <p14:tracePt t="34580" x="3721100" y="5608638"/>
          <p14:tracePt t="34597" x="3729038" y="5618163"/>
          <p14:tracePt t="34613" x="3738563" y="5618163"/>
          <p14:tracePt t="34630" x="3756025" y="5626100"/>
          <p14:tracePt t="34650" x="3763963" y="5626100"/>
          <p14:tracePt t="34663" x="3773488" y="5626100"/>
          <p14:tracePt t="34680" x="3790950" y="5626100"/>
          <p14:tracePt t="34682" x="3798888" y="5626100"/>
          <p14:tracePt t="34697" x="3825875" y="5626100"/>
          <p14:tracePt t="34713" x="3860800" y="5626100"/>
          <p14:tracePt t="34730" x="3886200" y="5626100"/>
          <p14:tracePt t="34747" x="3913188" y="5626100"/>
          <p14:tracePt t="34763" x="3921125" y="5626100"/>
          <p14:tracePt t="34780" x="3930650" y="5618163"/>
          <p14:tracePt t="34810" x="3938588" y="5618163"/>
          <p14:tracePt t="34826" x="3948113" y="5608638"/>
          <p14:tracePt t="34834" x="3948113" y="5600700"/>
          <p14:tracePt t="34850" x="3956050" y="5600700"/>
          <p14:tracePt t="34866" x="3956050" y="5591175"/>
          <p14:tracePt t="34882" x="3965575" y="5583238"/>
          <p14:tracePt t="34897" x="3973513" y="5573713"/>
          <p14:tracePt t="34914" x="3983038" y="5573713"/>
          <p14:tracePt t="34931" x="3990975" y="5573713"/>
          <p14:tracePt t="34947" x="4000500" y="5573713"/>
          <p14:tracePt t="34970" x="4008438" y="5565775"/>
          <p14:tracePt t="34986" x="4017963" y="5556250"/>
          <p14:tracePt t="35010" x="4025900" y="5556250"/>
          <p14:tracePt t="35018" x="4025900" y="5548313"/>
          <p14:tracePt t="35034" x="4025900" y="5538788"/>
          <p14:tracePt t="35047" x="4035425" y="5538788"/>
          <p14:tracePt t="35063" x="4035425" y="5530850"/>
          <p14:tracePt t="35082" x="4035425" y="5521325"/>
          <p14:tracePt t="35096" x="4035425" y="5513388"/>
          <p14:tracePt t="35114" x="4025900" y="5495925"/>
          <p14:tracePt t="35130" x="4017963" y="5476875"/>
          <p14:tracePt t="35147" x="4008438" y="5459413"/>
          <p14:tracePt t="35163" x="4000500" y="5451475"/>
          <p14:tracePt t="35180" x="3990975" y="5441950"/>
          <p14:tracePt t="35197" x="3990975" y="5434013"/>
          <p14:tracePt t="35213" x="3983038" y="5424488"/>
          <p14:tracePt t="35230" x="3983038" y="5416550"/>
          <p14:tracePt t="35247" x="3973513" y="5416550"/>
          <p14:tracePt t="35263" x="3965575" y="5407025"/>
          <p14:tracePt t="35280" x="3956050" y="5407025"/>
          <p14:tracePt t="35297" x="3948113" y="5399088"/>
          <p14:tracePt t="35298" x="3938588" y="5399088"/>
          <p14:tracePt t="35314" x="3921125" y="5381625"/>
          <p14:tracePt t="35330" x="3913188" y="5372100"/>
          <p14:tracePt t="35347" x="3895725" y="5364163"/>
          <p14:tracePt t="35363" x="3878263" y="5354638"/>
          <p14:tracePt t="35379" x="3868738" y="5346700"/>
          <p14:tracePt t="35397" x="3851275" y="5346700"/>
          <p14:tracePt t="35413" x="3833813" y="5337175"/>
          <p14:tracePt t="35429" x="3816350" y="5329238"/>
          <p14:tracePt t="35446" x="3790950" y="5329238"/>
          <p14:tracePt t="35464" x="3738563" y="5329238"/>
          <p14:tracePt t="35465" x="3729038" y="5329238"/>
          <p14:tracePt t="35480" x="3703638" y="5329238"/>
          <p14:tracePt t="35482" x="3668713" y="5329238"/>
          <p14:tracePt t="35497" x="3624263" y="5329238"/>
          <p14:tracePt t="35514" x="3589338" y="5329238"/>
          <p14:tracePt t="35530" x="3546475" y="5329238"/>
          <p14:tracePt t="35547" x="3529013" y="5337175"/>
          <p14:tracePt t="35563" x="3511550" y="5346700"/>
          <p14:tracePt t="35587" x="3502025" y="5346700"/>
          <p14:tracePt t="35597" x="3494088" y="5354638"/>
          <p14:tracePt t="35613" x="3494088" y="5372100"/>
          <p14:tracePt t="35630" x="3476625" y="5381625"/>
          <p14:tracePt t="35647" x="3467100" y="5399088"/>
          <p14:tracePt t="35664" x="3467100" y="5434013"/>
          <p14:tracePt t="35665" x="3467100" y="5451475"/>
          <p14:tracePt t="35680" x="3467100" y="5459413"/>
          <p14:tracePt t="35681" x="3467100" y="5476875"/>
          <p14:tracePt t="35697" x="3467100" y="5503863"/>
          <p14:tracePt t="35713" x="3476625" y="5521325"/>
          <p14:tracePt t="35730" x="3484563" y="5538788"/>
          <p14:tracePt t="35746" x="3494088" y="5556250"/>
          <p14:tracePt t="35764" x="3511550" y="5573713"/>
          <p14:tracePt t="35780" x="3529013" y="5573713"/>
          <p14:tracePt t="35797" x="3536950" y="5591175"/>
          <p14:tracePt t="35813" x="3554413" y="5591175"/>
          <p14:tracePt t="35830" x="3554413" y="5600700"/>
          <p14:tracePt t="35851" x="3563938" y="5600700"/>
          <p14:tracePt t="35863" x="3571875" y="5600700"/>
          <p14:tracePt t="35880" x="3589338" y="5600700"/>
          <p14:tracePt t="35881" x="3606800" y="5608638"/>
          <p14:tracePt t="35897" x="3616325" y="5608638"/>
          <p14:tracePt t="35898" x="3633788" y="5608638"/>
          <p14:tracePt t="35913" x="3686175" y="5608638"/>
          <p14:tracePt t="35930" x="3721100" y="5608638"/>
          <p14:tracePt t="35946" x="3763963" y="5608638"/>
          <p14:tracePt t="35963" x="3790950" y="5608638"/>
          <p14:tracePt t="35980" x="3816350" y="5608638"/>
          <p14:tracePt t="36010" x="3825875" y="5608638"/>
          <p14:tracePt t="36026" x="3833813" y="5608638"/>
          <p14:tracePt t="36051" x="3843338" y="5608638"/>
          <p14:tracePt t="36074" x="3843338" y="5618163"/>
          <p14:tracePt t="36082" x="3851275" y="5618163"/>
          <p14:tracePt t="36090" x="3860800" y="5618163"/>
          <p14:tracePt t="36106" x="3868738" y="5618163"/>
          <p14:tracePt t="36113" x="3878263" y="5618163"/>
          <p14:tracePt t="36130" x="3886200" y="5626100"/>
          <p14:tracePt t="36146" x="3895725" y="5626100"/>
          <p14:tracePt t="36163" x="3903663" y="5626100"/>
          <p14:tracePt t="36810" x="3913188" y="5626100"/>
          <p14:tracePt t="36818" x="3930650" y="5626100"/>
          <p14:tracePt t="36834" x="3948113" y="5626100"/>
          <p14:tracePt t="36847" x="3965575" y="5626100"/>
          <p14:tracePt t="36863" x="3983038" y="5626100"/>
          <p14:tracePt t="36865" x="3990975" y="5626100"/>
          <p14:tracePt t="36880" x="4008438" y="5626100"/>
          <p14:tracePt t="36881" x="4017963" y="5626100"/>
          <p14:tracePt t="36896" x="4025900" y="5626100"/>
          <p14:tracePt t="36913" x="4035425" y="5626100"/>
          <p14:tracePt t="37538" x="0" y="0"/>
        </p14:tracePtLst>
        <p14:tracePtLst>
          <p14:tracePt t="42631" x="3651250" y="5530850"/>
          <p14:tracePt t="42674" x="3668713" y="5521325"/>
          <p14:tracePt t="42698" x="3676650" y="5521325"/>
          <p14:tracePt t="42706" x="3694113" y="5521325"/>
          <p14:tracePt t="42722" x="3703638" y="5521325"/>
          <p14:tracePt t="42730" x="3711575" y="5513388"/>
          <p14:tracePt t="42746" x="3721100" y="5503863"/>
          <p14:tracePt t="42763" x="3738563" y="5495925"/>
          <p14:tracePt t="42786" x="3746500" y="5495925"/>
          <p14:tracePt t="43178" x="0" y="0"/>
        </p14:tracePtLst>
        <p14:tracePtLst>
          <p14:tracePt t="44085" x="9293225" y="2314575"/>
          <p14:tracePt t="44267" x="0" y="0"/>
        </p14:tracePtLst>
        <p14:tracePtLst>
          <p14:tracePt t="45404" x="3598863" y="5424488"/>
          <p14:tracePt t="45603" x="0" y="0"/>
        </p14:tracePtLst>
        <p14:tracePtLst>
          <p14:tracePt t="46982" x="3502025" y="5468938"/>
          <p14:tracePt t="46986" x="3484563" y="5476875"/>
          <p14:tracePt t="46994" x="3476625" y="5476875"/>
          <p14:tracePt t="47042" x="3467100" y="5476875"/>
          <p14:tracePt t="47082" x="3449638" y="5476875"/>
          <p14:tracePt t="47106" x="3441700" y="5476875"/>
          <p14:tracePt t="47114" x="3432175" y="5476875"/>
          <p14:tracePt t="47122" x="3424238" y="5476875"/>
          <p14:tracePt t="47130" x="3424238" y="5468938"/>
          <p14:tracePt t="47162" x="3414713" y="5468938"/>
          <p14:tracePt t="47170" x="3406775" y="5468938"/>
          <p14:tracePt t="47266" x="3397250" y="5468938"/>
          <p14:tracePt t="47274" x="3379788" y="5468938"/>
          <p14:tracePt t="47282" x="3362325" y="5468938"/>
          <p14:tracePt t="47298" x="3354388" y="5468938"/>
          <p14:tracePt t="47311" x="3344863" y="5468938"/>
          <p14:tracePt t="47313" x="3327400" y="5468938"/>
          <p14:tracePt t="47328" x="3319463" y="5468938"/>
          <p14:tracePt t="47329" x="3309938" y="5468938"/>
          <p14:tracePt t="47345" x="3292475" y="5468938"/>
          <p14:tracePt t="47361" x="3275013" y="5468938"/>
          <p14:tracePt t="47378" x="3267075" y="5468938"/>
          <p14:tracePt t="47395" x="3249613" y="5468938"/>
          <p14:tracePt t="47411" x="3222625" y="5468938"/>
          <p14:tracePt t="47428" x="3197225" y="5468938"/>
          <p14:tracePt t="47445" x="3152775" y="5459413"/>
          <p14:tracePt t="47461" x="3109913" y="5459413"/>
          <p14:tracePt t="47478" x="3082925" y="5459413"/>
          <p14:tracePt t="47495" x="3065463" y="5459413"/>
          <p14:tracePt t="47511" x="3057525" y="5459413"/>
          <p14:tracePt t="47586" x="3048000" y="5459413"/>
          <p14:tracePt t="47594" x="3030538" y="5468938"/>
          <p14:tracePt t="47602" x="2995613" y="5468938"/>
          <p14:tracePt t="47611" x="2978150" y="5476875"/>
          <p14:tracePt t="47629" x="2943225" y="5476875"/>
          <p14:tracePt t="47645" x="2925763" y="5495925"/>
          <p14:tracePt t="47661" x="2873375" y="5495925"/>
          <p14:tracePt t="47678" x="2811463" y="5495925"/>
          <p14:tracePt t="47695" x="2786063" y="5495925"/>
          <p14:tracePt t="47711" x="2768600" y="5495925"/>
          <p14:tracePt t="47714" x="2759075" y="5495925"/>
          <p14:tracePt t="47746" x="2751138" y="5495925"/>
          <p14:tracePt t="47762" x="2741613" y="5495925"/>
          <p14:tracePt t="47770" x="2733675" y="5495925"/>
          <p14:tracePt t="47778" x="2716213" y="5495925"/>
          <p14:tracePt t="47795" x="2681288" y="5503863"/>
          <p14:tracePt t="47811" x="2654300" y="5503863"/>
          <p14:tracePt t="47828" x="2628900" y="5503863"/>
          <p14:tracePt t="47845" x="2611438" y="5513388"/>
          <p14:tracePt t="47861" x="2601913" y="5513388"/>
          <p14:tracePt t="47985" x="2593975" y="5513388"/>
          <p14:tracePt t="48026" x="2584450" y="5513388"/>
          <p14:tracePt t="48074" x="2576513" y="5513388"/>
          <p14:tracePt t="48218" x="2559050" y="5513388"/>
          <p14:tracePt t="48226" x="2549525" y="5521325"/>
          <p14:tracePt t="48234" x="2541588" y="5521325"/>
          <p14:tracePt t="48245" x="2532063" y="5521325"/>
          <p14:tracePt t="48261" x="2506663" y="5521325"/>
          <p14:tracePt t="48278" x="2479675" y="5521325"/>
          <p14:tracePt t="48295" x="2444750" y="5521325"/>
          <p14:tracePt t="48311" x="2409825" y="5530850"/>
          <p14:tracePt t="48328" x="2409825" y="5538788"/>
          <p14:tracePt t="49883" x="0" y="0"/>
        </p14:tracePtLst>
        <p14:tracePtLst>
          <p14:tracePt t="50503" x="3756025" y="5399088"/>
          <p14:tracePt t="50586" x="3746500" y="5372100"/>
          <p14:tracePt t="50594" x="3738563" y="5364163"/>
          <p14:tracePt t="50602" x="3738563" y="5337175"/>
          <p14:tracePt t="50611" x="3738563" y="5311775"/>
          <p14:tracePt t="50628" x="3729038" y="5276850"/>
          <p14:tracePt t="50644" x="3729038" y="5249863"/>
          <p14:tracePt t="50661" x="3729038" y="5214938"/>
          <p14:tracePt t="50677" x="3729038" y="5207000"/>
          <p14:tracePt t="50694" x="3729038" y="5197475"/>
          <p14:tracePt t="50711" x="3729038" y="5180013"/>
          <p14:tracePt t="50713" x="3729038" y="5172075"/>
          <p14:tracePt t="50728" x="3729038" y="5162550"/>
          <p14:tracePt t="50729" x="3729038" y="5154613"/>
          <p14:tracePt t="50746" x="3729038" y="5145088"/>
          <p14:tracePt t="50761" x="3729038" y="5127625"/>
          <p14:tracePt t="50778" x="3729038" y="5102225"/>
          <p14:tracePt t="50794" x="3729038" y="5084763"/>
          <p14:tracePt t="50811" x="3729038" y="5075238"/>
          <p14:tracePt t="50827" x="3729038" y="5067300"/>
          <p14:tracePt t="50844" x="3729038" y="5057775"/>
          <p14:tracePt t="51203" x="0" y="0"/>
        </p14:tracePtLst>
        <p14:tracePtLst>
          <p14:tracePt t="58741" x="2444750" y="5513388"/>
          <p14:tracePt t="58883" x="0" y="0"/>
        </p14:tracePtLst>
        <p14:tracePtLst>
          <p14:tracePt t="60150" x="3913188" y="5075238"/>
          <p14:tracePt t="60667" x="0" y="0"/>
        </p14:tracePtLst>
        <p14:tracePtLst>
          <p14:tracePt t="68013" x="3956050" y="4945063"/>
          <p14:tracePt t="68018" x="3948113" y="4935538"/>
          <p14:tracePt t="68034" x="3948113" y="4927600"/>
          <p14:tracePt t="68074" x="3938588" y="4927600"/>
          <p14:tracePt t="68130" x="3930650" y="4927600"/>
          <p14:tracePt t="68138" x="3921125" y="4927600"/>
          <p14:tracePt t="68154" x="3913188" y="4927600"/>
          <p14:tracePt t="68162" x="3903663" y="4935538"/>
          <p14:tracePt t="68175" x="3895725" y="4945063"/>
          <p14:tracePt t="68306" x="3843338" y="4970463"/>
          <p14:tracePt t="68314" x="3825875" y="4987925"/>
          <p14:tracePt t="68325" x="3825875" y="5005388"/>
          <p14:tracePt t="68342" x="3808413" y="5014913"/>
          <p14:tracePt t="68358" x="3798888" y="5022850"/>
          <p14:tracePt t="68375" x="3790950" y="5040313"/>
          <p14:tracePt t="68392" x="3781425" y="5049838"/>
          <p14:tracePt t="68411" x="3773488" y="5049838"/>
          <p14:tracePt t="68425" x="3773488" y="5057775"/>
          <p14:tracePt t="68442" x="3773488" y="5067300"/>
          <p14:tracePt t="68458" x="3773488" y="5084763"/>
          <p14:tracePt t="68475" x="3773488" y="5092700"/>
          <p14:tracePt t="68492" x="3773488" y="5110163"/>
          <p14:tracePt t="68508" x="3773488" y="5119688"/>
          <p14:tracePt t="68525" x="3781425" y="5137150"/>
          <p14:tracePt t="68542" x="3781425" y="5145088"/>
          <p14:tracePt t="68558" x="3790950" y="5154613"/>
          <p14:tracePt t="68575" x="3798888" y="5162550"/>
          <p14:tracePt t="68591" x="3808413" y="5172075"/>
          <p14:tracePt t="68608" x="3825875" y="5180013"/>
          <p14:tracePt t="68624" x="3825875" y="5189538"/>
          <p14:tracePt t="68625" x="3833813" y="5189538"/>
          <p14:tracePt t="68642" x="3843338" y="5189538"/>
          <p14:tracePt t="68674" x="3851275" y="5189538"/>
          <p14:tracePt t="68682" x="3860800" y="5189538"/>
          <p14:tracePt t="68698" x="3868738" y="5189538"/>
          <p14:tracePt t="68786" x="3878263" y="5189538"/>
          <p14:tracePt t="68795" x="3878263" y="5180013"/>
          <p14:tracePt t="68802" x="3886200" y="5180013"/>
          <p14:tracePt t="68809" x="3886200" y="5172075"/>
          <p14:tracePt t="68825" x="3895725" y="5172075"/>
          <p14:tracePt t="68842" x="3903663" y="5154613"/>
          <p14:tracePt t="68858" x="3903663" y="5145088"/>
          <p14:tracePt t="68875" x="3913188" y="5127625"/>
          <p14:tracePt t="68892" x="3913188" y="5119688"/>
          <p14:tracePt t="68908" x="3913188" y="5102225"/>
          <p14:tracePt t="68925" x="3913188" y="5092700"/>
          <p14:tracePt t="68941" x="3913188" y="5084763"/>
          <p14:tracePt t="69090" x="3903663" y="5084763"/>
          <p14:tracePt t="69098" x="0" y="0"/>
        </p14:tracePtLst>
        <p14:tracePtLst>
          <p14:tracePt t="82318" x="3948113" y="5180013"/>
          <p14:tracePt t="82322" x="3913188" y="5180013"/>
          <p14:tracePt t="82329" x="3886200" y="5180013"/>
          <p14:tracePt t="82339" x="3833813" y="5180013"/>
          <p14:tracePt t="82356" x="3808413" y="5180013"/>
          <p14:tracePt t="82373" x="3781425" y="5180013"/>
          <p14:tracePt t="82390" x="3773488" y="5189538"/>
          <p14:tracePt t="82406" x="3763963" y="5189538"/>
          <p14:tracePt t="82423" x="3746500" y="5197475"/>
          <p14:tracePt t="82439" x="3738563" y="5207000"/>
          <p14:tracePt t="82456" x="3659188" y="5224463"/>
          <p14:tracePt t="82458" x="3624263" y="5249863"/>
          <p14:tracePt t="82473" x="3606800" y="5259388"/>
          <p14:tracePt t="82474" x="3581400" y="5276850"/>
          <p14:tracePt t="82490" x="3536950" y="5329238"/>
          <p14:tracePt t="82506" x="3519488" y="5354638"/>
          <p14:tracePt t="82523" x="3494088" y="5389563"/>
          <p14:tracePt t="82539" x="3484563" y="5407025"/>
          <p14:tracePt t="82556" x="3484563" y="5434013"/>
          <p14:tracePt t="82573" x="3484563" y="5451475"/>
          <p14:tracePt t="82589" x="3502025" y="5468938"/>
          <p14:tracePt t="82606" x="3519488" y="5503863"/>
          <p14:tracePt t="82623" x="3546475" y="5530850"/>
          <p14:tracePt t="82639" x="3571875" y="5556250"/>
          <p14:tracePt t="82656" x="3606800" y="5583238"/>
          <p14:tracePt t="82658" x="3633788" y="5600700"/>
          <p14:tracePt t="82673" x="3633788" y="5608638"/>
          <p14:tracePt t="82674" x="3641725" y="5608638"/>
          <p14:tracePt t="82690" x="3668713" y="5608638"/>
          <p14:tracePt t="82706" x="3694113" y="5608638"/>
          <p14:tracePt t="82723" x="3721100" y="5600700"/>
          <p14:tracePt t="82739" x="3738563" y="5591175"/>
          <p14:tracePt t="82756" x="3756025" y="5573713"/>
          <p14:tracePt t="82773" x="3773488" y="5565775"/>
          <p14:tracePt t="82789" x="3781425" y="5556250"/>
          <p14:tracePt t="82923" x="0" y="0"/>
        </p14:tracePtLst>
      </p14:laserTraceLst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es-ES" sz="4400" dirty="0">
                <a:latin typeface="Calibri Light" panose="020F0302020204030204" pitchFamily="34" charset="0"/>
              </a:rPr>
              <a:t>7. </a:t>
            </a:r>
            <a:r>
              <a:rPr lang="en-US" altLang="es-ES" sz="4400" dirty="0" err="1">
                <a:latin typeface="Calibri Light" panose="020F0302020204030204" pitchFamily="34" charset="0"/>
              </a:rPr>
              <a:t>Distribución</a:t>
            </a:r>
            <a:r>
              <a:rPr lang="en-US" altLang="es-ES" sz="4400" dirty="0">
                <a:latin typeface="Calibri Light" panose="020F0302020204030204" pitchFamily="34" charset="0"/>
              </a:rPr>
              <a:t> Normal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4.16, 4.17, 4.21, 4.22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respuestas</a:t>
            </a:r>
            <a:r>
              <a:rPr lang="en-US" altLang="es-ES" sz="2400" dirty="0"/>
              <a:t> de 4.16 y 4.22 </a:t>
            </a:r>
            <a:r>
              <a:rPr lang="en-US" altLang="es-ES" sz="2400" dirty="0" err="1"/>
              <a:t>están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disponibles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2286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Versión básica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También se conoce como Teorema del Límite Central (</a:t>
                </a:r>
                <a:r>
                  <a:rPr lang="es-ES" i="1" dirty="0"/>
                  <a:t>Central </a:t>
                </a:r>
                <a:r>
                  <a:rPr lang="es-ES" i="1" dirty="0" err="1"/>
                  <a:t>Limit</a:t>
                </a:r>
                <a:r>
                  <a:rPr lang="es-ES" i="1" dirty="0"/>
                  <a:t> </a:t>
                </a:r>
                <a:r>
                  <a:rPr lang="es-ES" i="1" dirty="0" err="1"/>
                  <a:t>Theorem</a:t>
                </a:r>
                <a:r>
                  <a:rPr lang="es-ES" dirty="0"/>
                  <a:t>)</a:t>
                </a:r>
              </a:p>
              <a:p>
                <a:r>
                  <a:rPr lang="es-ES" dirty="0"/>
                  <a:t>Considerando n variables aleatorias independientes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..,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Con la misma esperanza </a:t>
                </a:r>
                <a:r>
                  <a:rPr lang="es-ES" i="1" dirty="0"/>
                  <a:t>μ</a:t>
                </a:r>
                <a:r>
                  <a:rPr lang="es-ES" dirty="0"/>
                  <a:t> y desviación estándar </a:t>
                </a:r>
                <a:r>
                  <a:rPr lang="es-ES" i="1" dirty="0"/>
                  <a:t>σ</a:t>
                </a:r>
              </a:p>
              <a:p>
                <a:r>
                  <a:rPr lang="es-ES" dirty="0"/>
                  <a:t>Considerando la variable obtenida como la suma de las n variables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+..+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Con esperanza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dirty="0"/>
                  <a:t>, varianza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dirty="0"/>
                  <a:t> y desviación estándar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s-ES" dirty="0"/>
                  <a:t> </a:t>
                </a:r>
              </a:p>
              <a:p>
                <a:r>
                  <a:rPr lang="es-ES" dirty="0"/>
                  <a:t>Según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s-ES" dirty="0"/>
                  <a:t>  </a:t>
                </a:r>
                <a:r>
                  <a:rPr lang="es-ES" i="1" dirty="0"/>
                  <a:t>(suele considerarse n &gt; 30)</a:t>
                </a:r>
              </a:p>
              <a:p>
                <a:pPr lvl="1"/>
                <a:r>
                  <a:rPr lang="es-ES" dirty="0"/>
                  <a:t>La variable normalizada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Converge hacia una variable Normal estándar Z: N(0,1)</a:t>
                </a:r>
              </a:p>
              <a:p>
                <a:r>
                  <a:rPr lang="es-ES" dirty="0"/>
                  <a:t>Por lo que, para todo valor z se cumple: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dirty="0"/>
                  <a:t> </a:t>
                </a:r>
              </a:p>
              <a:p>
                <a:r>
                  <a:rPr lang="es-ES" dirty="0"/>
                  <a:t>Este teorema es muy importante porque puede ser aplicado a cualquier variable aleatoria.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696" t="-2611" b="-104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7735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Ejemplo 4.13 (Espacio en disco)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sz="2800" dirty="0"/>
              <a:t>Un disco tiene un espacio libre de 330 megabytes.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sz="2800" dirty="0"/>
              <a:t>¿Es probable que sea suficiente para 300 imágenes independientes, si se espera que cada imagen tenga un tamaño de 1 megabyte con una desviación estándar de 0,5 megabytes?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80070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s-ES" dirty="0"/>
              <a:t>8. Teorema Central del Límite</a:t>
            </a:r>
            <a:br>
              <a:rPr lang="es-ES" altLang="es-ES" sz="4400" dirty="0">
                <a:latin typeface="Calibri Light" panose="020F0302020204030204" pitchFamily="34" charset="0"/>
              </a:rPr>
            </a:br>
            <a:r>
              <a:rPr lang="es-ES" altLang="es-ES" sz="4400" dirty="0">
                <a:latin typeface="Calibri Light" panose="020F0302020204030204" pitchFamily="34" charset="0"/>
              </a:rPr>
              <a:t>Ejemplo 4.13 (Solución)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X</a:t>
                </a:r>
                <a:r>
                  <a:rPr lang="es-ES" baseline="-25000" dirty="0"/>
                  <a:t>i</a:t>
                </a:r>
                <a:r>
                  <a:rPr lang="es-ES" dirty="0"/>
                  <a:t> = Tamaño de la imagen i, con μ = 1, σ = 0.5</a:t>
                </a:r>
              </a:p>
              <a:p>
                <a:r>
                  <a:rPr lang="es-ES" dirty="0"/>
                  <a:t>Hay n=300 imágenes </a:t>
                </a:r>
              </a:p>
              <a:p>
                <a:r>
                  <a:rPr lang="es-ES" dirty="0"/>
                  <a:t>El número de imágenes n es grande (n&gt;30) por lo que se puede aplicar el Teorema Central del Límite a la suma de tamaños S</a:t>
                </a:r>
                <a:r>
                  <a:rPr lang="es-ES" baseline="-25000" dirty="0"/>
                  <a:t>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e>
                        </m:rad>
                      </m:den>
                    </m:f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espacio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suficiente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300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300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46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46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𝟗𝟗𝟗𝟕</m:t>
                    </m:r>
                  </m:oMath>
                </a14:m>
                <a:endParaRPr lang="es-ES" b="1" dirty="0"/>
              </a:p>
              <a:p>
                <a:pPr lvl="1"/>
                <a:r>
                  <a:rPr lang="es-ES" i="1" dirty="0"/>
                  <a:t>Usando la Tabla A4 (fila 3.4 con columna 0.06) </a:t>
                </a:r>
              </a:p>
              <a:p>
                <a:endParaRPr lang="es-ES" dirty="0"/>
              </a:p>
            </p:txBody>
          </p:sp>
        </mc:Choice>
        <mc:Fallback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0519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altLang="es-ES" sz="4000" dirty="0">
                <a:latin typeface="Calibri Light" panose="020F0302020204030204" pitchFamily="34" charset="0"/>
              </a:rPr>
              <a:t>Aplicación a distribuciones discretas y continuas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sz="2800" dirty="0"/>
              <a:t>Al menos tres tipos de variables aleatorias son una suma de variables independientes: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s-ES" altLang="es-ES" sz="2400" dirty="0"/>
              <a:t>Variable Binomial = suma de variables de Bernoulli independientes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s-ES" altLang="es-ES" sz="2400" dirty="0"/>
              <a:t>Variable Binomial Negativa = suma de variables </a:t>
            </a:r>
            <a:r>
              <a:rPr lang="es-ES" altLang="es-ES" dirty="0"/>
              <a:t>G</a:t>
            </a:r>
            <a:r>
              <a:rPr lang="es-ES" altLang="es-ES" sz="2400" dirty="0"/>
              <a:t>eométricas independientes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s-ES" altLang="es-ES" sz="2400" dirty="0"/>
              <a:t>Variable Gamma = suma de variables </a:t>
            </a:r>
            <a:r>
              <a:rPr lang="es-ES" altLang="es-ES" dirty="0"/>
              <a:t>E</a:t>
            </a:r>
            <a:r>
              <a:rPr lang="es-ES" altLang="es-ES" sz="2400" dirty="0"/>
              <a:t>xponenciales independientes</a:t>
            </a:r>
          </a:p>
          <a:p>
            <a:r>
              <a:rPr lang="es-ES" altLang="es-ES" sz="2800" dirty="0"/>
              <a:t>Por lo tanto, el Teorema </a:t>
            </a:r>
            <a:r>
              <a:rPr lang="es-ES" altLang="es-ES" dirty="0"/>
              <a:t>Central del Límite se </a:t>
            </a:r>
            <a:r>
              <a:rPr lang="es-ES" altLang="es-ES" sz="2800" dirty="0"/>
              <a:t>aplica a todas estas distribuciones con n suficientemente grandes en el caso de Binomial(</a:t>
            </a:r>
            <a:r>
              <a:rPr lang="es-ES" altLang="es-ES" sz="2800" dirty="0" err="1"/>
              <a:t>n,p</a:t>
            </a:r>
            <a:r>
              <a:rPr lang="es-ES" altLang="es-ES" sz="2800" dirty="0"/>
              <a:t>), k para Binomial Negativa (</a:t>
            </a:r>
            <a:r>
              <a:rPr lang="es-ES" altLang="es-ES" sz="2800" dirty="0" err="1"/>
              <a:t>k,p</a:t>
            </a:r>
            <a:r>
              <a:rPr lang="es-ES" altLang="es-ES" sz="2800" dirty="0"/>
              <a:t>), y α para </a:t>
            </a:r>
            <a:r>
              <a:rPr lang="es-ES" altLang="es-ES" dirty="0"/>
              <a:t>va</a:t>
            </a:r>
            <a:r>
              <a:rPr lang="es-ES" altLang="es-ES" sz="2800" dirty="0"/>
              <a:t>riables Gamma(α,λ).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9407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Aproximación Normal de la distribución Binomial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9288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Abraham de Moivre propuso la primera versión del Teorema Central del Límite como una aproximación de la distribución Binomial.</a:t>
                </a:r>
              </a:p>
              <a:p>
                <a:r>
                  <a:rPr lang="es-ES" dirty="0"/>
                  <a:t>Una variable Binomial(n, p) es un caso especial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+..+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" dirty="0"/>
                  <a:t>, cuando todas las variables X</a:t>
                </a:r>
                <a:r>
                  <a:rPr lang="es-ES" baseline="-25000" dirty="0"/>
                  <a:t>i</a:t>
                </a:r>
                <a:r>
                  <a:rPr lang="es-ES" dirty="0"/>
                  <a:t> tienen una distribución de Bernoulli con parámetro p. </a:t>
                </a:r>
              </a:p>
              <a:p>
                <a:r>
                  <a:rPr lang="es-ES" dirty="0"/>
                  <a:t>Cuando n es grande, se puede aproximar la distribución Binomial a una Normal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=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𝑛𝑝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𝑛𝑝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d>
                  </m:oMath>
                </a14:m>
                <a:endParaRPr lang="en-US" dirty="0"/>
              </a:p>
              <a:p>
                <a:endParaRPr lang="en-US" i="1" dirty="0"/>
              </a:p>
              <a:p>
                <a:r>
                  <a:rPr lang="en-US" i="1" dirty="0"/>
                  <a:t>NOTA: </a:t>
                </a:r>
                <a:r>
                  <a:rPr lang="es-ES" i="1" dirty="0"/>
                  <a:t>No hay unanimidad respecto a lo que se entiende por “grande” ni por la condición que debe cumplir p. En el libro de M. </a:t>
                </a:r>
                <a:r>
                  <a:rPr lang="es-ES" i="1" dirty="0" err="1"/>
                  <a:t>Baron</a:t>
                </a:r>
                <a:r>
                  <a:rPr lang="es-ES" i="1" dirty="0"/>
                  <a:t> se considera aplicable para valores n&gt;30 y 0.05 ≤ p ≤ 0.95. Pero otros autores establecen que la aproximación es buena cuando n≥30, np≥5; y otros autores establecen n&gt;50 y p con un valor cercano a 0.5.</a:t>
                </a:r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92889"/>
              </a:xfrm>
              <a:blipFill>
                <a:blip r:embed="rId2"/>
                <a:stretch>
                  <a:fillRect l="-928" t="-3177" r="-1275" b="-3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9392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8C011-C5CF-2754-3C55-0678C77D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Aproximación Normal-Binomial (ejemplos)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4B38E-870D-21D4-780F-A48F0311B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1D373C-5C2E-B1BF-8D37-0B510D55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D1E207-0660-1430-3950-80AC59BB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33" y="1690688"/>
            <a:ext cx="7983876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509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Corrección de continuidad</a:t>
            </a:r>
            <a:endParaRPr lang="es-E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Se necesita una corrección cuando se aproxima una distribución discreta (Binomial en este caso) por una distribución continua (Normal).</a:t>
                </a:r>
              </a:p>
              <a:p>
                <a:r>
                  <a:rPr lang="es-ES" dirty="0"/>
                  <a:t>Hay que recordar que la probabilidad P {X = x} puede ser positiva si X es discreta, mientras que siempre es 0 para X continua.</a:t>
                </a:r>
              </a:p>
              <a:p>
                <a:r>
                  <a:rPr lang="es-ES" dirty="0"/>
                  <a:t>Por lo tanto, un uso directo de la aproximación Normal siempre aproximará esta probabilidad por 0, que es una mala aproximación.</a:t>
                </a:r>
              </a:p>
              <a:p>
                <a:r>
                  <a:rPr lang="es-ES" dirty="0"/>
                  <a:t>Esto se resuelve introduciendo una corrección de continuidad:</a:t>
                </a:r>
              </a:p>
              <a:p>
                <a:pPr lvl="1"/>
                <a:r>
                  <a:rPr lang="es-ES" dirty="0"/>
                  <a:t>Para una variable Binomial X, hay que expandir el intervalo en 0.5 unidades en cada dirección antes de calcular la aproximación Normal: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−0.5&lt;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+0.5}</m:t>
                    </m:r>
                  </m:oMath>
                </a14:m>
                <a:endParaRPr lang="es-E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−0.5</m:t>
                        </m:r>
                      </m:e>
                    </m:d>
                  </m:oMath>
                </a14:m>
                <a:endParaRPr lang="es-ES" b="0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+0.5</m:t>
                        </m:r>
                      </m:e>
                    </m:d>
                  </m:oMath>
                </a14:m>
                <a:endParaRPr lang="es-ES" b="0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+0.5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−0.5</m:t>
                        </m:r>
                      </m:e>
                    </m:d>
                  </m:oMath>
                </a14:m>
                <a:endParaRPr lang="es-ES" b="0" dirty="0"/>
              </a:p>
              <a:p>
                <a:pPr lvl="2"/>
                <a:endParaRPr lang="es-ES" b="0" dirty="0"/>
              </a:p>
              <a:p>
                <a:pPr lvl="2"/>
                <a:endParaRPr lang="es-ES" b="0" dirty="0"/>
              </a:p>
              <a:p>
                <a:pPr lvl="2"/>
                <a:endParaRPr lang="es-ES" b="0" dirty="0"/>
              </a:p>
              <a:p>
                <a:endParaRPr lang="es-ES" b="0" dirty="0"/>
              </a:p>
              <a:p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144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6266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8F255-4FC3-BA70-C9A7-95A47AEE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Ejemplo 4.15 (Ataques de virus)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57793F-BB34-6041-E6D4-47300237A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sz="2800" dirty="0"/>
              <a:t>Un nuevo virus informático ataca una carpeta que tiene 200 archivos.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sz="2800" dirty="0"/>
              <a:t>Cada archivo se daña con probabilidad 0.2 independientemente de otros archivos.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sz="2800" dirty="0"/>
              <a:t>¿Cuál es la probabilidad de que menos de 50 archivos se dañen?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73A2CD-5936-112C-E042-AA6AECAC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98015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8F255-4FC3-BA70-C9A7-95A47AEE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Ejemplo 4.15 (Solución)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957793F-BB34-6041-E6D4-47300237A4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X: Número de archivos dañados </a:t>
                </a:r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:r>
                  <a:rPr lang="es-ES" dirty="0"/>
                  <a:t>Binomial(n = 200, p = 0.2)</a:t>
                </a:r>
              </a:p>
              <a:p>
                <a:r>
                  <a:rPr lang="es-ES" dirty="0"/>
                  <a:t>μ = </a:t>
                </a:r>
                <a:r>
                  <a:rPr lang="es-ES" dirty="0" err="1"/>
                  <a:t>np</a:t>
                </a:r>
                <a:r>
                  <a:rPr lang="es-ES" dirty="0"/>
                  <a:t> = 40, y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𝑛𝑝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=5.657</m:t>
                    </m:r>
                  </m:oMath>
                </a14:m>
                <a:r>
                  <a:rPr lang="es-ES" dirty="0"/>
                  <a:t>.</a:t>
                </a:r>
              </a:p>
              <a:p>
                <a:r>
                  <a:rPr lang="es-ES" dirty="0"/>
                  <a:t>Aplicando directamente la fórmula de la Binomial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&lt;50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≤49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𝟗𝟓𝟎𝟔</m:t>
                    </m:r>
                  </m:oMath>
                </a14:m>
                <a:endParaRPr lang="es-ES" b="1" dirty="0"/>
              </a:p>
              <a:p>
                <a:pPr lvl="2"/>
                <a:r>
                  <a:rPr lang="es-ES" i="1" dirty="0"/>
                  <a:t>Usando un software como R, porque la Tabla A2 sólo llega hasta n=25 </a:t>
                </a:r>
              </a:p>
              <a:p>
                <a:r>
                  <a:rPr lang="es-ES" dirty="0"/>
                  <a:t>Aplicando el Teorema Central del Límite con la corrección de continuidad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&lt;50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&lt;49.5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−40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5.657</m:t>
                            </m:r>
                          </m:den>
                        </m:f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49.5−40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5.657</m:t>
                            </m:r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1.68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𝟗𝟓𝟑𝟓</m:t>
                    </m:r>
                  </m:oMath>
                </a14:m>
                <a:endParaRPr lang="es-ES" b="1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s-ES" i="1" dirty="0"/>
                  <a:t>Usando la Tabla A4 (fila 1.6 con columna 0.08) </a:t>
                </a:r>
              </a:p>
              <a:p>
                <a:pPr lvl="2"/>
                <a:endParaRPr lang="es-ES" i="1" dirty="0"/>
              </a:p>
              <a:p>
                <a:pPr lvl="2"/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957793F-BB34-6041-E6D4-47300237A4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73A2CD-5936-112C-E042-AA6AECAC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0639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1A0CB-8F63-2C41-7C33-C8F112F6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Ejemplo 4.15 (Corrección de continuidad)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48253A-423C-DEA3-F44F-F97FCA772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Tener en cuenta que la corrección de continuidad correctamente aplicada reemplaza 50 por 49.5, no por 50.5. </a:t>
            </a:r>
          </a:p>
          <a:p>
            <a:r>
              <a:rPr lang="es-ES" dirty="0"/>
              <a:t>Estamos interesados en el caso de que X sea estrictamente inferior a 50. </a:t>
            </a:r>
          </a:p>
          <a:p>
            <a:r>
              <a:rPr lang="es-ES" dirty="0"/>
              <a:t>Esto incluye todos los valores hasta 49 y corresponde al intervalo [0, 49] que expandimos a [0, 49.5]. </a:t>
            </a:r>
          </a:p>
          <a:p>
            <a:r>
              <a:rPr lang="es-ES" dirty="0"/>
              <a:t>A ser X una variable discreta, los sucesos {X &lt;50} y {X &lt; 49.5} son los mismos; incluyen los mismos valores posibles de X. </a:t>
            </a:r>
          </a:p>
          <a:p>
            <a:r>
              <a:rPr lang="es-ES" dirty="0"/>
              <a:t>Los sucesos {X &lt;50} y {X &lt;50.5} son diferentes porque el primero incluye X = 50, y el segundo no. </a:t>
            </a:r>
          </a:p>
          <a:p>
            <a:r>
              <a:rPr lang="es-ES" dirty="0"/>
              <a:t>Reemplazar {X &lt; 50} con {X &lt;50.5} habría cambiado su probabilidad y habría dado una respuesta incorrecta.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2F5BF-DFCC-97A8-E66D-A4B40786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95968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8. Teorema Central del Límite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4.23 a 4.28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respuestas</a:t>
            </a:r>
            <a:r>
              <a:rPr lang="en-US" altLang="es-ES" sz="2400" dirty="0"/>
              <a:t> de 4.24 y 4.28 </a:t>
            </a:r>
            <a:r>
              <a:rPr lang="en-US" altLang="es-ES" sz="2400" dirty="0" err="1"/>
              <a:t>están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disponibles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340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EDF4D-B236-74FA-4B5C-44DE47FE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Distribución T de </a:t>
            </a:r>
            <a:r>
              <a:rPr lang="es-ES" dirty="0" err="1"/>
              <a:t>Student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B98784-F211-A411-AC82-043655B5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>
                <a:hlinkClick r:id="rId2"/>
              </a:rPr>
              <a:t>distribución</a:t>
            </a:r>
            <a:r>
              <a:rPr lang="en-US" dirty="0">
                <a:hlinkClick r:id="rId2"/>
              </a:rPr>
              <a:t> T</a:t>
            </a:r>
            <a:r>
              <a:rPr lang="en-US" dirty="0"/>
              <a:t>, </a:t>
            </a:r>
            <a:r>
              <a:rPr lang="en-US" altLang="es-ES" sz="2600" dirty="0" err="1"/>
              <a:t>también</a:t>
            </a:r>
            <a:r>
              <a:rPr lang="en-US" altLang="es-ES" sz="2600" dirty="0"/>
              <a:t> </a:t>
            </a:r>
            <a:r>
              <a:rPr lang="en-US" altLang="es-ES" sz="2600" dirty="0" err="1"/>
              <a:t>conocida</a:t>
            </a:r>
            <a:r>
              <a:rPr lang="en-US" altLang="es-ES" sz="2600" dirty="0"/>
              <a:t> </a:t>
            </a:r>
            <a:r>
              <a:rPr lang="en-US" altLang="es-ES" sz="2600" dirty="0" err="1"/>
              <a:t>como</a:t>
            </a:r>
            <a:r>
              <a:rPr lang="en-US" altLang="es-ES" sz="2600" dirty="0"/>
              <a:t> T de Student, es un </a:t>
            </a:r>
            <a:r>
              <a:rPr lang="en-US" altLang="es-ES" sz="2600" dirty="0" err="1"/>
              <a:t>tipo</a:t>
            </a:r>
            <a:r>
              <a:rPr lang="en-US" altLang="es-ES" sz="2600" dirty="0"/>
              <a:t> de </a:t>
            </a:r>
            <a:r>
              <a:rPr lang="en-US" altLang="es-ES" sz="2600" dirty="0" err="1"/>
              <a:t>distribución</a:t>
            </a:r>
            <a:r>
              <a:rPr lang="en-US" altLang="es-ES" sz="2600" dirty="0"/>
              <a:t> de </a:t>
            </a:r>
            <a:r>
              <a:rPr lang="en-US" altLang="es-ES" sz="2600" dirty="0" err="1"/>
              <a:t>probabilidad</a:t>
            </a:r>
            <a:r>
              <a:rPr lang="en-US" altLang="es-ES" sz="2600" dirty="0"/>
              <a:t> que es similar a la </a:t>
            </a:r>
            <a:r>
              <a:rPr lang="en-US" altLang="es-ES" sz="2600" dirty="0" err="1"/>
              <a:t>distribución</a:t>
            </a:r>
            <a:r>
              <a:rPr lang="en-US" altLang="es-ES" sz="2600" dirty="0"/>
              <a:t> Normal con </a:t>
            </a:r>
            <a:r>
              <a:rPr lang="en-US" altLang="es-ES" sz="2600" dirty="0" err="1"/>
              <a:t>su</a:t>
            </a:r>
            <a:r>
              <a:rPr lang="en-US" altLang="es-ES" sz="2600" dirty="0"/>
              <a:t> forma de campana </a:t>
            </a:r>
            <a:r>
              <a:rPr lang="en-US" altLang="es-ES" sz="2600" dirty="0" err="1"/>
              <a:t>pero</a:t>
            </a:r>
            <a:r>
              <a:rPr lang="en-US" altLang="es-ES" sz="2600" dirty="0"/>
              <a:t> </a:t>
            </a:r>
            <a:r>
              <a:rPr lang="en-US" altLang="es-ES" sz="2600" dirty="0" err="1"/>
              <a:t>tiene</a:t>
            </a:r>
            <a:r>
              <a:rPr lang="en-US" altLang="es-ES" sz="2600" dirty="0"/>
              <a:t> colas </a:t>
            </a:r>
            <a:r>
              <a:rPr lang="en-US" altLang="es-ES" sz="2600" dirty="0" err="1"/>
              <a:t>más</a:t>
            </a:r>
            <a:r>
              <a:rPr lang="en-US" altLang="es-ES" sz="2600" dirty="0"/>
              <a:t> </a:t>
            </a:r>
            <a:r>
              <a:rPr lang="en-US" altLang="es-ES" sz="2600" dirty="0" err="1"/>
              <a:t>pesadas</a:t>
            </a:r>
            <a:r>
              <a:rPr lang="en-US" altLang="es-ES" sz="26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200" dirty="0"/>
              <a:t>La </a:t>
            </a:r>
            <a:r>
              <a:rPr lang="en-US" altLang="es-ES" sz="2200" dirty="0" err="1"/>
              <a:t>distribución</a:t>
            </a:r>
            <a:r>
              <a:rPr lang="en-US" altLang="es-ES" sz="2200" dirty="0"/>
              <a:t> T de Student </a:t>
            </a:r>
            <a:r>
              <a:rPr lang="en-US" altLang="es-ES" sz="2200" dirty="0" err="1"/>
              <a:t>tiene</a:t>
            </a:r>
            <a:r>
              <a:rPr lang="en-US" altLang="es-ES" sz="2200" dirty="0"/>
              <a:t> </a:t>
            </a:r>
            <a:r>
              <a:rPr lang="en-US" altLang="es-ES" sz="2200" dirty="0" err="1"/>
              <a:t>una</a:t>
            </a:r>
            <a:r>
              <a:rPr lang="en-US" altLang="es-ES" sz="2200" dirty="0"/>
              <a:t> mayor </a:t>
            </a:r>
            <a:r>
              <a:rPr lang="en-US" altLang="es-ES" sz="2200" dirty="0" err="1"/>
              <a:t>probabilidad</a:t>
            </a:r>
            <a:r>
              <a:rPr lang="en-US" altLang="es-ES" sz="2200" dirty="0"/>
              <a:t> de </a:t>
            </a:r>
            <a:r>
              <a:rPr lang="en-US" altLang="es-ES" sz="2200" dirty="0" err="1"/>
              <a:t>valores</a:t>
            </a:r>
            <a:r>
              <a:rPr lang="en-US" altLang="es-ES" sz="2200" dirty="0"/>
              <a:t> </a:t>
            </a:r>
            <a:r>
              <a:rPr lang="en-US" altLang="es-ES" sz="2200" dirty="0" err="1"/>
              <a:t>extremos</a:t>
            </a:r>
            <a:r>
              <a:rPr lang="en-US" altLang="es-ES" sz="2200" dirty="0"/>
              <a:t> que la </a:t>
            </a:r>
            <a:r>
              <a:rPr lang="en-US" altLang="es-ES" sz="2200" dirty="0" err="1"/>
              <a:t>distribución</a:t>
            </a:r>
            <a:r>
              <a:rPr lang="en-US" altLang="es-ES" sz="2200" dirty="0"/>
              <a:t> Normal, y </a:t>
            </a:r>
            <a:r>
              <a:rPr lang="en-US" altLang="es-ES" sz="2200" dirty="0" err="1"/>
              <a:t>como</a:t>
            </a:r>
            <a:r>
              <a:rPr lang="en-US" altLang="es-ES" sz="2200" dirty="0"/>
              <a:t> </a:t>
            </a:r>
            <a:r>
              <a:rPr lang="en-US" altLang="es-ES" sz="2200" dirty="0" err="1"/>
              <a:t>resultado</a:t>
            </a:r>
            <a:r>
              <a:rPr lang="en-US" altLang="es-ES" sz="2200" dirty="0"/>
              <a:t> </a:t>
            </a:r>
            <a:r>
              <a:rPr lang="en-US" altLang="es-ES" sz="2200" dirty="0" err="1"/>
              <a:t>tiene</a:t>
            </a:r>
            <a:r>
              <a:rPr lang="en-US" altLang="es-ES" sz="2200" dirty="0"/>
              <a:t> colas </a:t>
            </a:r>
            <a:r>
              <a:rPr lang="en-US" altLang="es-ES" sz="2200" dirty="0" err="1"/>
              <a:t>más</a:t>
            </a:r>
            <a:r>
              <a:rPr lang="en-US" altLang="es-ES" sz="2200" dirty="0"/>
              <a:t> </a:t>
            </a:r>
            <a:r>
              <a:rPr lang="en-US" altLang="es-ES" sz="2200" dirty="0" err="1"/>
              <a:t>pesadas</a:t>
            </a:r>
            <a:r>
              <a:rPr lang="en-US" altLang="es-ES" sz="2200" dirty="0"/>
              <a:t>. </a:t>
            </a:r>
          </a:p>
          <a:p>
            <a:pPr lvl="2"/>
            <a:r>
              <a:rPr lang="en-US" altLang="es-ES" sz="1800" dirty="0"/>
              <a:t>Las colas son los </a:t>
            </a:r>
            <a:r>
              <a:rPr lang="en-US" altLang="es-ES" sz="1800" dirty="0" err="1"/>
              <a:t>extremos</a:t>
            </a:r>
            <a:r>
              <a:rPr lang="en-US" altLang="es-ES" sz="1800" dirty="0"/>
              <a:t> </a:t>
            </a:r>
            <a:r>
              <a:rPr lang="en-US" altLang="es-ES" sz="1800" dirty="0" err="1"/>
              <a:t>izquierdo</a:t>
            </a:r>
            <a:r>
              <a:rPr lang="en-US" altLang="es-ES" sz="1800" dirty="0"/>
              <a:t> y derecho de la </a:t>
            </a:r>
            <a:r>
              <a:rPr lang="en-US" altLang="es-ES" sz="1800" dirty="0" err="1"/>
              <a:t>gráfica</a:t>
            </a:r>
            <a:r>
              <a:rPr lang="en-US" altLang="es-ES" sz="1800" dirty="0"/>
              <a:t> de la </a:t>
            </a:r>
            <a:r>
              <a:rPr lang="en-US" altLang="es-ES" sz="1800" dirty="0" err="1"/>
              <a:t>función</a:t>
            </a:r>
            <a:r>
              <a:rPr lang="en-US" altLang="es-ES" sz="1800" dirty="0"/>
              <a:t> de </a:t>
            </a:r>
            <a:r>
              <a:rPr lang="en-US" altLang="es-ES" sz="1800" dirty="0" err="1"/>
              <a:t>densidad</a:t>
            </a:r>
            <a:r>
              <a:rPr lang="en-US" altLang="es-ES" sz="1800" dirty="0"/>
              <a:t> de </a:t>
            </a:r>
            <a:r>
              <a:rPr lang="en-US" altLang="es-ES" sz="1800" dirty="0" err="1"/>
              <a:t>probabilidad</a:t>
            </a:r>
            <a:r>
              <a:rPr lang="en-US" altLang="es-ES" sz="1800" dirty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200" dirty="0"/>
              <a:t>La </a:t>
            </a:r>
            <a:r>
              <a:rPr lang="en-US" altLang="es-ES" sz="2200" dirty="0" err="1"/>
              <a:t>pesadez</a:t>
            </a:r>
            <a:r>
              <a:rPr lang="en-US" altLang="es-ES" sz="2200" dirty="0"/>
              <a:t> de las colas </a:t>
            </a:r>
            <a:r>
              <a:rPr lang="en-US" altLang="es-ES" sz="2200" dirty="0" err="1"/>
              <a:t>está</a:t>
            </a:r>
            <a:r>
              <a:rPr lang="en-US" altLang="es-ES" sz="2200" dirty="0"/>
              <a:t> </a:t>
            </a:r>
            <a:r>
              <a:rPr lang="en-US" altLang="es-ES" sz="2200" dirty="0" err="1"/>
              <a:t>determinada</a:t>
            </a:r>
            <a:r>
              <a:rPr lang="en-US" altLang="es-ES" sz="2200" dirty="0"/>
              <a:t> </a:t>
            </a:r>
            <a:r>
              <a:rPr lang="en-US" altLang="es-ES" sz="2200" dirty="0" err="1"/>
              <a:t>por</a:t>
            </a:r>
            <a:r>
              <a:rPr lang="en-US" altLang="es-ES" sz="2200" dirty="0"/>
              <a:t> un </a:t>
            </a:r>
            <a:r>
              <a:rPr lang="en-US" altLang="es-ES" sz="2200" dirty="0" err="1"/>
              <a:t>parámetro</a:t>
            </a:r>
            <a:r>
              <a:rPr lang="en-US" altLang="es-ES" sz="2200" dirty="0"/>
              <a:t> de la </a:t>
            </a:r>
            <a:r>
              <a:rPr lang="en-US" altLang="es-ES" sz="2200" dirty="0" err="1"/>
              <a:t>distribución</a:t>
            </a:r>
            <a:r>
              <a:rPr lang="en-US" altLang="es-ES" sz="2200" dirty="0"/>
              <a:t> T de Student </a:t>
            </a:r>
            <a:r>
              <a:rPr lang="en-US" altLang="es-ES" sz="2200" dirty="0" err="1"/>
              <a:t>llamado</a:t>
            </a:r>
            <a:r>
              <a:rPr lang="en-US" altLang="es-ES" sz="2200" dirty="0"/>
              <a:t> “</a:t>
            </a:r>
            <a:r>
              <a:rPr lang="en-US" altLang="es-ES" sz="2200" dirty="0" err="1"/>
              <a:t>grados</a:t>
            </a:r>
            <a:r>
              <a:rPr lang="en-US" altLang="es-ES" sz="2200" dirty="0"/>
              <a:t> de </a:t>
            </a:r>
            <a:r>
              <a:rPr lang="en-US" altLang="es-ES" sz="2200" dirty="0" err="1"/>
              <a:t>libertad</a:t>
            </a:r>
            <a:r>
              <a:rPr lang="en-US" altLang="es-ES" sz="2200" dirty="0"/>
              <a:t>”:</a:t>
            </a:r>
          </a:p>
          <a:p>
            <a:pPr lvl="2"/>
            <a:r>
              <a:rPr lang="en-US" altLang="es-ES" sz="1800" dirty="0" err="1"/>
              <a:t>valores</a:t>
            </a:r>
            <a:r>
              <a:rPr lang="en-US" altLang="es-ES" sz="1800" dirty="0"/>
              <a:t> </a:t>
            </a:r>
            <a:r>
              <a:rPr lang="en-US" altLang="es-ES" sz="1800" dirty="0" err="1"/>
              <a:t>más</a:t>
            </a:r>
            <a:r>
              <a:rPr lang="en-US" altLang="es-ES" sz="1800" dirty="0"/>
              <a:t> </a:t>
            </a:r>
            <a:r>
              <a:rPr lang="en-US" altLang="es-ES" sz="1800" dirty="0" err="1"/>
              <a:t>pequeños</a:t>
            </a:r>
            <a:r>
              <a:rPr lang="en-US" altLang="es-ES" sz="1800" dirty="0"/>
              <a:t> dan </a:t>
            </a:r>
            <a:r>
              <a:rPr lang="en-US" altLang="es-ES" sz="1800" dirty="0" err="1"/>
              <a:t>lugar</a:t>
            </a:r>
            <a:r>
              <a:rPr lang="en-US" altLang="es-ES" sz="1800" dirty="0"/>
              <a:t> a colas </a:t>
            </a:r>
            <a:r>
              <a:rPr lang="en-US" altLang="es-ES" sz="1800" dirty="0" err="1"/>
              <a:t>por</a:t>
            </a:r>
            <a:r>
              <a:rPr lang="en-US" altLang="es-ES" sz="1800" dirty="0"/>
              <a:t> </a:t>
            </a:r>
            <a:r>
              <a:rPr lang="en-US" altLang="es-ES" sz="1800" dirty="0" err="1"/>
              <a:t>encima</a:t>
            </a:r>
            <a:r>
              <a:rPr lang="en-US" altLang="es-ES" sz="1800" dirty="0"/>
              <a:t> de la </a:t>
            </a:r>
            <a:r>
              <a:rPr lang="en-US" altLang="es-ES" sz="1800" dirty="0" err="1"/>
              <a:t>distribución</a:t>
            </a:r>
            <a:r>
              <a:rPr lang="en-US" altLang="es-ES" sz="1800" dirty="0"/>
              <a:t> Normal </a:t>
            </a:r>
            <a:r>
              <a:rPr lang="en-US" altLang="es-ES" sz="1800" dirty="0" err="1"/>
              <a:t>estándar</a:t>
            </a:r>
            <a:r>
              <a:rPr lang="en-US" altLang="es-ES" sz="1800" dirty="0"/>
              <a:t> N(0,1) </a:t>
            </a:r>
          </a:p>
          <a:p>
            <a:pPr lvl="2"/>
            <a:r>
              <a:rPr lang="en-US" altLang="es-ES" sz="1800" dirty="0" err="1"/>
              <a:t>valores</a:t>
            </a:r>
            <a:r>
              <a:rPr lang="en-US" altLang="es-ES" sz="1800" dirty="0"/>
              <a:t> </a:t>
            </a:r>
            <a:r>
              <a:rPr lang="en-US" altLang="es-ES" sz="1800" dirty="0" err="1"/>
              <a:t>más</a:t>
            </a:r>
            <a:r>
              <a:rPr lang="en-US" altLang="es-ES" sz="1800" dirty="0"/>
              <a:t> altos </a:t>
            </a:r>
            <a:r>
              <a:rPr lang="en-US" altLang="es-ES" sz="1800" dirty="0" err="1"/>
              <a:t>hacen</a:t>
            </a:r>
            <a:r>
              <a:rPr lang="en-US" altLang="es-ES" sz="1800" dirty="0"/>
              <a:t> que la </a:t>
            </a:r>
            <a:r>
              <a:rPr lang="en-US" altLang="es-ES" sz="1800" dirty="0" err="1"/>
              <a:t>distribución</a:t>
            </a:r>
            <a:r>
              <a:rPr lang="en-US" altLang="es-ES" sz="1800" dirty="0"/>
              <a:t> se </a:t>
            </a:r>
            <a:r>
              <a:rPr lang="en-US" altLang="es-ES" sz="1800" dirty="0" err="1"/>
              <a:t>aproxime</a:t>
            </a:r>
            <a:r>
              <a:rPr lang="en-US" altLang="es-ES" sz="1800" dirty="0"/>
              <a:t> a </a:t>
            </a:r>
            <a:r>
              <a:rPr lang="en-US" altLang="es-ES" sz="1800" dirty="0" err="1"/>
              <a:t>una</a:t>
            </a:r>
            <a:r>
              <a:rPr lang="en-US" altLang="es-ES" sz="1800" dirty="0"/>
              <a:t> </a:t>
            </a:r>
            <a:r>
              <a:rPr lang="en-US" altLang="es-ES" sz="1800" dirty="0" err="1"/>
              <a:t>distribución</a:t>
            </a:r>
            <a:r>
              <a:rPr lang="en-US" altLang="es-ES" sz="1800" dirty="0"/>
              <a:t> normal </a:t>
            </a:r>
            <a:r>
              <a:rPr lang="en-US" altLang="es-ES" sz="1800" dirty="0" err="1"/>
              <a:t>estándar</a:t>
            </a:r>
            <a:r>
              <a:rPr lang="en-US" altLang="es-ES" sz="1800" dirty="0"/>
              <a:t> N(0,1)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600" dirty="0"/>
              <a:t>La </a:t>
            </a:r>
            <a:r>
              <a:rPr lang="en-US" altLang="es-ES" sz="2600" dirty="0" err="1"/>
              <a:t>distribución</a:t>
            </a:r>
            <a:r>
              <a:rPr lang="en-US" altLang="es-ES" sz="2600" dirty="0"/>
              <a:t> T de Student es </a:t>
            </a:r>
            <a:r>
              <a:rPr lang="en-US" altLang="es-ES" sz="2600" dirty="0" err="1"/>
              <a:t>ampliamente</a:t>
            </a:r>
            <a:r>
              <a:rPr lang="en-US" altLang="es-ES" sz="2600" dirty="0"/>
              <a:t> </a:t>
            </a:r>
            <a:r>
              <a:rPr lang="en-US" altLang="es-ES" sz="2600" dirty="0" err="1"/>
              <a:t>utilizada</a:t>
            </a:r>
            <a:r>
              <a:rPr lang="en-US" altLang="es-ES" sz="2600" dirty="0"/>
              <a:t> en </a:t>
            </a:r>
            <a:r>
              <a:rPr lang="en-US" altLang="es-ES" sz="2600" dirty="0" err="1"/>
              <a:t>inferencia</a:t>
            </a:r>
            <a:r>
              <a:rPr lang="en-US" altLang="es-ES" sz="2600" dirty="0"/>
              <a:t> </a:t>
            </a:r>
            <a:r>
              <a:rPr lang="en-US" altLang="es-ES" sz="2600" dirty="0" err="1"/>
              <a:t>estadística</a:t>
            </a:r>
            <a:r>
              <a:rPr lang="en-US" altLang="es-ES" sz="2600" dirty="0"/>
              <a:t>, </a:t>
            </a:r>
            <a:r>
              <a:rPr lang="en-US" altLang="es-ES" sz="2600" dirty="0" err="1"/>
              <a:t>especialmente</a:t>
            </a:r>
            <a:r>
              <a:rPr lang="en-US" altLang="es-ES" sz="2600" dirty="0"/>
              <a:t> en </a:t>
            </a:r>
            <a:r>
              <a:rPr lang="en-US" altLang="es-ES" sz="2600" dirty="0" err="1"/>
              <a:t>pruebas</a:t>
            </a:r>
            <a:r>
              <a:rPr lang="en-US" altLang="es-ES" sz="2600" dirty="0"/>
              <a:t> de </a:t>
            </a:r>
            <a:r>
              <a:rPr lang="en-US" altLang="es-ES" sz="2600" dirty="0" err="1"/>
              <a:t>hipótesis</a:t>
            </a:r>
            <a:r>
              <a:rPr lang="en-US" altLang="es-ES" sz="2600" dirty="0"/>
              <a:t> y en la </a:t>
            </a:r>
            <a:r>
              <a:rPr lang="en-US" altLang="es-ES" sz="2600" dirty="0" err="1"/>
              <a:t>construcción</a:t>
            </a:r>
            <a:r>
              <a:rPr lang="en-US" altLang="es-ES" sz="2600" dirty="0"/>
              <a:t> de </a:t>
            </a:r>
            <a:r>
              <a:rPr lang="en-US" altLang="es-ES" sz="2600" dirty="0" err="1"/>
              <a:t>intervalos</a:t>
            </a:r>
            <a:r>
              <a:rPr lang="en-US" altLang="es-ES" sz="2600" dirty="0"/>
              <a:t> de </a:t>
            </a:r>
            <a:r>
              <a:rPr lang="en-US" altLang="es-ES" sz="2600" dirty="0" err="1"/>
              <a:t>confianza</a:t>
            </a:r>
            <a:r>
              <a:rPr lang="en-US" altLang="es-ES" sz="26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600" dirty="0"/>
              <a:t>La </a:t>
            </a:r>
            <a:r>
              <a:rPr lang="en-US" altLang="es-ES" sz="2600" dirty="0" err="1"/>
              <a:t>distribución</a:t>
            </a:r>
            <a:r>
              <a:rPr lang="en-US" altLang="es-ES" sz="2600" dirty="0"/>
              <a:t> T de Student </a:t>
            </a:r>
            <a:r>
              <a:rPr lang="en-US" altLang="es-ES" sz="2600" dirty="0" err="1"/>
              <a:t>fue</a:t>
            </a:r>
            <a:r>
              <a:rPr lang="en-US" altLang="es-ES" sz="2600" dirty="0"/>
              <a:t> </a:t>
            </a:r>
            <a:r>
              <a:rPr lang="en-US" altLang="es-ES" sz="2600" dirty="0" err="1"/>
              <a:t>propuesta</a:t>
            </a:r>
            <a:r>
              <a:rPr lang="en-US" altLang="es-ES" sz="2600" dirty="0"/>
              <a:t> </a:t>
            </a:r>
            <a:r>
              <a:rPr lang="en-US" altLang="es-ES" sz="2600" dirty="0" err="1"/>
              <a:t>por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William Gosset</a:t>
            </a:r>
            <a:endParaRPr lang="en-US" dirty="0"/>
          </a:p>
          <a:p>
            <a:endParaRPr lang="en-U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3DB867-134E-49F6-971A-6D0F8A25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94451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Distribución T de </a:t>
            </a:r>
            <a:r>
              <a:rPr lang="es-ES" dirty="0" err="1"/>
              <a:t>Student</a:t>
            </a:r>
            <a:br>
              <a:rPr lang="es-ES" dirty="0"/>
            </a:br>
            <a:r>
              <a:rPr lang="es-ES" dirty="0"/>
              <a:t>Resumen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0318"/>
                <a:ext cx="9618233" cy="4742557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s-ES" dirty="0"/>
                  <a:t>X: Variable aleatoria con distribución T de </a:t>
                </a:r>
                <a:r>
                  <a:rPr lang="es-ES" dirty="0" err="1"/>
                  <a:t>Student</a:t>
                </a:r>
                <a:r>
                  <a:rPr lang="es-ES" dirty="0"/>
                  <a:t>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i="1" dirty="0"/>
              </a:p>
              <a:p>
                <a:r>
                  <a:rPr lang="es-ES" dirty="0"/>
                  <a:t>Parámetros</a:t>
                </a:r>
              </a:p>
              <a:p>
                <a:pPr lvl="1"/>
                <a:r>
                  <a:rPr lang="el-GR" i="1" dirty="0"/>
                  <a:t>𝜈</a:t>
                </a:r>
                <a:r>
                  <a:rPr lang="es-ES" i="1" dirty="0"/>
                  <a:t> = número de grados de libertad ∈ (0, + ∞)</a:t>
                </a:r>
              </a:p>
              <a:p>
                <a:r>
                  <a:rPr lang="es-ES" dirty="0"/>
                  <a:t>Rango de valores</a:t>
                </a:r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&lt;∞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𝜈𝜋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     donde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s-E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es-ES" dirty="0"/>
                  <a:t>es la </a:t>
                </a:r>
                <a:r>
                  <a:rPr lang="es-ES" dirty="0">
                    <a:hlinkClick r:id="rId2"/>
                  </a:rPr>
                  <a:t>función Gamma</a:t>
                </a:r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𝜈𝜋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s-ES" dirty="0"/>
                  <a:t>    (Tabla A5 del libro)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Relación con otras distribuciones</a:t>
                </a:r>
              </a:p>
              <a:p>
                <a:pPr lvl="1">
                  <a:tabLst>
                    <a:tab pos="2784475" algn="l"/>
                  </a:tabLst>
                </a:pPr>
                <a:r>
                  <a:rPr lang="es-ES" dirty="0"/>
                  <a:t>Se aproxima a la distribución Normal estándar </a:t>
                </a:r>
                <a:r>
                  <a:rPr lang="en-US" dirty="0"/>
                  <a:t>N(0,1) </a:t>
                </a:r>
                <a:r>
                  <a:rPr lang="es-ES" dirty="0"/>
                  <a:t>cuando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0318"/>
                <a:ext cx="9618233" cy="4742557"/>
              </a:xfrm>
              <a:blipFill>
                <a:blip r:embed="rId3"/>
                <a:stretch>
                  <a:fillRect l="-444" t="-2185" b="-10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25884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18A4299-CD3E-B843-4CB3-8824C0F22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357" y="2011168"/>
            <a:ext cx="8221492" cy="485434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356CA6-E15A-8403-7CBB-921953CC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Distribución T de </a:t>
            </a:r>
            <a:r>
              <a:rPr lang="es-ES" dirty="0" err="1"/>
              <a:t>Student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Efectos de diferentes valores para </a:t>
            </a:r>
            <a:r>
              <a:rPr lang="en-US" i="1" dirty="0"/>
              <a:t>ν</a:t>
            </a:r>
            <a:endParaRPr lang="es-ES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D3DAD3-5D99-9392-E93F-F03CFDBB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4999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Para valores grandes de ν, es aproximadamente una Normal estándar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17BEA8-9C21-B911-1EEE-5BB9D85A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97087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EDF4D-B236-74FA-4B5C-44DE47FE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10. Distribución Chi-cuadrado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B98784-F211-A411-AC82-043655B545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La suma de los cuadrados de variables aleatorias normales independientes e idénticamente distribuidas es una variable con distribución Chi-cuadrado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dirty="0"/>
                  <a:t>) </a:t>
                </a:r>
              </a:p>
              <a:p>
                <a:r>
                  <a:rPr lang="es-ES" dirty="0"/>
                  <a:t>La distribución Chi-cuadrado fue propuesta </a:t>
                </a:r>
                <a:r>
                  <a:rPr lang="en-US" dirty="0">
                    <a:hlinkClick r:id="rId2"/>
                  </a:rPr>
                  <a:t>Karl Pearson </a:t>
                </a:r>
                <a:endParaRPr lang="en-US" dirty="0"/>
              </a:p>
              <a:p>
                <a:r>
                  <a:rPr lang="es-ES" dirty="0"/>
                  <a:t>La distribución Chi-cuadrado es un caso especial de la distribución Gamma y es muy utilizadas en inferencia estadística, especialmente en la prueba de hipótesis y en la construcción de intervalos de confianza</a:t>
                </a:r>
                <a:endParaRPr lang="en-U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B98784-F211-A411-AC82-043655B545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3DB867-134E-49F6-971A-6D0F8A25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61828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10. Distribución Chi-cuadrado</a:t>
            </a:r>
            <a:br>
              <a:rPr lang="es-ES" dirty="0"/>
            </a:br>
            <a:r>
              <a:rPr lang="es-ES" dirty="0"/>
              <a:t>Resumen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0318"/>
                <a:ext cx="9618233" cy="524215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s-ES" dirty="0"/>
                  <a:t>X: Variable aleatoria con distribución Chi-cuadrado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i="1" dirty="0"/>
              </a:p>
              <a:p>
                <a:r>
                  <a:rPr lang="es-ES" dirty="0"/>
                  <a:t>Parámetros</a:t>
                </a:r>
              </a:p>
              <a:p>
                <a:pPr lvl="1"/>
                <a:r>
                  <a:rPr lang="el-GR" i="1" dirty="0"/>
                  <a:t>𝜈</a:t>
                </a:r>
                <a:r>
                  <a:rPr lang="es-ES" i="1" dirty="0"/>
                  <a:t> = número de grados de libertad ∈ (0, + ∞)</a:t>
                </a:r>
              </a:p>
              <a:p>
                <a:r>
                  <a:rPr lang="es-ES" dirty="0"/>
                  <a:t>Rango de valores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ctrl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        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</a:rPr>
                          <m:t>donde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s-ES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num>
                                  <m:den>
                                    <m:r>
                                      <a:rPr lang="es-E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d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s-E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s-ES" dirty="0"/>
                  <a:t> es la </a:t>
                </a:r>
                <a:r>
                  <a:rPr lang="es-ES" dirty="0">
                    <a:hlinkClick r:id="rId2"/>
                  </a:rPr>
                  <a:t>función Gamma</a:t>
                </a:r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sSup>
                          <m:sSupPr>
                            <m:ctrlPr>
                              <a:rPr lang="es-E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num>
                                  <m:den>
                                    <m:r>
                                      <a:rPr lang="es-E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s-E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s-E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s-ES" dirty="0"/>
                  <a:t>  (Tabla A6 del libro)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Relación con otras distribuciones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s-ES" dirty="0"/>
                  <a:t>es la suma de 𝜈 variables Normales independientes e idénticamente distribuidas </a:t>
                </a:r>
              </a:p>
              <a:p>
                <a:pPr lvl="1">
                  <a:tabLst>
                    <a:tab pos="2784475" algn="l"/>
                  </a:tabLst>
                </a:pPr>
                <a:r>
                  <a:rPr lang="es-ES" dirty="0"/>
                  <a:t>Es un caso especial de Gamma(α, λ) cuando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s-ES" dirty="0"/>
              </a:p>
              <a:p>
                <a:pPr lvl="1">
                  <a:tabLst>
                    <a:tab pos="2784475" algn="l"/>
                  </a:tabLst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0318"/>
                <a:ext cx="9618233" cy="5242150"/>
              </a:xfrm>
              <a:blipFill>
                <a:blip r:embed="rId3"/>
                <a:stretch>
                  <a:fillRect l="-444" t="-197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9296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56CA6-E15A-8403-7CBB-921953CC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10. Distribución Chi-cuadrado</a:t>
            </a:r>
            <a:br>
              <a:rPr lang="es-ES" dirty="0"/>
            </a:br>
            <a:r>
              <a:rPr lang="es-ES" altLang="es-ES" sz="4400" dirty="0">
                <a:latin typeface="Calibri Light" panose="020F0302020204030204" pitchFamily="34" charset="0"/>
              </a:rPr>
              <a:t>Efecto de diferentes valores para </a:t>
            </a:r>
            <a:r>
              <a:rPr lang="en-US" i="1" dirty="0"/>
              <a:t>ν</a:t>
            </a:r>
            <a:endParaRPr lang="es-ES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D3DAD3-5D99-9392-E93F-F03CFDBB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09999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de Chi-</a:t>
            </a:r>
            <a:r>
              <a:rPr lang="en-US" altLang="es-ES" sz="2800" dirty="0" err="1"/>
              <a:t>cuadrado</a:t>
            </a:r>
            <a:r>
              <a:rPr lang="en-US" altLang="es-ES" sz="2800" dirty="0"/>
              <a:t> </a:t>
            </a:r>
            <a:r>
              <a:rPr lang="en-US" altLang="es-ES" sz="2800" dirty="0" err="1"/>
              <a:t>tiene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asimetría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positiva</a:t>
            </a:r>
            <a:r>
              <a:rPr lang="en-US" altLang="es-ES" sz="2800" dirty="0"/>
              <a:t> o </a:t>
            </a:r>
            <a:r>
              <a:rPr lang="en-US" altLang="es-ES" sz="2800" dirty="0" err="1"/>
              <a:t>hacia</a:t>
            </a:r>
            <a:r>
              <a:rPr lang="en-US" altLang="es-ES" sz="2800" dirty="0"/>
              <a:t> la </a:t>
            </a:r>
            <a:r>
              <a:rPr lang="en-US" altLang="es-ES" sz="2800" dirty="0" err="1"/>
              <a:t>derecha</a:t>
            </a:r>
            <a:r>
              <a:rPr lang="en-US" altLang="es-ES" sz="2800" dirty="0"/>
              <a:t> (</a:t>
            </a:r>
            <a:r>
              <a:rPr lang="en-US" altLang="es-ES" sz="2800" i="1" dirty="0"/>
              <a:t>right-skewed</a:t>
            </a:r>
            <a:r>
              <a:rPr lang="en-US" altLang="es-ES" sz="2800" dirty="0"/>
              <a:t>)</a:t>
            </a:r>
          </a:p>
          <a:p>
            <a:pPr eaLnBrk="1" hangingPunct="1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Para </a:t>
            </a:r>
            <a:r>
              <a:rPr lang="en-US" altLang="es-ES" sz="2800" dirty="0" err="1"/>
              <a:t>grandes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grados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libertad</a:t>
            </a:r>
            <a:r>
              <a:rPr lang="en-US" altLang="es-ES" sz="2800" dirty="0"/>
              <a:t> ν, es </a:t>
            </a:r>
            <a:r>
              <a:rPr lang="en-US" altLang="es-ES" sz="2800" dirty="0" err="1"/>
              <a:t>aproximadamente</a:t>
            </a:r>
            <a:r>
              <a:rPr lang="en-US" altLang="es-ES" sz="2800" dirty="0"/>
              <a:t> normal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17BEA8-9C21-B911-1EEE-5BB9D85A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65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4F862B2-C33A-8AFD-949E-DF3446CC0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88" y="2770562"/>
            <a:ext cx="7502845" cy="395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848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EDF4D-B236-74FA-4B5C-44DE47FE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11. Distribución F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B98784-F211-A411-AC82-043655B54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altLang="es-ES" dirty="0"/>
              <a:t>La división </a:t>
            </a:r>
            <a:r>
              <a:rPr lang="es-ES" altLang="es-ES" sz="2800" dirty="0"/>
              <a:t>de dos variables aleatorias Chi-cuadradas independientes es una variable con distribución F</a:t>
            </a:r>
          </a:p>
          <a:p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F, o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Fisher-</a:t>
            </a:r>
            <a:r>
              <a:rPr lang="en-US" altLang="es-ES" sz="2800" dirty="0" err="1"/>
              <a:t>Snedecor</a:t>
            </a:r>
            <a:r>
              <a:rPr lang="en-US" altLang="es-ES" sz="2800" dirty="0"/>
              <a:t>, </a:t>
            </a:r>
            <a:r>
              <a:rPr lang="en-US" altLang="es-ES" sz="2800" dirty="0" err="1"/>
              <a:t>fue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propuesta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por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Ronald Fisher</a:t>
            </a:r>
            <a:r>
              <a:rPr lang="en-US" dirty="0"/>
              <a:t> y </a:t>
            </a:r>
            <a:r>
              <a:rPr lang="en-US" dirty="0">
                <a:hlinkClick r:id="rId3"/>
              </a:rPr>
              <a:t>George </a:t>
            </a:r>
            <a:r>
              <a:rPr lang="en-US" dirty="0" err="1">
                <a:hlinkClick r:id="rId3"/>
              </a:rPr>
              <a:t>Snedecor</a:t>
            </a:r>
            <a:endParaRPr lang="en-US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F se </a:t>
            </a:r>
            <a:r>
              <a:rPr lang="en-US" altLang="es-ES" sz="2800" dirty="0" err="1"/>
              <a:t>utiliza</a:t>
            </a:r>
            <a:r>
              <a:rPr lang="en-US" altLang="es-ES" sz="2800" dirty="0"/>
              <a:t> en </a:t>
            </a:r>
            <a:r>
              <a:rPr lang="en-US" altLang="es-ES" sz="2800" dirty="0" err="1"/>
              <a:t>inferencia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estadística</a:t>
            </a:r>
            <a:r>
              <a:rPr lang="en-US" altLang="es-ES" sz="2800" dirty="0"/>
              <a:t> para </a:t>
            </a:r>
            <a:r>
              <a:rPr lang="en-US" altLang="es-ES" sz="2800" dirty="0" err="1"/>
              <a:t>pruebas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hipótesis</a:t>
            </a:r>
            <a:r>
              <a:rPr lang="en-US" altLang="es-ES" sz="2800" dirty="0"/>
              <a:t> y </a:t>
            </a:r>
            <a:r>
              <a:rPr lang="en-US" altLang="es-ES" sz="2800" dirty="0" err="1"/>
              <a:t>construcción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intervalos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confianza</a:t>
            </a:r>
            <a:endParaRPr lang="en-U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3DB867-134E-49F6-971A-6D0F8A25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53867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922BE-9229-EE66-05FB-535974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11. Distribución F</a:t>
            </a:r>
            <a:br>
              <a:rPr lang="es-ES" dirty="0"/>
            </a:br>
            <a:r>
              <a:rPr lang="es-ES" dirty="0"/>
              <a:t>Resumen</a:t>
            </a:r>
            <a:endParaRPr lang="es-E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0318"/>
                <a:ext cx="9618233" cy="4742557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s-ES" dirty="0"/>
                  <a:t>X: Variable aleatoria con distribución F </a:t>
                </a:r>
                <a:r>
                  <a:rPr lang="es-ES" dirty="0">
                    <a:sym typeface="Wingdings" panose="05000000000000000000" pitchFamily="2" charset="2"/>
                  </a:rPr>
                  <a:t>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ES" i="1" dirty="0"/>
              </a:p>
              <a:p>
                <a:r>
                  <a:rPr lang="es-ES" dirty="0"/>
                  <a:t>Parámetros</a:t>
                </a:r>
              </a:p>
              <a:p>
                <a:pPr lvl="1"/>
                <a:r>
                  <a:rPr lang="el-GR" i="1" dirty="0"/>
                  <a:t>𝜈</a:t>
                </a:r>
                <a:r>
                  <a:rPr lang="es-ES" i="1" baseline="-25000" dirty="0"/>
                  <a:t>1</a:t>
                </a:r>
                <a:r>
                  <a:rPr lang="es-ES" i="1" dirty="0"/>
                  <a:t>= número de grados de libertad de la variable del numerador &gt; 0</a:t>
                </a:r>
              </a:p>
              <a:p>
                <a:pPr lvl="1"/>
                <a:r>
                  <a:rPr lang="el-GR" i="1" dirty="0"/>
                  <a:t>𝜈</a:t>
                </a:r>
                <a:r>
                  <a:rPr lang="es-ES" i="1" baseline="-25000" dirty="0"/>
                  <a:t>2</a:t>
                </a:r>
                <a:r>
                  <a:rPr lang="es-ES" i="1" dirty="0"/>
                  <a:t> = número de grados de libertad de la variable del numerador &gt; 0</a:t>
                </a:r>
              </a:p>
              <a:p>
                <a:r>
                  <a:rPr lang="es-ES" dirty="0"/>
                  <a:t>Rango de valores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endParaRPr lang="es-ES" i="1" dirty="0"/>
              </a:p>
              <a:p>
                <a:pPr marL="271463" indent="-271463">
                  <a:buFont typeface="Arial" panose="020B0604020202020204" pitchFamily="34" charset="0"/>
                  <a:buChar char="•"/>
                </a:pPr>
                <a:r>
                  <a:rPr lang="es-ES" dirty="0"/>
                  <a:t>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l-G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l-G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</m:e>
                    </m:rad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          donde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s-E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s-ES" dirty="0"/>
                  <a:t> es la </a:t>
                </a:r>
                <a:r>
                  <a:rPr lang="es-ES" dirty="0">
                    <a:hlinkClick r:id="rId2"/>
                  </a:rPr>
                  <a:t>función Gamma</a:t>
                </a:r>
                <a:endParaRPr lang="es-ES" dirty="0"/>
              </a:p>
              <a:p>
                <a:pPr marL="271463" indent="-271463">
                  <a:buFont typeface="Arial" panose="020B0604020202020204" pitchFamily="34" charset="0"/>
                  <a:buChar char="•"/>
                  <a:tabLst>
                    <a:tab pos="2784475" algn="l"/>
                  </a:tabLst>
                </a:pPr>
                <a:r>
                  <a:rPr lang="es-ES" dirty="0"/>
                  <a:t>Función de distribución acumulada (</a:t>
                </a:r>
                <a:r>
                  <a:rPr lang="es-ES" dirty="0" err="1"/>
                  <a:t>cdf</a:t>
                </a:r>
                <a:r>
                  <a:rPr lang="es-ES" dirty="0"/>
                  <a:t>)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den>
                            </m:f>
                          </m:e>
                        </m:ra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s-ES" dirty="0"/>
                  <a:t>  (Tabla A7 del libro)</a:t>
                </a:r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Esperanza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para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&gt;4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Varianza</a:t>
                </a:r>
              </a:p>
              <a:p>
                <a:pPr lvl="1">
                  <a:tabLst>
                    <a:tab pos="2784475" algn="l"/>
                  </a:tabLs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−2)</m:t>
                        </m:r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−4)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para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&gt;4</m:t>
                    </m:r>
                  </m:oMath>
                </a14:m>
                <a:endParaRPr lang="es-ES" dirty="0"/>
              </a:p>
              <a:p>
                <a:pPr>
                  <a:tabLst>
                    <a:tab pos="2784475" algn="l"/>
                  </a:tabLst>
                </a:pPr>
                <a:r>
                  <a:rPr lang="es-ES" dirty="0"/>
                  <a:t>Relación con otras distribuciones</a:t>
                </a:r>
              </a:p>
              <a:p>
                <a:pPr lvl="1">
                  <a:tabLst>
                    <a:tab pos="2784475" algn="l"/>
                  </a:tabLst>
                </a:pPr>
                <a:r>
                  <a:rPr lang="en-US" dirty="0"/>
                  <a:t>Para dos variables </a:t>
                </a:r>
                <a:r>
                  <a:rPr lang="es-ES" dirty="0"/>
                  <a:t>independientes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la division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es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tabLst>
                    <a:tab pos="2784475" algn="l"/>
                  </a:tabLst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3EDF72A-E388-0AA1-3980-F919B87E9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0318"/>
                <a:ext cx="9618233" cy="4742557"/>
              </a:xfrm>
              <a:blipFill>
                <a:blip r:embed="rId3"/>
                <a:stretch>
                  <a:fillRect l="-190" t="-15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46467-C40D-CECC-7747-660A632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77391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9D5DDFE-0D3E-9F2F-ED53-6DC9EF382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33" y="2119462"/>
            <a:ext cx="8049933" cy="47530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356CA6-E15A-8403-7CBB-921953CC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11. Distribución F</a:t>
            </a:r>
            <a:br>
              <a:rPr lang="es-ES" dirty="0"/>
            </a:br>
            <a:r>
              <a:rPr lang="es-ES" dirty="0"/>
              <a:t>Efecto de diferentes valores de </a:t>
            </a:r>
            <a:r>
              <a:rPr lang="en-US" i="1" dirty="0"/>
              <a:t>ν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  <a:r>
              <a:rPr lang="en-US" dirty="0"/>
              <a:t>y </a:t>
            </a:r>
            <a:r>
              <a:rPr lang="en-US" i="1" dirty="0"/>
              <a:t>ν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endParaRPr lang="es-ES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D3DAD3-5D99-9392-E93F-F03CFDBB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651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 </a:t>
            </a:r>
            <a:r>
              <a:rPr lang="en-US" altLang="es-ES" sz="2800" dirty="0" err="1"/>
              <a:t>distribución</a:t>
            </a:r>
            <a:r>
              <a:rPr lang="en-US" altLang="es-ES" sz="2800" dirty="0"/>
              <a:t> F </a:t>
            </a:r>
            <a:r>
              <a:rPr lang="en-US" altLang="es-ES" sz="2800" dirty="0" err="1"/>
              <a:t>tiene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asimetría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positiva</a:t>
            </a:r>
            <a:r>
              <a:rPr lang="en-US" altLang="es-ES" sz="2800" dirty="0"/>
              <a:t> o </a:t>
            </a:r>
            <a:r>
              <a:rPr lang="en-US" altLang="es-ES" sz="2800" dirty="0" err="1"/>
              <a:t>hacia</a:t>
            </a:r>
            <a:r>
              <a:rPr lang="en-US" altLang="es-ES" sz="2800" dirty="0"/>
              <a:t> la </a:t>
            </a:r>
            <a:r>
              <a:rPr lang="en-US" altLang="es-ES" sz="2800" dirty="0" err="1"/>
              <a:t>derecha</a:t>
            </a:r>
            <a:r>
              <a:rPr lang="en-US" altLang="es-ES" sz="2800" dirty="0"/>
              <a:t> (</a:t>
            </a:r>
            <a:r>
              <a:rPr lang="en-US" altLang="es-ES" sz="2800" i="1" dirty="0"/>
              <a:t>right-skewed</a:t>
            </a:r>
            <a:r>
              <a:rPr lang="en-US" altLang="es-ES" sz="2800" dirty="0"/>
              <a:t>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17BEA8-9C21-B911-1EEE-5BB9D85A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56493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1602-0173-86DB-1B87-31E0298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12</a:t>
            </a:r>
            <a:r>
              <a:rPr dirty="0"/>
              <a:t>. </a:t>
            </a:r>
            <a:r>
              <a:rPr dirty="0" err="1"/>
              <a:t>Resumen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24067-56F0-60D2-7DCF-60718F00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Las </a:t>
            </a:r>
            <a:r>
              <a:rPr dirty="0" err="1"/>
              <a:t>distribuciones</a:t>
            </a:r>
            <a:r>
              <a:rPr dirty="0"/>
              <a:t> </a:t>
            </a:r>
            <a:r>
              <a:rPr dirty="0" err="1"/>
              <a:t>continuas</a:t>
            </a:r>
            <a:r>
              <a:rPr dirty="0"/>
              <a:t> se </a:t>
            </a:r>
            <a:r>
              <a:rPr dirty="0" err="1"/>
              <a:t>utilizan</a:t>
            </a:r>
            <a:r>
              <a:rPr dirty="0"/>
              <a:t> para </a:t>
            </a:r>
            <a:r>
              <a:rPr dirty="0" err="1"/>
              <a:t>modelar</a:t>
            </a:r>
            <a:r>
              <a:rPr dirty="0"/>
              <a:t> </a:t>
            </a:r>
            <a:r>
              <a:rPr lang="es-ES" dirty="0"/>
              <a:t>medidas de tiempo, tamaños, y cualquier otra variable aleatoria con </a:t>
            </a:r>
            <a:r>
              <a:rPr dirty="0"/>
              <a:t>un </a:t>
            </a:r>
            <a:r>
              <a:rPr dirty="0" err="1"/>
              <a:t>intervalo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de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posibles</a:t>
            </a:r>
            <a:r>
              <a:rPr dirty="0"/>
              <a:t>.</a:t>
            </a:r>
            <a:endParaRPr lang="es-ES" dirty="0"/>
          </a:p>
          <a:p>
            <a:r>
              <a:rPr lang="es-ES" dirty="0"/>
              <a:t>En una variable continua, entre dos valores cualesquiera siempre hay otro valor posible.</a:t>
            </a:r>
            <a:endParaRPr dirty="0"/>
          </a:p>
          <a:p>
            <a:r>
              <a:rPr lang="es-ES" dirty="0"/>
              <a:t>La </a:t>
            </a:r>
            <a:r>
              <a:rPr dirty="0" err="1"/>
              <a:t>distribuci</a:t>
            </a:r>
            <a:r>
              <a:rPr lang="es-ES" dirty="0" err="1"/>
              <a:t>ón</a:t>
            </a:r>
            <a:r>
              <a:rPr lang="es-ES" dirty="0"/>
              <a:t> </a:t>
            </a:r>
            <a:r>
              <a:rPr dirty="0"/>
              <a:t>continua </a:t>
            </a:r>
            <a:r>
              <a:rPr lang="es-ES" dirty="0"/>
              <a:t>de una variable continua </a:t>
            </a:r>
            <a:r>
              <a:rPr dirty="0"/>
              <a:t>se describe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lang="es-ES" dirty="0"/>
              <a:t>función de densidad de probabilidad (</a:t>
            </a:r>
            <a:r>
              <a:rPr lang="es-ES" dirty="0" err="1"/>
              <a:t>pdf</a:t>
            </a:r>
            <a:r>
              <a:rPr lang="es-ES" dirty="0"/>
              <a:t>), </a:t>
            </a:r>
            <a:r>
              <a:rPr dirty="0"/>
              <a:t>que </a:t>
            </a:r>
            <a:r>
              <a:rPr dirty="0" err="1"/>
              <a:t>desempeña</a:t>
            </a:r>
            <a:r>
              <a:rPr dirty="0"/>
              <a:t> un </a:t>
            </a:r>
            <a:r>
              <a:rPr dirty="0" err="1"/>
              <a:t>papel</a:t>
            </a:r>
            <a:r>
              <a:rPr dirty="0"/>
              <a:t> </a:t>
            </a:r>
            <a:r>
              <a:rPr dirty="0" err="1"/>
              <a:t>análogo</a:t>
            </a:r>
            <a:r>
              <a:rPr dirty="0"/>
              <a:t> a la </a:t>
            </a:r>
            <a:r>
              <a:rPr dirty="0" err="1"/>
              <a:t>funci</a:t>
            </a:r>
            <a:r>
              <a:rPr lang="es-ES" dirty="0" err="1"/>
              <a:t>ón</a:t>
            </a:r>
            <a:r>
              <a:rPr lang="es-ES" dirty="0"/>
              <a:t> </a:t>
            </a:r>
            <a:r>
              <a:rPr dirty="0"/>
              <a:t>de masa de </a:t>
            </a:r>
            <a:r>
              <a:rPr dirty="0" err="1"/>
              <a:t>probabilidad</a:t>
            </a:r>
            <a:r>
              <a:rPr dirty="0"/>
              <a:t> </a:t>
            </a:r>
            <a:r>
              <a:rPr lang="es-ES" dirty="0"/>
              <a:t>(</a:t>
            </a:r>
            <a:r>
              <a:rPr lang="es-ES" dirty="0" err="1"/>
              <a:t>pmf</a:t>
            </a:r>
            <a:r>
              <a:rPr lang="es-ES" dirty="0"/>
              <a:t>) </a:t>
            </a:r>
            <a:r>
              <a:rPr dirty="0"/>
              <a:t>de </a:t>
            </a:r>
            <a:r>
              <a:rPr lang="es-ES" dirty="0"/>
              <a:t>las </a:t>
            </a:r>
            <a:r>
              <a:rPr dirty="0"/>
              <a:t>variables </a:t>
            </a:r>
            <a:r>
              <a:rPr dirty="0" err="1"/>
              <a:t>discretas</a:t>
            </a:r>
            <a:r>
              <a:rPr dirty="0"/>
              <a:t>.</a:t>
            </a:r>
          </a:p>
          <a:p>
            <a:r>
              <a:rPr lang="es-ES" dirty="0"/>
              <a:t>El cálculo de </a:t>
            </a:r>
            <a:r>
              <a:rPr dirty="0" err="1"/>
              <a:t>probabilidades</a:t>
            </a:r>
            <a:r>
              <a:rPr dirty="0"/>
              <a:t> </a:t>
            </a:r>
            <a:r>
              <a:rPr lang="es-ES" dirty="0"/>
              <a:t>de una variable continua se </a:t>
            </a:r>
            <a:r>
              <a:rPr dirty="0"/>
              <a:t>reduce </a:t>
            </a:r>
            <a:r>
              <a:rPr dirty="0" err="1"/>
              <a:t>esencialmente</a:t>
            </a:r>
            <a:r>
              <a:rPr dirty="0"/>
              <a:t> a </a:t>
            </a:r>
            <a:r>
              <a:rPr dirty="0" err="1"/>
              <a:t>integrar</a:t>
            </a:r>
            <a:r>
              <a:rPr dirty="0"/>
              <a:t> </a:t>
            </a:r>
            <a:r>
              <a:rPr lang="es-ES" dirty="0"/>
              <a:t>la función de </a:t>
            </a:r>
            <a:r>
              <a:rPr dirty="0" err="1"/>
              <a:t>densidad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lang="es-ES" dirty="0"/>
              <a:t>un intervalo de valores.</a:t>
            </a:r>
            <a:r>
              <a:rPr dirty="0"/>
              <a:t> </a:t>
            </a:r>
          </a:p>
          <a:p>
            <a:r>
              <a:rPr dirty="0"/>
              <a:t>La </a:t>
            </a:r>
            <a:r>
              <a:rPr lang="es-ES" dirty="0"/>
              <a:t>Esperanza</a:t>
            </a:r>
            <a:r>
              <a:rPr dirty="0"/>
              <a:t> y la</a:t>
            </a:r>
            <a:r>
              <a:rPr lang="es-ES" dirty="0"/>
              <a:t> Varianza</a:t>
            </a:r>
            <a:r>
              <a:rPr dirty="0"/>
              <a:t> se </a:t>
            </a:r>
            <a:r>
              <a:rPr dirty="0" err="1"/>
              <a:t>definen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similar </a:t>
            </a:r>
            <a:r>
              <a:rPr lang="es-ES" dirty="0"/>
              <a:t>que en el </a:t>
            </a:r>
            <a:r>
              <a:rPr dirty="0" err="1"/>
              <a:t>caso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, </a:t>
            </a:r>
            <a:r>
              <a:rPr dirty="0" err="1"/>
              <a:t>reemplazando</a:t>
            </a:r>
            <a:r>
              <a:rPr dirty="0"/>
              <a:t> </a:t>
            </a:r>
            <a:r>
              <a:rPr lang="es-ES" dirty="0"/>
              <a:t>la </a:t>
            </a:r>
            <a:r>
              <a:rPr dirty="0" err="1"/>
              <a:t>función</a:t>
            </a:r>
            <a:r>
              <a:rPr dirty="0"/>
              <a:t> de masa de </a:t>
            </a:r>
            <a:r>
              <a:rPr dirty="0" err="1"/>
              <a:t>probabilidad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lang="es-ES" dirty="0"/>
              <a:t>una función de </a:t>
            </a:r>
            <a:r>
              <a:rPr dirty="0" err="1"/>
              <a:t>densidad</a:t>
            </a:r>
            <a:r>
              <a:rPr lang="es-ES" dirty="0"/>
              <a:t>, </a:t>
            </a:r>
            <a:r>
              <a:rPr dirty="0"/>
              <a:t>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suma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lang="es-ES" dirty="0"/>
              <a:t>una </a:t>
            </a:r>
            <a:r>
              <a:rPr dirty="0" err="1"/>
              <a:t>integración</a:t>
            </a:r>
            <a:r>
              <a:rPr dirty="0"/>
              <a:t>.</a:t>
            </a:r>
            <a:endParaRPr lang="es-ES" dirty="0"/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Como en </a:t>
            </a:r>
            <a:r>
              <a:rPr lang="en-US" altLang="es-ES" sz="2800" dirty="0" err="1"/>
              <a:t>el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caso</a:t>
            </a:r>
            <a:r>
              <a:rPr lang="en-US" altLang="es-ES" sz="2800" dirty="0"/>
              <a:t> de las </a:t>
            </a:r>
            <a:r>
              <a:rPr lang="en-US" altLang="es-ES" sz="2800" dirty="0" err="1"/>
              <a:t>distribuciones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discretas</a:t>
            </a:r>
            <a:r>
              <a:rPr lang="en-US" altLang="es-ES" sz="2800" dirty="0"/>
              <a:t>,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gran </a:t>
            </a:r>
            <a:r>
              <a:rPr lang="en-US" altLang="es-ES" sz="2800" dirty="0" err="1"/>
              <a:t>variedad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fenómenos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pueden</a:t>
            </a:r>
            <a:r>
              <a:rPr lang="en-US" altLang="es-ES" sz="2800" dirty="0"/>
              <a:t> ser </a:t>
            </a:r>
            <a:r>
              <a:rPr lang="en-US" altLang="es-ES" sz="2800" dirty="0" err="1"/>
              <a:t>descritos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por</a:t>
            </a:r>
            <a:r>
              <a:rPr lang="en-US" altLang="es-ES" sz="2800" dirty="0"/>
              <a:t> </a:t>
            </a:r>
            <a:r>
              <a:rPr lang="en-US" altLang="es-ES" sz="2800" dirty="0" err="1"/>
              <a:t>relativamente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pocas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familias</a:t>
            </a:r>
            <a:r>
              <a:rPr lang="en-US" altLang="es-ES" sz="2800" dirty="0"/>
              <a:t> o </a:t>
            </a:r>
            <a:r>
              <a:rPr lang="en-US" altLang="es-ES" sz="2800" dirty="0" err="1"/>
              <a:t>tipos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distribuciones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continuas</a:t>
            </a:r>
            <a:r>
              <a:rPr lang="en-US" altLang="es-ES" sz="2800" dirty="0"/>
              <a:t>.</a:t>
            </a: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Las </a:t>
            </a:r>
            <a:r>
              <a:rPr lang="en-US" altLang="es-ES" sz="2800" dirty="0" err="1"/>
              <a:t>familias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continuas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más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comúnmente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utilizadas</a:t>
            </a:r>
            <a:r>
              <a:rPr lang="en-US" altLang="es-ES" sz="2800" dirty="0"/>
              <a:t> son </a:t>
            </a:r>
            <a:r>
              <a:rPr lang="en-US" altLang="es-ES" sz="2800" dirty="0" err="1"/>
              <a:t>Uniforme</a:t>
            </a:r>
            <a:r>
              <a:rPr lang="en-US" altLang="es-ES" sz="2800" dirty="0"/>
              <a:t>, </a:t>
            </a:r>
            <a:r>
              <a:rPr lang="en-US" altLang="es-ES" sz="2800" dirty="0" err="1"/>
              <a:t>Exponencial</a:t>
            </a:r>
            <a:r>
              <a:rPr lang="en-US" altLang="es-ES" sz="2800" dirty="0"/>
              <a:t>, Gamma y Normal.</a:t>
            </a: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/>
              <a:t>El </a:t>
            </a:r>
            <a:r>
              <a:rPr lang="en-US" altLang="es-ES" dirty="0" err="1"/>
              <a:t>T</a:t>
            </a:r>
            <a:r>
              <a:rPr lang="en-US" altLang="es-ES" sz="2800" dirty="0" err="1"/>
              <a:t>eorema</a:t>
            </a:r>
            <a:r>
              <a:rPr lang="en-US" altLang="es-ES" sz="2800" dirty="0"/>
              <a:t> Central del </a:t>
            </a:r>
            <a:r>
              <a:rPr lang="en-US" altLang="es-ES" sz="2800" dirty="0" err="1"/>
              <a:t>Límite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establece</a:t>
            </a:r>
            <a:r>
              <a:rPr lang="en-US" altLang="es-ES" sz="2800" dirty="0"/>
              <a:t> que </a:t>
            </a:r>
            <a:r>
              <a:rPr lang="en-US" altLang="es-ES" sz="2800" dirty="0" err="1"/>
              <a:t>una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suma</a:t>
            </a:r>
            <a:r>
              <a:rPr lang="en-US" altLang="es-ES" sz="2800" dirty="0"/>
              <a:t> de un gran </a:t>
            </a:r>
            <a:r>
              <a:rPr lang="en-US" altLang="es-ES" sz="2800" dirty="0" err="1"/>
              <a:t>número</a:t>
            </a:r>
            <a:r>
              <a:rPr lang="en-US" altLang="es-ES" sz="2800" dirty="0"/>
              <a:t> de variables </a:t>
            </a:r>
            <a:r>
              <a:rPr lang="en-US" altLang="es-ES" sz="2800" dirty="0" err="1"/>
              <a:t>aleatorias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independientes</a:t>
            </a:r>
            <a:r>
              <a:rPr lang="en-US" altLang="es-ES" sz="2800" dirty="0"/>
              <a:t> es </a:t>
            </a:r>
            <a:r>
              <a:rPr lang="en-US" altLang="es-ES" sz="2800" dirty="0" err="1"/>
              <a:t>aproximadamente</a:t>
            </a:r>
            <a:r>
              <a:rPr lang="en-US" altLang="es-ES" sz="2800" dirty="0"/>
              <a:t> normal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Se </a:t>
            </a:r>
            <a:r>
              <a:rPr lang="en-US" altLang="es-ES" sz="2400" dirty="0" err="1"/>
              <a:t>debe</a:t>
            </a:r>
            <a:r>
              <a:rPr lang="en-US" altLang="es-ES" sz="2400" dirty="0"/>
              <a:t> </a:t>
            </a:r>
            <a:r>
              <a:rPr lang="en-US" altLang="es-ES" sz="2400" dirty="0" err="1"/>
              <a:t>utilizar</a:t>
            </a:r>
            <a:r>
              <a:rPr lang="en-US" altLang="es-ES" sz="2400" dirty="0"/>
              <a:t> </a:t>
            </a:r>
            <a:r>
              <a:rPr lang="en-US" altLang="es-ES" sz="2400" dirty="0" err="1"/>
              <a:t>una</a:t>
            </a:r>
            <a:r>
              <a:rPr lang="en-US" altLang="es-ES" sz="2400" dirty="0"/>
              <a:t> </a:t>
            </a:r>
            <a:r>
              <a:rPr lang="en-US" altLang="es-ES" sz="2400" dirty="0" err="1"/>
              <a:t>corrección</a:t>
            </a:r>
            <a:r>
              <a:rPr lang="en-US" altLang="es-ES" sz="2400" dirty="0"/>
              <a:t> de </a:t>
            </a:r>
            <a:r>
              <a:rPr lang="en-US" altLang="es-ES" sz="2400" dirty="0" err="1"/>
              <a:t>continuidad</a:t>
            </a:r>
            <a:r>
              <a:rPr lang="en-US" altLang="es-ES" sz="2400" dirty="0"/>
              <a:t> </a:t>
            </a:r>
            <a:r>
              <a:rPr lang="en-US" altLang="es-ES" sz="2400" dirty="0" err="1"/>
              <a:t>cuando</a:t>
            </a:r>
            <a:r>
              <a:rPr lang="en-US" altLang="es-ES" sz="2400" dirty="0"/>
              <a:t> </a:t>
            </a:r>
            <a:r>
              <a:rPr lang="en-US" altLang="es-ES" sz="2400" dirty="0" err="1"/>
              <a:t>una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distribución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discreta</a:t>
            </a:r>
            <a:r>
              <a:rPr lang="en-US" altLang="es-ES" sz="2400" dirty="0"/>
              <a:t> se </a:t>
            </a:r>
            <a:r>
              <a:rPr lang="en-US" altLang="es-ES" sz="2400" dirty="0" err="1"/>
              <a:t>aproxima</a:t>
            </a:r>
            <a:r>
              <a:rPr lang="en-US" altLang="es-ES" sz="2400" dirty="0"/>
              <a:t> </a:t>
            </a:r>
            <a:r>
              <a:rPr lang="en-US" altLang="es-ES" sz="2400" dirty="0" err="1"/>
              <a:t>por</a:t>
            </a:r>
            <a:r>
              <a:rPr lang="en-US" altLang="es-ES" sz="2400" dirty="0"/>
              <a:t> </a:t>
            </a:r>
            <a:r>
              <a:rPr lang="en-US" altLang="es-ES" sz="2400" dirty="0" err="1"/>
              <a:t>una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distribución</a:t>
            </a:r>
            <a:r>
              <a:rPr lang="en-US" altLang="es-ES" sz="2400" dirty="0"/>
              <a:t> continua.</a:t>
            </a: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Otras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distribuciones</a:t>
            </a:r>
            <a:r>
              <a:rPr lang="en-US" altLang="es-ES" sz="2800" dirty="0"/>
              <a:t> </a:t>
            </a:r>
            <a:r>
              <a:rPr lang="en-US" altLang="es-ES" sz="2800" dirty="0" err="1"/>
              <a:t>continuas</a:t>
            </a:r>
            <a:r>
              <a:rPr lang="en-US" altLang="es-ES" sz="2800" dirty="0"/>
              <a:t> son T de Student, Chi-</a:t>
            </a:r>
            <a:r>
              <a:rPr lang="en-US" altLang="es-ES" sz="2800" dirty="0" err="1"/>
              <a:t>cuadrado</a:t>
            </a:r>
            <a:r>
              <a:rPr lang="en-US" altLang="es-ES" sz="2800" dirty="0"/>
              <a:t> y F, que se </a:t>
            </a:r>
            <a:r>
              <a:rPr lang="en-US" altLang="es-ES" sz="2800" dirty="0" err="1"/>
              <a:t>utilizan</a:t>
            </a:r>
            <a:r>
              <a:rPr lang="en-US" altLang="es-ES" sz="2800" dirty="0"/>
              <a:t> en </a:t>
            </a:r>
            <a:r>
              <a:rPr lang="en-US" altLang="es-ES" sz="2800" dirty="0" err="1"/>
              <a:t>inferencia</a:t>
            </a:r>
            <a:r>
              <a:rPr lang="en-US" altLang="es-ES" sz="2800" dirty="0"/>
              <a:t> </a:t>
            </a:r>
            <a:r>
              <a:rPr lang="en-US" altLang="es-ES" sz="2800" dirty="0" err="1"/>
              <a:t>estadística</a:t>
            </a:r>
            <a:r>
              <a:rPr lang="en-US" altLang="es-ES" dirty="0"/>
              <a:t> p</a:t>
            </a:r>
            <a:r>
              <a:rPr lang="en-US" altLang="es-ES" sz="2800" dirty="0"/>
              <a:t>ara </a:t>
            </a:r>
            <a:r>
              <a:rPr lang="en-US" altLang="es-ES" dirty="0" err="1"/>
              <a:t>realizar</a:t>
            </a:r>
            <a:r>
              <a:rPr lang="en-US" altLang="es-ES" dirty="0"/>
              <a:t> </a:t>
            </a:r>
            <a:r>
              <a:rPr lang="en-US" altLang="es-ES" sz="2800" dirty="0" err="1"/>
              <a:t>pruebas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hipótesis</a:t>
            </a:r>
            <a:r>
              <a:rPr lang="en-US" altLang="es-ES" sz="2800" dirty="0"/>
              <a:t> y </a:t>
            </a:r>
            <a:r>
              <a:rPr lang="en-US" altLang="es-ES" sz="2800" dirty="0" err="1"/>
              <a:t>construir</a:t>
            </a:r>
            <a:r>
              <a:rPr lang="en-US" altLang="es-ES" sz="2800" dirty="0"/>
              <a:t> </a:t>
            </a:r>
            <a:r>
              <a:rPr lang="en-US" altLang="es-ES" sz="2800" dirty="0" err="1"/>
              <a:t>intervalos</a:t>
            </a:r>
            <a:r>
              <a:rPr lang="en-US" altLang="es-ES" sz="2800" dirty="0"/>
              <a:t> de </a:t>
            </a:r>
            <a:r>
              <a:rPr lang="en-US" altLang="es-ES" sz="2800" dirty="0" err="1"/>
              <a:t>confianza</a:t>
            </a:r>
            <a:r>
              <a:rPr lang="en-US" altLang="es-ES" sz="2800" dirty="0"/>
              <a:t>.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EA456-A29C-8A97-B441-9F7D407B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7003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5244</TotalTime>
  <Words>5827</Words>
  <Application>Microsoft Office PowerPoint</Application>
  <PresentationFormat>Panorámica</PresentationFormat>
  <Paragraphs>587</Paragraphs>
  <Slides>69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76" baseType="lpstr">
      <vt:lpstr>Arial</vt:lpstr>
      <vt:lpstr>Calibri</vt:lpstr>
      <vt:lpstr>Calibri Light</vt:lpstr>
      <vt:lpstr>Cambria Math</vt:lpstr>
      <vt:lpstr>StarSymbol</vt:lpstr>
      <vt:lpstr>Wingdings</vt:lpstr>
      <vt:lpstr>Tema de Office</vt:lpstr>
      <vt:lpstr>Variables aleatorias continuas y sus distribuciones de probabilidad</vt:lpstr>
      <vt:lpstr>Contenido</vt:lpstr>
      <vt:lpstr>1. Objetivos</vt:lpstr>
      <vt:lpstr>2. Distribución de una variable aleatoria continua Concepto de variable aleatoria continua</vt:lpstr>
      <vt:lpstr>2. Distribución de una variable aleatoria continua Definiciones </vt:lpstr>
      <vt:lpstr>2. Distribución de una variable aleatoria continua  Familias de distribuciones continuas</vt:lpstr>
      <vt:lpstr>2. Distribución de una variable aleatoria continua Propiedades</vt:lpstr>
      <vt:lpstr>2. Distribución de una variable aleatoria continua Comparación con distribución discreta</vt:lpstr>
      <vt:lpstr>2. Distribución de una variable aleatoria continua Ejemplo 4.1 (Vida de un componente electrónico)</vt:lpstr>
      <vt:lpstr>2. Distribución de una variable aleatoria continua Ejemplo 4.1 (Solución)(a)</vt:lpstr>
      <vt:lpstr>2. Distribución de una variable aleatoria continua Ejemplo 4.1 (Solución) b)</vt:lpstr>
      <vt:lpstr>2. Distribución de una variable aleatoria continua Ejemplo 4.1 (Solución) c)</vt:lpstr>
      <vt:lpstr>2. Distribución de una variable aleatoria continua Ejemplo 4.1 (Solución) (d)</vt:lpstr>
      <vt:lpstr>3. Características de una variable continua</vt:lpstr>
      <vt:lpstr>3. Características de una variable continua Comparación con distribución discreta</vt:lpstr>
      <vt:lpstr>3. Características de una variable continua Ejemplo 4.2</vt:lpstr>
      <vt:lpstr>3. Características de una variable continua Ejemplo 4.2 (Solución)</vt:lpstr>
      <vt:lpstr>4. Distribución Uniforme</vt:lpstr>
      <vt:lpstr>4. Distribución Uniforme Resumen</vt:lpstr>
      <vt:lpstr>4. Distribución Uniforme Ejemplo</vt:lpstr>
      <vt:lpstr>5. Distribución Exponencial</vt:lpstr>
      <vt:lpstr>5. Distribución Exponencial Resumen</vt:lpstr>
      <vt:lpstr>5. Distribución Exponencial Efectos de diferentes valores para λ</vt:lpstr>
      <vt:lpstr>5. Distribución Exponencial Ejemplo 4.5 (Impresora)</vt:lpstr>
      <vt:lpstr>5. Distribución Exponencial Ejemplo 4.5 (Solución)</vt:lpstr>
      <vt:lpstr>5. Distribución Exponencial Propiedad “sin memoria”</vt:lpstr>
      <vt:lpstr>6. Distribución Gamma</vt:lpstr>
      <vt:lpstr>6. Distribución Gamma Resumen</vt:lpstr>
      <vt:lpstr>6. Distribución Gamma Fórmula Gamma-Poisson</vt:lpstr>
      <vt:lpstr>6. Distribución Gamma Ejemplo 4.6 (Anuncios en Internet)</vt:lpstr>
      <vt:lpstr>6. Distribución Gamma Ejemplo 4.6 (Variables implicadas)</vt:lpstr>
      <vt:lpstr>6. Distribución Gamma Ejemplo 4.6 (Solución)</vt:lpstr>
      <vt:lpstr>6. Distribución Gamma Ejemplos 4.7 y 4.8 (Tiempo de compilación)</vt:lpstr>
      <vt:lpstr>6. Distribución Gamma Ejemplos 4.7 y 4.8 (Solución)</vt:lpstr>
      <vt:lpstr>6. Distribución Gamma Ejemplo 4.9 (Chips de memoria)</vt:lpstr>
      <vt:lpstr>6. Distribución Gamma Ejemplo 4.9 (Solución)</vt:lpstr>
      <vt:lpstr>6. Distribución Gamma Ejercicios propuestos</vt:lpstr>
      <vt:lpstr>7. Distribución Normal</vt:lpstr>
      <vt:lpstr>7. Distribución Normal Resumen</vt:lpstr>
      <vt:lpstr>7. Distribución Normal Efectos de diferentes valores para μ y σ</vt:lpstr>
      <vt:lpstr>7. Distribución Normal Distribución Normal estándar</vt:lpstr>
      <vt:lpstr>7. Distribución Normal Ejemplo 4.11 (Ingresos de los hogares)</vt:lpstr>
      <vt:lpstr>7. Distribución Normal Ejemplo 4.11 (Solución)</vt:lpstr>
      <vt:lpstr>7. Distribución Normal Ejemplo 4.11 (Solución) Utilizando la Tabla A4</vt:lpstr>
      <vt:lpstr>7. Distribución Normal Ejemplo 4.12 (Cupones de alimentos)</vt:lpstr>
      <vt:lpstr>7. Distribución Normal Ejemplo 4.12 (Solución)</vt:lpstr>
      <vt:lpstr>7. Distribución Normal Ejemplo 4.12 (Solución) Utilizando la Tabla A4</vt:lpstr>
      <vt:lpstr>7. Distribución Normal Ejercicios propuestos</vt:lpstr>
      <vt:lpstr>8. Teorema Central del Límite Versión básica</vt:lpstr>
      <vt:lpstr>8. Teorema Central del Límite Ejemplo 4.13 (Espacio en disco)</vt:lpstr>
      <vt:lpstr>8. Teorema Central del Límite Ejemplo 4.13 (Solución)</vt:lpstr>
      <vt:lpstr>8. Teorema Central del Límite Aplicación a distribuciones discretas y continuas</vt:lpstr>
      <vt:lpstr>8. Teorema Central del Límite Aproximación Normal de la distribución Binomial</vt:lpstr>
      <vt:lpstr>8. Teorema Central del Límite Aproximación Normal-Binomial (ejemplos)</vt:lpstr>
      <vt:lpstr>8. Teorema Central del Límite Corrección de continuidad</vt:lpstr>
      <vt:lpstr>8. Teorema Central del Límite Ejemplo 4.15 (Ataques de virus)</vt:lpstr>
      <vt:lpstr>8. Teorema Central del Límite Ejemplo 4.15 (Solución)</vt:lpstr>
      <vt:lpstr>8. Teorema Central del Límite Ejemplo 4.15 (Corrección de continuidad)</vt:lpstr>
      <vt:lpstr>8. Teorema Central del Límite Ejercicios propuestos</vt:lpstr>
      <vt:lpstr>9. Distribución T de Student</vt:lpstr>
      <vt:lpstr>9. Distribución T de Student Resumen</vt:lpstr>
      <vt:lpstr>9. Distribución T de Student Efectos de diferentes valores para ν</vt:lpstr>
      <vt:lpstr>10. Distribución Chi-cuadrado</vt:lpstr>
      <vt:lpstr>10. Distribución Chi-cuadrado Resumen</vt:lpstr>
      <vt:lpstr>10. Distribución Chi-cuadrado Efecto de diferentes valores para ν</vt:lpstr>
      <vt:lpstr>11. Distribución F</vt:lpstr>
      <vt:lpstr>11. Distribución F Resumen</vt:lpstr>
      <vt:lpstr>11. Distribución F Efecto de diferentes valores de ν1 y ν2 </vt:lpstr>
      <vt:lpstr>12. 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 continuas</dc:title>
  <dc:creator/>
  <cp:lastModifiedBy>jose hilera</cp:lastModifiedBy>
  <cp:revision>127</cp:revision>
  <dcterms:created xsi:type="dcterms:W3CDTF">2022-12-26T19:51:11Z</dcterms:created>
  <dcterms:modified xsi:type="dcterms:W3CDTF">2024-10-17T18:01:43Z</dcterms:modified>
</cp:coreProperties>
</file>