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114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22F0B9-2AFE-49D5-D9E1-63C2558D5F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181264B-54CC-32C7-C423-57903AF60D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B53930C-7044-9EA3-1D8D-D70365093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0B1B8-87EC-4CA8-AE25-55573D1EBA72}" type="datetimeFigureOut">
              <a:rPr lang="es-ES" smtClean="0"/>
              <a:t>21/09/2024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6173DCD-5D84-09A1-15B4-30FC641D2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FE29A29-5C47-9CEA-BCC8-CA71B870A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80F6F-6709-48CE-9E9F-821EA44735E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18917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1F747D-4DE3-6611-E72A-D2AB7974A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55AC849-5F83-5497-3817-F8F8E160C6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CFCD0E3-FF0C-1920-52D3-53DE928FD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0B1B8-87EC-4CA8-AE25-55573D1EBA72}" type="datetimeFigureOut">
              <a:rPr lang="es-ES" smtClean="0"/>
              <a:t>21/09/2024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76C9BFF-D45B-557B-8977-FDCB702DA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FD0745-5906-0075-4A49-3D55ABF84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80F6F-6709-48CE-9E9F-821EA44735E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29742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372FF6-C60E-2BC9-E26E-45273FCDA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4FC48A1-06AF-1574-B550-8443ED47F2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5CC5B0-67EA-C4FE-C13B-24EBE9D28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0B1B8-87EC-4CA8-AE25-55573D1EBA72}" type="datetimeFigureOut">
              <a:rPr lang="es-ES" smtClean="0"/>
              <a:t>21/09/2024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890A62D-0EA7-D5B8-D6BC-E58F409B2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EB0F43B-BAF5-791E-2D33-8F3CB70B2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80F6F-6709-48CE-9E9F-821EA44735E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71485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61221C-AA66-A564-6AF0-ED9A298C3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43EAB43-BCBB-6937-E0B3-6A69889034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7C11173-3A48-0A18-24CF-1167DCB1E3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14695B3-2961-410D-E783-3FA1576A6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0B1B8-87EC-4CA8-AE25-55573D1EBA72}" type="datetimeFigureOut">
              <a:rPr lang="es-ES" smtClean="0"/>
              <a:t>21/09/2024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2DC0507-A57E-24AE-B4D1-F686FF38D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2AB2172-29E0-D32C-F215-4301E0BE6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80F6F-6709-48CE-9E9F-821EA44735E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61493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F60E18-C99A-EF28-8191-F0AB0849B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5ACA785-8A42-5EC5-896A-C86D91B1CA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DBBA956-873F-C75B-E599-5E22C414A3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4389EA7-72F3-AAA2-D77D-03B0E78A76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173EE63-0BD5-E9EE-7EA0-D182C7A4D6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FF6CD0A-EF30-3494-E497-22B33D254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0B1B8-87EC-4CA8-AE25-55573D1EBA72}" type="datetimeFigureOut">
              <a:rPr lang="es-ES" smtClean="0"/>
              <a:t>21/09/2024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48AECE8-3DAD-54E1-909B-01772B4C6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4355569-F986-0542-8FED-D6EE13C78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80F6F-6709-48CE-9E9F-821EA44735E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83557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9A7C5D-078F-650B-1707-2EB55157A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921E912-0116-7DA5-CD1B-AD25AAF63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0B1B8-87EC-4CA8-AE25-55573D1EBA72}" type="datetimeFigureOut">
              <a:rPr lang="es-ES" smtClean="0"/>
              <a:t>21/09/2024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5511F85-96FD-23A6-BB4E-22108FA18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80A6636-22BB-0555-606B-36D4F58AA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80F6F-6709-48CE-9E9F-821EA44735E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63895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63178FF-EED0-A7BE-B9D3-DFE50E979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0B1B8-87EC-4CA8-AE25-55573D1EBA72}" type="datetimeFigureOut">
              <a:rPr lang="es-ES" smtClean="0"/>
              <a:t>21/09/2024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020C0CA-D7C7-0639-350A-7B6F96591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919A05A-461C-814D-4D24-19B467E66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80F6F-6709-48CE-9E9F-821EA44735E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41531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51CB3E-3DE4-2AE1-CA72-34961AFE3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A2C926F-6864-471F-BF2B-D8A5019E71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DBB40FC-F2F6-4BD5-D54A-A42E5797DA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ADBC474-6A07-3836-4195-6E5393C9E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0B1B8-87EC-4CA8-AE25-55573D1EBA72}" type="datetimeFigureOut">
              <a:rPr lang="es-ES" smtClean="0"/>
              <a:t>21/09/2024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E95126A-7575-AE74-5235-D2AA0E215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3056315-26A1-7856-B85C-24A0C05CA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80F6F-6709-48CE-9E9F-821EA44735E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18301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56F48A-CC2F-D389-F9A1-0FA828C51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47F07AE-E26A-8EC9-EACB-8972460762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193EF45-A759-09EC-EBB6-A986095F42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9BF8DD8-0960-203D-6739-6B3C9CB43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0B1B8-87EC-4CA8-AE25-55573D1EBA72}" type="datetimeFigureOut">
              <a:rPr lang="es-ES" smtClean="0"/>
              <a:t>21/09/2024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1428BE8-5462-014C-D016-7283525B0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D4C2D48-0899-6529-CAE9-859CE5E39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80F6F-6709-48CE-9E9F-821EA44735E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7482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C4C5CB-1FFB-9858-10B7-8E1A83D1D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54D284A-E014-1A02-5956-419B8D7B00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9AA00C5-D536-FDD4-D78A-63F63C32F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0B1B8-87EC-4CA8-AE25-55573D1EBA72}" type="datetimeFigureOut">
              <a:rPr lang="es-ES" smtClean="0"/>
              <a:t>21/09/2024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273534A-6812-9435-B3F9-F6AA3EF06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3C70090-04F7-DB45-F129-C938A9117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80F6F-6709-48CE-9E9F-821EA44735E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288989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2AE6EBE-83B5-4C1A-87DC-1621885BF3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EAE2D12-C02D-DB47-1671-D50A4D985E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6A5F6B9-97EA-0DA9-D5F0-53A2DB3E4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0B1B8-87EC-4CA8-AE25-55573D1EBA72}" type="datetimeFigureOut">
              <a:rPr lang="es-ES" smtClean="0"/>
              <a:t>21/09/2024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D863BF1-52DA-333B-ACA5-A1D692D9A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24D1662-DBD3-979C-540E-D6616F47B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80F6F-6709-48CE-9E9F-821EA44735E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83215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358F3D3-B070-647C-2D1B-CFAB17976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FBFBD81-11C4-A519-4C0E-7C7CF1E1C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688A594-95B2-C83C-A54D-FE93D23E3A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40B1B8-87EC-4CA8-AE25-55573D1EBA72}" type="datetimeFigureOut">
              <a:rPr lang="es-ES" smtClean="0"/>
              <a:t>21/09/2024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F76E831-5A8B-B0AB-47D4-41E8E59E71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E4FD1DA-CD0C-1FD6-3A65-B2A6ABFFEA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580F6F-6709-48CE-9E9F-821EA44735E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10122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a 5">
                <a:extLst>
                  <a:ext uri="{FF2B5EF4-FFF2-40B4-BE49-F238E27FC236}">
                    <a16:creationId xmlns:a16="http://schemas.microsoft.com/office/drawing/2014/main" id="{90F9251C-A22E-452E-903D-B11BB9266AA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72104440"/>
                  </p:ext>
                </p:extLst>
              </p:nvPr>
            </p:nvGraphicFramePr>
            <p:xfrm>
              <a:off x="981309" y="1053454"/>
              <a:ext cx="4393580" cy="25958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34630">
                      <a:extLst>
                        <a:ext uri="{9D8B030D-6E8A-4147-A177-3AD203B41FA5}">
                          <a16:colId xmlns:a16="http://schemas.microsoft.com/office/drawing/2014/main" val="1709859660"/>
                        </a:ext>
                      </a:extLst>
                    </a:gridCol>
                    <a:gridCol w="688300">
                      <a:extLst>
                        <a:ext uri="{9D8B030D-6E8A-4147-A177-3AD203B41FA5}">
                          <a16:colId xmlns:a16="http://schemas.microsoft.com/office/drawing/2014/main" val="3441740441"/>
                        </a:ext>
                      </a:extLst>
                    </a:gridCol>
                    <a:gridCol w="654130">
                      <a:extLst>
                        <a:ext uri="{9D8B030D-6E8A-4147-A177-3AD203B41FA5}">
                          <a16:colId xmlns:a16="http://schemas.microsoft.com/office/drawing/2014/main" val="344118232"/>
                        </a:ext>
                      </a:extLst>
                    </a:gridCol>
                    <a:gridCol w="654130">
                      <a:extLst>
                        <a:ext uri="{9D8B030D-6E8A-4147-A177-3AD203B41FA5}">
                          <a16:colId xmlns:a16="http://schemas.microsoft.com/office/drawing/2014/main" val="3883677733"/>
                        </a:ext>
                      </a:extLst>
                    </a:gridCol>
                    <a:gridCol w="654130">
                      <a:extLst>
                        <a:ext uri="{9D8B030D-6E8A-4147-A177-3AD203B41FA5}">
                          <a16:colId xmlns:a16="http://schemas.microsoft.com/office/drawing/2014/main" val="366387163"/>
                        </a:ext>
                      </a:extLst>
                    </a:gridCol>
                    <a:gridCol w="654130">
                      <a:extLst>
                        <a:ext uri="{9D8B030D-6E8A-4147-A177-3AD203B41FA5}">
                          <a16:colId xmlns:a16="http://schemas.microsoft.com/office/drawing/2014/main" val="2227667435"/>
                        </a:ext>
                      </a:extLst>
                    </a:gridCol>
                    <a:gridCol w="654130">
                      <a:extLst>
                        <a:ext uri="{9D8B030D-6E8A-4147-A177-3AD203B41FA5}">
                          <a16:colId xmlns:a16="http://schemas.microsoft.com/office/drawing/2014/main" val="361440290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600" b="1" i="1" dirty="0" smtClean="0">
                                    <a:latin typeface="Cambria Math" panose="02040503050406030204" pitchFamily="18" charset="0"/>
                                  </a:rPr>
                                  <m:t>𝑭𝒊𝒍𝒂</m:t>
                                </m:r>
                              </m:oMath>
                            </m:oMathPara>
                          </a14:m>
                          <a:endParaRPr lang="es-ES" sz="16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s-ES" sz="1600" b="1" i="1" dirty="0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oMath>
                          </a14:m>
                          <a:r>
                            <a:rPr lang="es-ES" sz="1600" b="1" dirty="0"/>
                            <a:t> ó </a:t>
                          </a:r>
                          <a14:m>
                            <m:oMath xmlns:m="http://schemas.openxmlformats.org/officeDocument/2006/math">
                              <m:r>
                                <a:rPr lang="es-ES" sz="1600" b="1" i="1" dirty="0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oMath>
                          </a14:m>
                          <a:r>
                            <a:rPr lang="es-ES" sz="1600" b="1" dirty="0"/>
                            <a:t> 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600" b="1" i="1" dirty="0" smtClean="0">
                                    <a:latin typeface="Cambria Math" panose="02040503050406030204" pitchFamily="18" charset="0"/>
                                  </a:rPr>
                                  <m:t>𝑴𝒂𝒓𝒄𝒂</m:t>
                                </m:r>
                              </m:oMath>
                            </m:oMathPara>
                          </a14:m>
                          <a:endParaRPr lang="es-ES" sz="16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600" b="1" i="1" dirty="0" smtClean="0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</m:oMath>
                            </m:oMathPara>
                          </a14:m>
                          <a:endParaRPr lang="es-ES" sz="16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600" b="1" i="1" dirty="0" smtClean="0">
                                    <a:latin typeface="Cambria Math" panose="02040503050406030204" pitchFamily="18" charset="0"/>
                                  </a:rPr>
                                  <m:t>𝒉</m:t>
                                </m:r>
                              </m:oMath>
                            </m:oMathPara>
                          </a14:m>
                          <a:endParaRPr lang="es-ES" sz="16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600" b="1" i="1" dirty="0" smtClean="0">
                                    <a:latin typeface="Cambria Math" panose="02040503050406030204" pitchFamily="18" charset="0"/>
                                  </a:rPr>
                                  <m:t>𝑭</m:t>
                                </m:r>
                              </m:oMath>
                            </m:oMathPara>
                          </a14:m>
                          <a:endParaRPr lang="es-ES" sz="16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600" b="1" i="1" smtClean="0">
                                    <a:latin typeface="Cambria Math" panose="02040503050406030204" pitchFamily="18" charset="0"/>
                                  </a:rPr>
                                  <m:t>𝑯</m:t>
                                </m:r>
                              </m:oMath>
                            </m:oMathPara>
                          </a14:m>
                          <a:endParaRPr lang="es-ES" sz="16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3467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"/>
                                    <m:ctrlPr>
                                      <a:rPr lang="es-E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ES" sz="1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6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s-ES" sz="16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d>
                                      <m:dPr>
                                        <m:begChr m:val=""/>
                                        <m:ctrlPr>
                                          <a:rPr lang="es-E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s-ES" sz="16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ES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𝑏</m:t>
                                            </m:r>
                                          </m:e>
                                          <m:sub>
                                            <m:r>
                                              <a:rPr lang="es-ES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3521492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dirty="0"/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"/>
                                    <m:ctrlPr>
                                      <a:rPr lang="es-E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ES" sz="1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6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s-ES" sz="16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d>
                                      <m:dPr>
                                        <m:begChr m:val=""/>
                                        <m:ctrlPr>
                                          <a:rPr lang="es-E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s-ES" sz="16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ES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𝑏</m:t>
                                            </m:r>
                                          </m:e>
                                          <m:sub>
                                            <m:r>
                                              <a:rPr lang="es-ES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0286362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s-ES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kumimoji="0" lang="es-E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s-ES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kumimoji="0" lang="es-E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s-ES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kumimoji="0" lang="es-E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s-ES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kumimoji="0" lang="es-E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s-ES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kumimoji="0" lang="es-E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s-ES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kumimoji="0" lang="es-E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3382176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6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"/>
                                    <m:ctrlPr>
                                      <a:rPr lang="es-E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ES" sz="1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6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s-ES" sz="16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d>
                                      <m:dPr>
                                        <m:begChr m:val=""/>
                                        <m:ctrlPr>
                                          <a:rPr lang="es-E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s-ES" sz="16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ES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𝑏</m:t>
                                            </m:r>
                                          </m:e>
                                          <m:sub>
                                            <m:r>
                                              <a:rPr lang="es-ES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6503674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s-ES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kumimoji="0" lang="es-E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s-ES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kumimoji="0" lang="es-E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s-ES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kumimoji="0" lang="es-E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s-ES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kumimoji="0" lang="es-E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s-ES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kumimoji="0" lang="es-E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s-ES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kumimoji="0" lang="es-E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9026933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6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"/>
                                    <m:ctrlPr>
                                      <a:rPr lang="es-E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ES" sz="1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6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s-ES" sz="1600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d>
                                      <m:dPr>
                                        <m:begChr m:val=""/>
                                        <m:endChr m:val="]"/>
                                        <m:ctrlPr>
                                          <a:rPr lang="es-E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s-ES" sz="16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ES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𝑏</m:t>
                                            </m:r>
                                          </m:e>
                                          <m:sub>
                                            <m:r>
                                              <a:rPr lang="es-ES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46826846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a 5">
                <a:extLst>
                  <a:ext uri="{FF2B5EF4-FFF2-40B4-BE49-F238E27FC236}">
                    <a16:creationId xmlns:a16="http://schemas.microsoft.com/office/drawing/2014/main" id="{90F9251C-A22E-452E-903D-B11BB9266AA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72104440"/>
                  </p:ext>
                </p:extLst>
              </p:nvPr>
            </p:nvGraphicFramePr>
            <p:xfrm>
              <a:off x="981309" y="1053454"/>
              <a:ext cx="4393580" cy="25958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34630">
                      <a:extLst>
                        <a:ext uri="{9D8B030D-6E8A-4147-A177-3AD203B41FA5}">
                          <a16:colId xmlns:a16="http://schemas.microsoft.com/office/drawing/2014/main" val="1709859660"/>
                        </a:ext>
                      </a:extLst>
                    </a:gridCol>
                    <a:gridCol w="688300">
                      <a:extLst>
                        <a:ext uri="{9D8B030D-6E8A-4147-A177-3AD203B41FA5}">
                          <a16:colId xmlns:a16="http://schemas.microsoft.com/office/drawing/2014/main" val="3441740441"/>
                        </a:ext>
                      </a:extLst>
                    </a:gridCol>
                    <a:gridCol w="654130">
                      <a:extLst>
                        <a:ext uri="{9D8B030D-6E8A-4147-A177-3AD203B41FA5}">
                          <a16:colId xmlns:a16="http://schemas.microsoft.com/office/drawing/2014/main" val="344118232"/>
                        </a:ext>
                      </a:extLst>
                    </a:gridCol>
                    <a:gridCol w="654130">
                      <a:extLst>
                        <a:ext uri="{9D8B030D-6E8A-4147-A177-3AD203B41FA5}">
                          <a16:colId xmlns:a16="http://schemas.microsoft.com/office/drawing/2014/main" val="3883677733"/>
                        </a:ext>
                      </a:extLst>
                    </a:gridCol>
                    <a:gridCol w="654130">
                      <a:extLst>
                        <a:ext uri="{9D8B030D-6E8A-4147-A177-3AD203B41FA5}">
                          <a16:colId xmlns:a16="http://schemas.microsoft.com/office/drawing/2014/main" val="366387163"/>
                        </a:ext>
                      </a:extLst>
                    </a:gridCol>
                    <a:gridCol w="654130">
                      <a:extLst>
                        <a:ext uri="{9D8B030D-6E8A-4147-A177-3AD203B41FA5}">
                          <a16:colId xmlns:a16="http://schemas.microsoft.com/office/drawing/2014/main" val="2227667435"/>
                        </a:ext>
                      </a:extLst>
                    </a:gridCol>
                    <a:gridCol w="654130">
                      <a:extLst>
                        <a:ext uri="{9D8B030D-6E8A-4147-A177-3AD203B41FA5}">
                          <a16:colId xmlns:a16="http://schemas.microsoft.com/office/drawing/2014/main" val="361440290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08" t="-1639" r="-919718" b="-7508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3158" t="-1639" r="-472807" b="-7508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73832" t="-1639" r="-403738" b="-7508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71296" t="-1639" r="-300000" b="-7508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74766" t="-1639" r="-202804" b="-7508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70370" t="-1639" r="-100926" b="-7508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75701" t="-1639" r="-1869" b="-75082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3467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08" t="-101639" r="-919718" b="-6508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3158" t="-101639" r="-472807" b="-6508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73832" t="-101639" r="-403738" b="-6508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271296" t="-101639" r="-300000" b="-6508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374766" t="-101639" r="-202804" b="-6508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470370" t="-101639" r="-100926" b="-6508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575701" t="-101639" r="-1869" b="-65082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21492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dirty="0"/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3158" t="-201639" r="-472807" b="-5508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73832" t="-201639" r="-403738" b="-5508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271296" t="-201639" r="-300000" b="-5508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374766" t="-201639" r="-202804" b="-5508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470370" t="-201639" r="-100926" b="-5508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575701" t="-201639" r="-1869" b="-55082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86362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08" t="-301639" r="-919718" b="-4508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3158" t="-301639" r="-472807" b="-4508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271296" t="-301639" r="-300000" b="-4508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374766" t="-301639" r="-202804" b="-4508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470370" t="-301639" r="-100926" b="-4508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575701" t="-301639" r="-1869" b="-45082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82176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08" t="-401639" r="-919718" b="-3508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3158" t="-401639" r="-472807" b="-3508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73832" t="-401639" r="-403738" b="-3508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271296" t="-401639" r="-300000" b="-3508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374766" t="-401639" r="-202804" b="-3508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470370" t="-401639" r="-100926" b="-3508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575701" t="-401639" r="-1869" b="-35082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503674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08" t="-501639" r="-919718" b="-2508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3158" t="-501639" r="-472807" b="-2508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271296" t="-501639" r="-300000" b="-2508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374766" t="-501639" r="-202804" b="-2508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470370" t="-501639" r="-100926" b="-2508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575701" t="-501639" r="-1869" b="-25082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026933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08" t="-601639" r="-919718" b="-1508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3158" t="-601639" r="-472807" b="-1508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73832" t="-601639" r="-403738" b="-1508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271296" t="-601639" r="-300000" b="-1508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374766" t="-601639" r="-202804" b="-1508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470370" t="-601639" r="-100926" b="-1508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575701" t="-601639" r="-1869" b="-15082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826846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a 4">
                <a:extLst>
                  <a:ext uri="{FF2B5EF4-FFF2-40B4-BE49-F238E27FC236}">
                    <a16:creationId xmlns:a16="http://schemas.microsoft.com/office/drawing/2014/main" id="{5EB31997-324E-F201-216F-7B8804F89BF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02193059"/>
                  </p:ext>
                </p:extLst>
              </p:nvPr>
            </p:nvGraphicFramePr>
            <p:xfrm>
              <a:off x="6586279" y="2484480"/>
              <a:ext cx="3895866" cy="25958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84734">
                      <a:extLst>
                        <a:ext uri="{9D8B030D-6E8A-4147-A177-3AD203B41FA5}">
                          <a16:colId xmlns:a16="http://schemas.microsoft.com/office/drawing/2014/main" val="1709859660"/>
                        </a:ext>
                      </a:extLst>
                    </a:gridCol>
                    <a:gridCol w="685164">
                      <a:extLst>
                        <a:ext uri="{9D8B030D-6E8A-4147-A177-3AD203B41FA5}">
                          <a16:colId xmlns:a16="http://schemas.microsoft.com/office/drawing/2014/main" val="3441740441"/>
                        </a:ext>
                      </a:extLst>
                    </a:gridCol>
                    <a:gridCol w="681492">
                      <a:extLst>
                        <a:ext uri="{9D8B030D-6E8A-4147-A177-3AD203B41FA5}">
                          <a16:colId xmlns:a16="http://schemas.microsoft.com/office/drawing/2014/main" val="3883677733"/>
                        </a:ext>
                      </a:extLst>
                    </a:gridCol>
                    <a:gridCol w="681492">
                      <a:extLst>
                        <a:ext uri="{9D8B030D-6E8A-4147-A177-3AD203B41FA5}">
                          <a16:colId xmlns:a16="http://schemas.microsoft.com/office/drawing/2014/main" val="1304714537"/>
                        </a:ext>
                      </a:extLst>
                    </a:gridCol>
                    <a:gridCol w="681492">
                      <a:extLst>
                        <a:ext uri="{9D8B030D-6E8A-4147-A177-3AD203B41FA5}">
                          <a16:colId xmlns:a16="http://schemas.microsoft.com/office/drawing/2014/main" val="3329150368"/>
                        </a:ext>
                      </a:extLst>
                    </a:gridCol>
                    <a:gridCol w="681492">
                      <a:extLst>
                        <a:ext uri="{9D8B030D-6E8A-4147-A177-3AD203B41FA5}">
                          <a16:colId xmlns:a16="http://schemas.microsoft.com/office/drawing/2014/main" val="392813481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600" b="1" i="1" dirty="0" smtClean="0">
                                    <a:latin typeface="Cambria Math" panose="02040503050406030204" pitchFamily="18" charset="0"/>
                                  </a:rPr>
                                  <m:t>𝑭𝒊𝒍𝒂</m:t>
                                </m:r>
                              </m:oMath>
                            </m:oMathPara>
                          </a14:m>
                          <a:endParaRPr lang="es-ES" sz="16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s-ES" sz="1600" b="1" i="1" dirty="0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oMath>
                          </a14:m>
                          <a:r>
                            <a:rPr lang="es-ES" sz="1600" b="1" dirty="0"/>
                            <a:t> ó </a:t>
                          </a:r>
                          <a14:m>
                            <m:oMath xmlns:m="http://schemas.openxmlformats.org/officeDocument/2006/math">
                              <m:r>
                                <a:rPr lang="es-ES" sz="1600" b="1" i="1" dirty="0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oMath>
                          </a14:m>
                          <a:r>
                            <a:rPr lang="es-ES" sz="1600" b="1" dirty="0"/>
                            <a:t> 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600" b="1" i="1" dirty="0" smtClean="0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</m:oMath>
                            </m:oMathPara>
                          </a14:m>
                          <a:endParaRPr lang="es-ES" sz="16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600" b="1" i="1" dirty="0" smtClean="0">
                                    <a:latin typeface="Cambria Math" panose="02040503050406030204" pitchFamily="18" charset="0"/>
                                  </a:rPr>
                                  <m:t>𝒉</m:t>
                                </m:r>
                              </m:oMath>
                            </m:oMathPara>
                          </a14:m>
                          <a:endParaRPr lang="es-ES" sz="16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600" b="1" i="1" dirty="0" smtClean="0">
                                    <a:latin typeface="Cambria Math" panose="02040503050406030204" pitchFamily="18" charset="0"/>
                                  </a:rPr>
                                  <m:t>𝑭</m:t>
                                </m:r>
                              </m:oMath>
                            </m:oMathPara>
                          </a14:m>
                          <a:endParaRPr lang="es-ES" sz="16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600" b="1" i="1" smtClean="0">
                                    <a:latin typeface="Cambria Math" panose="02040503050406030204" pitchFamily="18" charset="0"/>
                                  </a:rPr>
                                  <m:t>𝑯</m:t>
                                </m:r>
                              </m:oMath>
                            </m:oMathPara>
                          </a14:m>
                          <a:endParaRPr lang="es-ES" sz="16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3467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3521492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dirty="0"/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0286362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s-ES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kumimoji="0" lang="es-E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s-ES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kumimoji="0" lang="es-E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s-ES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kumimoji="0" lang="es-E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s-ES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kumimoji="0" lang="es-E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s-ES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kumimoji="0" lang="es-E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s-ES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kumimoji="0" lang="es-E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3382176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6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6503674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s-ES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kumimoji="0" lang="es-E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s-ES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kumimoji="0" lang="es-E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s-ES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kumimoji="0" lang="es-E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s-ES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kumimoji="0" lang="es-E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s-ES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kumimoji="0" lang="es-E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s-ES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kumimoji="0" lang="es-E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9026933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6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s-ES" sz="16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600" dirty="0"/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46826846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a 4">
                <a:extLst>
                  <a:ext uri="{FF2B5EF4-FFF2-40B4-BE49-F238E27FC236}">
                    <a16:creationId xmlns:a16="http://schemas.microsoft.com/office/drawing/2014/main" id="{5EB31997-324E-F201-216F-7B8804F89BF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02193059"/>
                  </p:ext>
                </p:extLst>
              </p:nvPr>
            </p:nvGraphicFramePr>
            <p:xfrm>
              <a:off x="6586279" y="2484480"/>
              <a:ext cx="3895866" cy="25958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84734">
                      <a:extLst>
                        <a:ext uri="{9D8B030D-6E8A-4147-A177-3AD203B41FA5}">
                          <a16:colId xmlns:a16="http://schemas.microsoft.com/office/drawing/2014/main" val="1709859660"/>
                        </a:ext>
                      </a:extLst>
                    </a:gridCol>
                    <a:gridCol w="685164">
                      <a:extLst>
                        <a:ext uri="{9D8B030D-6E8A-4147-A177-3AD203B41FA5}">
                          <a16:colId xmlns:a16="http://schemas.microsoft.com/office/drawing/2014/main" val="3441740441"/>
                        </a:ext>
                      </a:extLst>
                    </a:gridCol>
                    <a:gridCol w="681492">
                      <a:extLst>
                        <a:ext uri="{9D8B030D-6E8A-4147-A177-3AD203B41FA5}">
                          <a16:colId xmlns:a16="http://schemas.microsoft.com/office/drawing/2014/main" val="3883677733"/>
                        </a:ext>
                      </a:extLst>
                    </a:gridCol>
                    <a:gridCol w="681492">
                      <a:extLst>
                        <a:ext uri="{9D8B030D-6E8A-4147-A177-3AD203B41FA5}">
                          <a16:colId xmlns:a16="http://schemas.microsoft.com/office/drawing/2014/main" val="1304714537"/>
                        </a:ext>
                      </a:extLst>
                    </a:gridCol>
                    <a:gridCol w="681492">
                      <a:extLst>
                        <a:ext uri="{9D8B030D-6E8A-4147-A177-3AD203B41FA5}">
                          <a16:colId xmlns:a16="http://schemas.microsoft.com/office/drawing/2014/main" val="3329150368"/>
                        </a:ext>
                      </a:extLst>
                    </a:gridCol>
                    <a:gridCol w="681492">
                      <a:extLst>
                        <a:ext uri="{9D8B030D-6E8A-4147-A177-3AD203B41FA5}">
                          <a16:colId xmlns:a16="http://schemas.microsoft.com/office/drawing/2014/main" val="392813481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250" t="-1639" r="-702500" b="-6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2321" t="-1639" r="-401786" b="-6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72321" t="-1639" r="-301786" b="-6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72321" t="-1639" r="-201786" b="-6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72321" t="-1639" r="-101786" b="-6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72321" t="-1639" r="-1786" b="-6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3467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250" t="-101639" r="-702500" b="-5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2321" t="-101639" r="-401786" b="-5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72321" t="-101639" r="-301786" b="-5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72321" t="-101639" r="-201786" b="-5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372321" t="-101639" r="-101786" b="-5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472321" t="-101639" r="-1786" b="-5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21492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dirty="0"/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2321" t="-201639" r="-401786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72321" t="-201639" r="-301786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72321" t="-201639" r="-201786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372321" t="-201639" r="-101786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472321" t="-201639" r="-1786" b="-4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86362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250" t="-301639" r="-702500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2321" t="-301639" r="-401786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72321" t="-301639" r="-301786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72321" t="-301639" r="-201786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372321" t="-301639" r="-101786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472321" t="-301639" r="-1786" b="-3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82176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250" t="-401639" r="-702500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2321" t="-401639" r="-401786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72321" t="-401639" r="-301786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72321" t="-401639" r="-201786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372321" t="-401639" r="-101786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472321" t="-401639" r="-1786" b="-2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503674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250" t="-501639" r="-70250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2321" t="-501639" r="-401786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72321" t="-501639" r="-301786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72321" t="-501639" r="-201786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372321" t="-501639" r="-101786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472321" t="-501639" r="-1786" b="-1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026933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250" t="-601639" r="-702500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2321" t="-601639" r="-401786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72321" t="-601639" r="-301786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72321" t="-601639" r="-201786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372321" t="-601639" r="-101786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472321" t="-601639" r="-1786" b="-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826846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85233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a 5">
                <a:extLst>
                  <a:ext uri="{FF2B5EF4-FFF2-40B4-BE49-F238E27FC236}">
                    <a16:creationId xmlns:a16="http://schemas.microsoft.com/office/drawing/2014/main" id="{BB927AE5-3D22-6EB4-1BC6-439A8E7840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8278403"/>
                  </p:ext>
                </p:extLst>
              </p:nvPr>
            </p:nvGraphicFramePr>
            <p:xfrm>
              <a:off x="579586" y="388685"/>
              <a:ext cx="4686298" cy="33375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05211">
                      <a:extLst>
                        <a:ext uri="{9D8B030D-6E8A-4147-A177-3AD203B41FA5}">
                          <a16:colId xmlns:a16="http://schemas.microsoft.com/office/drawing/2014/main" val="1709859660"/>
                        </a:ext>
                      </a:extLst>
                    </a:gridCol>
                    <a:gridCol w="568269">
                      <a:extLst>
                        <a:ext uri="{9D8B030D-6E8A-4147-A177-3AD203B41FA5}">
                          <a16:colId xmlns:a16="http://schemas.microsoft.com/office/drawing/2014/main" val="3441740441"/>
                        </a:ext>
                      </a:extLst>
                    </a:gridCol>
                    <a:gridCol w="556260">
                      <a:extLst>
                        <a:ext uri="{9D8B030D-6E8A-4147-A177-3AD203B41FA5}">
                          <a16:colId xmlns:a16="http://schemas.microsoft.com/office/drawing/2014/main" val="2705658812"/>
                        </a:ext>
                      </a:extLst>
                    </a:gridCol>
                    <a:gridCol w="365760">
                      <a:extLst>
                        <a:ext uri="{9D8B030D-6E8A-4147-A177-3AD203B41FA5}">
                          <a16:colId xmlns:a16="http://schemas.microsoft.com/office/drawing/2014/main" val="3883677733"/>
                        </a:ext>
                      </a:extLst>
                    </a:gridCol>
                    <a:gridCol w="571500">
                      <a:extLst>
                        <a:ext uri="{9D8B030D-6E8A-4147-A177-3AD203B41FA5}">
                          <a16:colId xmlns:a16="http://schemas.microsoft.com/office/drawing/2014/main" val="3464686749"/>
                        </a:ext>
                      </a:extLst>
                    </a:gridCol>
                    <a:gridCol w="411480">
                      <a:extLst>
                        <a:ext uri="{9D8B030D-6E8A-4147-A177-3AD203B41FA5}">
                          <a16:colId xmlns:a16="http://schemas.microsoft.com/office/drawing/2014/main" val="2359465122"/>
                        </a:ext>
                      </a:extLst>
                    </a:gridCol>
                    <a:gridCol w="533400">
                      <a:extLst>
                        <a:ext uri="{9D8B030D-6E8A-4147-A177-3AD203B41FA5}">
                          <a16:colId xmlns:a16="http://schemas.microsoft.com/office/drawing/2014/main" val="2261216985"/>
                        </a:ext>
                      </a:extLst>
                    </a:gridCol>
                    <a:gridCol w="546738">
                      <a:extLst>
                        <a:ext uri="{9D8B030D-6E8A-4147-A177-3AD203B41FA5}">
                          <a16:colId xmlns:a16="http://schemas.microsoft.com/office/drawing/2014/main" val="2537795203"/>
                        </a:ext>
                      </a:extLst>
                    </a:gridCol>
                    <a:gridCol w="527680">
                      <a:extLst>
                        <a:ext uri="{9D8B030D-6E8A-4147-A177-3AD203B41FA5}">
                          <a16:colId xmlns:a16="http://schemas.microsoft.com/office/drawing/2014/main" val="8307627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1" i="1" dirty="0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s-ES" sz="1400" b="1" i="1" dirty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1" i="1" dirty="0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s-ES" sz="1400" b="1" i="1" dirty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1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1" i="1" dirty="0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s-ES" sz="1400" b="1" i="1" dirty="0" smtClean="0">
                                        <a:latin typeface="Cambria Math" panose="02040503050406030204" pitchFamily="18" charset="0"/>
                                      </a:rPr>
                                      <m:t>𝒋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1" i="1" dirty="0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1" i="1" dirty="0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s-ES" sz="1400" b="1" i="1" dirty="0" smtClean="0">
                                        <a:latin typeface="Cambria Math" panose="02040503050406030204" pitchFamily="18" charset="0"/>
                                      </a:rPr>
                                      <m:t>𝒍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𝒉</m:t>
                                    </m:r>
                                  </m:e>
                                  <m:sub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3467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1,1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1,2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dirty="0"/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1,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1,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ES" sz="140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ES" sz="140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3521492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2,1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2,2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dirty="0"/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2,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2,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ES" sz="140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ES" sz="140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0286362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3382176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dirty="0"/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ES" sz="140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ES" sz="140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6503674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9026933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dirty="0"/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ES" sz="140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𝑣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4682684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ES" sz="140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ES" sz="140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200" kern="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2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2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ES" sz="120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2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s-ES" sz="12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s-E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400" kern="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ES" sz="140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𝑙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1" kern="10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𝑁</m:t>
                                </m:r>
                                <m:r>
                                  <a:rPr lang="es-ES" sz="1400" b="0" i="1" kern="10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ó </m:t>
                                </m:r>
                                <m:r>
                                  <a:rPr lang="es-ES" sz="1400" b="0" i="1" kern="10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1487684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𝒉</m:t>
                                    </m:r>
                                  </m:e>
                                  <m:sub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200" kern="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2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2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ES" sz="120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2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s-ES" sz="12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s-E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400" kern="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ES" sz="140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𝑙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1" kern="10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29551483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a 5">
                <a:extLst>
                  <a:ext uri="{FF2B5EF4-FFF2-40B4-BE49-F238E27FC236}">
                    <a16:creationId xmlns:a16="http://schemas.microsoft.com/office/drawing/2014/main" id="{BB927AE5-3D22-6EB4-1BC6-439A8E7840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8278403"/>
                  </p:ext>
                </p:extLst>
              </p:nvPr>
            </p:nvGraphicFramePr>
            <p:xfrm>
              <a:off x="579586" y="388685"/>
              <a:ext cx="4686298" cy="33375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05211">
                      <a:extLst>
                        <a:ext uri="{9D8B030D-6E8A-4147-A177-3AD203B41FA5}">
                          <a16:colId xmlns:a16="http://schemas.microsoft.com/office/drawing/2014/main" val="1709859660"/>
                        </a:ext>
                      </a:extLst>
                    </a:gridCol>
                    <a:gridCol w="568269">
                      <a:extLst>
                        <a:ext uri="{9D8B030D-6E8A-4147-A177-3AD203B41FA5}">
                          <a16:colId xmlns:a16="http://schemas.microsoft.com/office/drawing/2014/main" val="3441740441"/>
                        </a:ext>
                      </a:extLst>
                    </a:gridCol>
                    <a:gridCol w="556260">
                      <a:extLst>
                        <a:ext uri="{9D8B030D-6E8A-4147-A177-3AD203B41FA5}">
                          <a16:colId xmlns:a16="http://schemas.microsoft.com/office/drawing/2014/main" val="2705658812"/>
                        </a:ext>
                      </a:extLst>
                    </a:gridCol>
                    <a:gridCol w="365760">
                      <a:extLst>
                        <a:ext uri="{9D8B030D-6E8A-4147-A177-3AD203B41FA5}">
                          <a16:colId xmlns:a16="http://schemas.microsoft.com/office/drawing/2014/main" val="3883677733"/>
                        </a:ext>
                      </a:extLst>
                    </a:gridCol>
                    <a:gridCol w="571500">
                      <a:extLst>
                        <a:ext uri="{9D8B030D-6E8A-4147-A177-3AD203B41FA5}">
                          <a16:colId xmlns:a16="http://schemas.microsoft.com/office/drawing/2014/main" val="3464686749"/>
                        </a:ext>
                      </a:extLst>
                    </a:gridCol>
                    <a:gridCol w="411480">
                      <a:extLst>
                        <a:ext uri="{9D8B030D-6E8A-4147-A177-3AD203B41FA5}">
                          <a16:colId xmlns:a16="http://schemas.microsoft.com/office/drawing/2014/main" val="2359465122"/>
                        </a:ext>
                      </a:extLst>
                    </a:gridCol>
                    <a:gridCol w="533400">
                      <a:extLst>
                        <a:ext uri="{9D8B030D-6E8A-4147-A177-3AD203B41FA5}">
                          <a16:colId xmlns:a16="http://schemas.microsoft.com/office/drawing/2014/main" val="2261216985"/>
                        </a:ext>
                      </a:extLst>
                    </a:gridCol>
                    <a:gridCol w="546738">
                      <a:extLst>
                        <a:ext uri="{9D8B030D-6E8A-4147-A177-3AD203B41FA5}">
                          <a16:colId xmlns:a16="http://schemas.microsoft.com/office/drawing/2014/main" val="2537795203"/>
                        </a:ext>
                      </a:extLst>
                    </a:gridCol>
                    <a:gridCol w="527680">
                      <a:extLst>
                        <a:ext uri="{9D8B030D-6E8A-4147-A177-3AD203B41FA5}">
                          <a16:colId xmlns:a16="http://schemas.microsoft.com/office/drawing/2014/main" val="8307627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6383" t="-1639" r="-614894" b="-8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13187" t="-1639" r="-535165" b="-8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75000" t="-1639" r="-711667" b="-8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67021" t="-1639" r="-354255" b="-8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55224" t="-1639" r="-397015" b="-8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75000" t="-1639" r="-202273" b="-8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67416" t="-1639" r="-100000" b="-8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85057" t="-1639" r="-2299" b="-8081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3467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10" t="-101639" r="-678788" b="-7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6383" t="-101639" r="-614894" b="-7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13187" t="-101639" r="-535165" b="-7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dirty="0"/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67021" t="-101639" r="-354255" b="-7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655224" t="-101639" r="-397015" b="-7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575000" t="-101639" r="-202273" b="-7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667416" t="-101639" r="-100000" b="-7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785057" t="-101639" r="-2299" b="-7081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21492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10" t="-201639" r="-678788" b="-6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6383" t="-201639" r="-614894" b="-6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13187" t="-201639" r="-535165" b="-6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dirty="0"/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67021" t="-201639" r="-354255" b="-6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655224" t="-201639" r="-397015" b="-6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575000" t="-201639" r="-202273" b="-6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667416" t="-201639" r="-100000" b="-6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785057" t="-201639" r="-2299" b="-6081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86362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3382176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10" t="-401639" r="-678788" b="-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6383" t="-401639" r="-614894" b="-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13187" t="-401639" r="-535165" b="-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dirty="0"/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67021" t="-401639" r="-354255" b="-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655224" t="-401639" r="-397015" b="-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575000" t="-401639" r="-202273" b="-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667416" t="-401639" r="-100000" b="-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785057" t="-401639" r="-2299" b="-4081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503674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9026933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10" t="-601639" r="-678788" b="-2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6383" t="-601639" r="-614894" b="-2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13187" t="-601639" r="-535165" b="-2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dirty="0"/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67021" t="-601639" r="-354255" b="-2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655224" t="-601639" r="-397015" b="-2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575000" t="-601639" r="-202273" b="-2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667416" t="-601639" r="-100000" b="-2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785057" t="-601639" r="-2299" b="-2081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82684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10" t="-701639" r="-678788" b="-1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6383" t="-701639" r="-614894" b="-1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13187" t="-701639" r="-535165" b="-1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200" kern="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367021" t="-701639" r="-354255" b="-1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400" kern="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575000" t="-701639" r="-202273" b="-1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667416" t="-701639" r="-100000" b="-1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1487684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10" t="-801639" r="-678788" b="-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6383" t="-801639" r="-614894" b="-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13187" t="-801639" r="-535165" b="-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200" kern="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367021" t="-801639" r="-354255" b="-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400" kern="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575000" t="-801639" r="-202273" b="-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785057" t="-801639" r="-2299" b="-81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551483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a 5">
                <a:extLst>
                  <a:ext uri="{FF2B5EF4-FFF2-40B4-BE49-F238E27FC236}">
                    <a16:creationId xmlns:a16="http://schemas.microsoft.com/office/drawing/2014/main" id="{9D97D033-182C-9ED6-C867-C394562AB63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83884179"/>
                  </p:ext>
                </p:extLst>
              </p:nvPr>
            </p:nvGraphicFramePr>
            <p:xfrm>
              <a:off x="6096000" y="2332514"/>
              <a:ext cx="5517263" cy="39268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19200">
                      <a:extLst>
                        <a:ext uri="{9D8B030D-6E8A-4147-A177-3AD203B41FA5}">
                          <a16:colId xmlns:a16="http://schemas.microsoft.com/office/drawing/2014/main" val="1709859660"/>
                        </a:ext>
                      </a:extLst>
                    </a:gridCol>
                    <a:gridCol w="568960">
                      <a:extLst>
                        <a:ext uri="{9D8B030D-6E8A-4147-A177-3AD203B41FA5}">
                          <a16:colId xmlns:a16="http://schemas.microsoft.com/office/drawing/2014/main" val="3441740441"/>
                        </a:ext>
                      </a:extLst>
                    </a:gridCol>
                    <a:gridCol w="457200">
                      <a:extLst>
                        <a:ext uri="{9D8B030D-6E8A-4147-A177-3AD203B41FA5}">
                          <a16:colId xmlns:a16="http://schemas.microsoft.com/office/drawing/2014/main" val="2705658812"/>
                        </a:ext>
                      </a:extLst>
                    </a:gridCol>
                    <a:gridCol w="335911">
                      <a:extLst>
                        <a:ext uri="{9D8B030D-6E8A-4147-A177-3AD203B41FA5}">
                          <a16:colId xmlns:a16="http://schemas.microsoft.com/office/drawing/2014/main" val="3883677733"/>
                        </a:ext>
                      </a:extLst>
                    </a:gridCol>
                    <a:gridCol w="558637">
                      <a:extLst>
                        <a:ext uri="{9D8B030D-6E8A-4147-A177-3AD203B41FA5}">
                          <a16:colId xmlns:a16="http://schemas.microsoft.com/office/drawing/2014/main" val="3464686749"/>
                        </a:ext>
                      </a:extLst>
                    </a:gridCol>
                    <a:gridCol w="385612">
                      <a:extLst>
                        <a:ext uri="{9D8B030D-6E8A-4147-A177-3AD203B41FA5}">
                          <a16:colId xmlns:a16="http://schemas.microsoft.com/office/drawing/2014/main" val="2359465122"/>
                        </a:ext>
                      </a:extLst>
                    </a:gridCol>
                    <a:gridCol w="579120">
                      <a:extLst>
                        <a:ext uri="{9D8B030D-6E8A-4147-A177-3AD203B41FA5}">
                          <a16:colId xmlns:a16="http://schemas.microsoft.com/office/drawing/2014/main" val="2261216985"/>
                        </a:ext>
                      </a:extLst>
                    </a:gridCol>
                    <a:gridCol w="701040">
                      <a:extLst>
                        <a:ext uri="{9D8B030D-6E8A-4147-A177-3AD203B41FA5}">
                          <a16:colId xmlns:a16="http://schemas.microsoft.com/office/drawing/2014/main" val="2537795203"/>
                        </a:ext>
                      </a:extLst>
                    </a:gridCol>
                    <a:gridCol w="711583">
                      <a:extLst>
                        <a:ext uri="{9D8B030D-6E8A-4147-A177-3AD203B41FA5}">
                          <a16:colId xmlns:a16="http://schemas.microsoft.com/office/drawing/2014/main" val="8307627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1" i="1" dirty="0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s-ES" sz="1400" b="1" i="1" dirty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1" i="1" dirty="0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s-ES" sz="1400" b="1" i="1" dirty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1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1" i="1" dirty="0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s-ES" sz="1400" b="1" i="1" dirty="0" smtClean="0">
                                        <a:latin typeface="Cambria Math" panose="02040503050406030204" pitchFamily="18" charset="0"/>
                                      </a:rPr>
                                      <m:t>𝒋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1" i="1" dirty="0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1" i="1" dirty="0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s-ES" sz="1400" b="1" i="1" dirty="0" smtClean="0">
                                        <a:latin typeface="Cambria Math" panose="02040503050406030204" pitchFamily="18" charset="0"/>
                                      </a:rPr>
                                      <m:t>𝒍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𝒉</m:t>
                                    </m:r>
                                  </m:e>
                                  <m:sub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3467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e>
                                  <m:sub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s-ES" sz="14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["/>
                                    <m:endChr m:val=""/>
                                    <m:ctrlP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ES" sz="14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1" i="1" smtClean="0">
                                            <a:latin typeface="Cambria Math" panose="02040503050406030204" pitchFamily="18" charset="0"/>
                                          </a:rPr>
                                          <m:t>𝒂</m:t>
                                        </m:r>
                                      </m:e>
                                      <m:sub>
                                        <m:r>
                                          <a:rPr lang="es-ES" sz="1400" b="1" i="1" smtClean="0"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d>
                                      <m:dPr>
                                        <m:begChr m:val=""/>
                                        <m:ctrlPr>
                                          <a:rPr lang="es-ES" sz="14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s-ES" sz="1400" b="1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ES" sz="1400" b="1" i="1" smtClean="0">
                                                <a:latin typeface="Cambria Math" panose="02040503050406030204" pitchFamily="18" charset="0"/>
                                              </a:rPr>
                                              <m:t>𝒃</m:t>
                                            </m:r>
                                          </m:e>
                                          <m:sub>
                                            <m:r>
                                              <a:rPr lang="es-ES" sz="1400" b="1" i="1" smtClean="0">
                                                <a:latin typeface="Cambria Math" panose="02040503050406030204" pitchFamily="18" charset="0"/>
                                              </a:rPr>
                                              <m:t>𝟏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s-ES" sz="1400" b="1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𝒎</m:t>
                                    </m:r>
                                  </m:e>
                                  <m:sub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1,1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1,2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dirty="0"/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1,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1,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ES" sz="140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ES" sz="140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3521492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e>
                                  <m:sub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s-ES" sz="14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["/>
                                    <m:endChr m:val=""/>
                                    <m:ctrlP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ES" sz="14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1" i="1" smtClean="0">
                                            <a:latin typeface="Cambria Math" panose="02040503050406030204" pitchFamily="18" charset="0"/>
                                          </a:rPr>
                                          <m:t>𝒂</m:t>
                                        </m:r>
                                      </m:e>
                                      <m:sub>
                                        <m:r>
                                          <a:rPr lang="es-ES" sz="1400" b="1" i="1" smtClean="0"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sub>
                                    </m:sSub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d>
                                      <m:dPr>
                                        <m:begChr m:val=""/>
                                        <m:ctrlPr>
                                          <a:rPr lang="es-ES" sz="14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s-ES" sz="1400" b="1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ES" sz="1400" b="1" i="1" smtClean="0">
                                                <a:latin typeface="Cambria Math" panose="02040503050406030204" pitchFamily="18" charset="0"/>
                                              </a:rPr>
                                              <m:t>𝒃</m:t>
                                            </m:r>
                                          </m:e>
                                          <m:sub>
                                            <m:r>
                                              <a:rPr lang="es-ES" sz="1400" b="1" i="1" smtClean="0">
                                                <a:latin typeface="Cambria Math" panose="02040503050406030204" pitchFamily="18" charset="0"/>
                                              </a:rPr>
                                              <m:t>𝟐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s-ES" sz="1400" b="1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𝒎</m:t>
                                    </m:r>
                                  </m:e>
                                  <m:sub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2,1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2,2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dirty="0"/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2,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2,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ES" sz="140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ES" sz="140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0286362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3382176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e>
                                  <m:sub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s-ES" sz="14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["/>
                                    <m:endChr m:val=""/>
                                    <m:ctrlP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ES" sz="14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1" i="1" smtClean="0">
                                            <a:latin typeface="Cambria Math" panose="02040503050406030204" pitchFamily="18" charset="0"/>
                                          </a:rPr>
                                          <m:t>𝒂</m:t>
                                        </m:r>
                                      </m:e>
                                      <m:sub>
                                        <m:r>
                                          <a:rPr lang="es-ES" sz="1400" b="1" i="1" smtClean="0">
                                            <a:latin typeface="Cambria Math" panose="020405030504060302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d>
                                      <m:dPr>
                                        <m:begChr m:val=""/>
                                        <m:ctrlPr>
                                          <a:rPr lang="es-ES" sz="14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s-ES" sz="1400" b="1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ES" sz="1400" b="1" i="1" smtClean="0">
                                                <a:latin typeface="Cambria Math" panose="02040503050406030204" pitchFamily="18" charset="0"/>
                                              </a:rPr>
                                              <m:t>𝒃</m:t>
                                            </m:r>
                                          </m:e>
                                          <m:sub>
                                            <m:r>
                                              <a:rPr lang="es-ES" sz="1400" b="1" i="1" smtClean="0">
                                                <a:latin typeface="Cambria Math" panose="02040503050406030204" pitchFamily="18" charset="0"/>
                                              </a:rPr>
                                              <m:t>𝒊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s-ES" sz="1400" b="1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𝒎</m:t>
                                    </m:r>
                                  </m:e>
                                  <m:sub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dirty="0"/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ES" sz="140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ES" sz="140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6503674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9026933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e>
                                  <m:sub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sub>
                                </m:sSub>
                                <m:r>
                                  <a:rPr lang="es-ES" sz="14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["/>
                                    <m:endChr m:val=""/>
                                    <m:ctrlP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ES" sz="14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1" i="1" smtClean="0">
                                            <a:latin typeface="Cambria Math" panose="02040503050406030204" pitchFamily="18" charset="0"/>
                                          </a:rPr>
                                          <m:t>𝒂</m:t>
                                        </m:r>
                                      </m:e>
                                      <m:sub>
                                        <m:r>
                                          <a:rPr lang="es-ES" sz="1400" b="1" i="1" smtClean="0">
                                            <a:latin typeface="Cambria Math" panose="02040503050406030204" pitchFamily="18" charset="0"/>
                                          </a:rPr>
                                          <m:t>𝒌</m:t>
                                        </m:r>
                                      </m:sub>
                                    </m:sSub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d>
                                      <m:dPr>
                                        <m:begChr m:val=""/>
                                        <m:endChr m:val="]"/>
                                        <m:ctrlPr>
                                          <a:rPr lang="es-ES" sz="14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s-ES" sz="1400" b="1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ES" sz="1400" b="1" i="1" smtClean="0">
                                                <a:latin typeface="Cambria Math" panose="02040503050406030204" pitchFamily="18" charset="0"/>
                                              </a:rPr>
                                              <m:t>𝒃</m:t>
                                            </m:r>
                                          </m:e>
                                          <m:sub>
                                            <m:r>
                                              <a:rPr lang="es-ES" sz="1400" b="1" i="1" smtClean="0">
                                                <a:latin typeface="Cambria Math" panose="02040503050406030204" pitchFamily="18" charset="0"/>
                                              </a:rPr>
                                              <m:t>𝒌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s-ES" sz="1400" b="1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𝒎</m:t>
                                    </m:r>
                                  </m:e>
                                  <m:sub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dirty="0"/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s-ES" sz="14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ES" sz="140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ES" sz="140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4682684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ES" sz="140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ES" sz="140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200" kern="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2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2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ES" sz="120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2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s-ES" sz="12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s-E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400" kern="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ES" sz="140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𝑙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1" kern="10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𝑁</m:t>
                                </m:r>
                                <m:r>
                                  <a:rPr lang="es-ES" sz="1400" b="0" i="1" kern="10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ó </m:t>
                                </m:r>
                                <m:r>
                                  <a:rPr lang="es-ES" sz="1400" b="0" i="1" kern="10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1487684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𝒉</m:t>
                                    </m:r>
                                  </m:e>
                                  <m:sub>
                                    <m:r>
                                      <a:rPr lang="es-ES" sz="1400" b="1" i="1" smtClean="0"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ES" sz="140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𝑌</m:t>
                                        </m:r>
                                      </m:e>
                                      <m:sub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ES" sz="140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𝑌</m:t>
                                        </m:r>
                                      </m:e>
                                      <m:sub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s-E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200" kern="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2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2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ES" sz="120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2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𝑌</m:t>
                                        </m:r>
                                      </m:e>
                                      <m:sub>
                                        <m:r>
                                          <a:rPr lang="es-ES" sz="12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s-E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400" kern="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40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4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s-ES" sz="140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𝑌</m:t>
                                        </m:r>
                                      </m:e>
                                      <m:sub>
                                        <m:r>
                                          <a:rPr lang="es-ES" sz="1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𝑙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400" b="0" i="1" kern="10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29551483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a 5">
                <a:extLst>
                  <a:ext uri="{FF2B5EF4-FFF2-40B4-BE49-F238E27FC236}">
                    <a16:creationId xmlns:a16="http://schemas.microsoft.com/office/drawing/2014/main" id="{9D97D033-182C-9ED6-C867-C394562AB63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83884179"/>
                  </p:ext>
                </p:extLst>
              </p:nvPr>
            </p:nvGraphicFramePr>
            <p:xfrm>
              <a:off x="6096000" y="2332514"/>
              <a:ext cx="5517263" cy="39268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19200">
                      <a:extLst>
                        <a:ext uri="{9D8B030D-6E8A-4147-A177-3AD203B41FA5}">
                          <a16:colId xmlns:a16="http://schemas.microsoft.com/office/drawing/2014/main" val="1709859660"/>
                        </a:ext>
                      </a:extLst>
                    </a:gridCol>
                    <a:gridCol w="568960">
                      <a:extLst>
                        <a:ext uri="{9D8B030D-6E8A-4147-A177-3AD203B41FA5}">
                          <a16:colId xmlns:a16="http://schemas.microsoft.com/office/drawing/2014/main" val="3441740441"/>
                        </a:ext>
                      </a:extLst>
                    </a:gridCol>
                    <a:gridCol w="457200">
                      <a:extLst>
                        <a:ext uri="{9D8B030D-6E8A-4147-A177-3AD203B41FA5}">
                          <a16:colId xmlns:a16="http://schemas.microsoft.com/office/drawing/2014/main" val="2705658812"/>
                        </a:ext>
                      </a:extLst>
                    </a:gridCol>
                    <a:gridCol w="335911">
                      <a:extLst>
                        <a:ext uri="{9D8B030D-6E8A-4147-A177-3AD203B41FA5}">
                          <a16:colId xmlns:a16="http://schemas.microsoft.com/office/drawing/2014/main" val="3883677733"/>
                        </a:ext>
                      </a:extLst>
                    </a:gridCol>
                    <a:gridCol w="558637">
                      <a:extLst>
                        <a:ext uri="{9D8B030D-6E8A-4147-A177-3AD203B41FA5}">
                          <a16:colId xmlns:a16="http://schemas.microsoft.com/office/drawing/2014/main" val="3464686749"/>
                        </a:ext>
                      </a:extLst>
                    </a:gridCol>
                    <a:gridCol w="385612">
                      <a:extLst>
                        <a:ext uri="{9D8B030D-6E8A-4147-A177-3AD203B41FA5}">
                          <a16:colId xmlns:a16="http://schemas.microsoft.com/office/drawing/2014/main" val="2359465122"/>
                        </a:ext>
                      </a:extLst>
                    </a:gridCol>
                    <a:gridCol w="579120">
                      <a:extLst>
                        <a:ext uri="{9D8B030D-6E8A-4147-A177-3AD203B41FA5}">
                          <a16:colId xmlns:a16="http://schemas.microsoft.com/office/drawing/2014/main" val="2261216985"/>
                        </a:ext>
                      </a:extLst>
                    </a:gridCol>
                    <a:gridCol w="701040">
                      <a:extLst>
                        <a:ext uri="{9D8B030D-6E8A-4147-A177-3AD203B41FA5}">
                          <a16:colId xmlns:a16="http://schemas.microsoft.com/office/drawing/2014/main" val="2537795203"/>
                        </a:ext>
                      </a:extLst>
                    </a:gridCol>
                    <a:gridCol w="711583">
                      <a:extLst>
                        <a:ext uri="{9D8B030D-6E8A-4147-A177-3AD203B41FA5}">
                          <a16:colId xmlns:a16="http://schemas.microsoft.com/office/drawing/2014/main" val="8307627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s-ES" sz="1400" b="1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4894" t="-1639" r="-653191" b="-9655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94667" t="-1639" r="-718667" b="-9655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74545" t="-1639" r="-880000" b="-9655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63043" t="-1639" r="-426087" b="-9655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22222" t="-1639" r="-522222" b="-9655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11579" t="-1639" r="-246316" b="-9655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87826" t="-1639" r="-103478" b="-9655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76068" t="-1639" r="-1709" b="-9655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346771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0" t="-72941" r="-354000" b="-59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4894" t="-72941" r="-653191" b="-59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94667" t="-72941" r="-718667" b="-59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dirty="0"/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63043" t="-72941" r="-426087" b="-59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822222" t="-72941" r="-522222" b="-59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611579" t="-72941" r="-246316" b="-59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587826" t="-72941" r="-103478" b="-59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676068" t="-72941" r="-1709" b="-59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2149211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0" t="-172941" r="-354000" b="-49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4894" t="-172941" r="-653191" b="-49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94667" t="-172941" r="-718667" b="-49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dirty="0"/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63043" t="-172941" r="-426087" b="-49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822222" t="-172941" r="-522222" b="-49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611579" t="-172941" r="-246316" b="-49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587826" t="-172941" r="-103478" b="-49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676068" t="-172941" r="-1709" b="-49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86362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338217678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0" t="-344706" r="-354000" b="-3211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4894" t="-344706" r="-653191" b="-3211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94667" t="-344706" r="-718667" b="-3211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dirty="0"/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63043" t="-344706" r="-426087" b="-3211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822222" t="-344706" r="-522222" b="-3211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611579" t="-344706" r="-246316" b="-3211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587826" t="-344706" r="-103478" b="-3211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676068" t="-344706" r="-1709" b="-3211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503674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" sz="1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902693385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0" t="-516471" r="-354000" b="-149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4894" t="-516471" r="-653191" b="-149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94667" t="-516471" r="-718667" b="-149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sz="1400" dirty="0"/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63043" t="-516471" r="-426087" b="-149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822222" t="-516471" r="-522222" b="-149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611579" t="-516471" r="-246316" b="-149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587826" t="-516471" r="-103478" b="-149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676068" t="-516471" r="-1709" b="-1494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82684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0" t="-859016" r="-354000" b="-1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4894" t="-859016" r="-653191" b="-1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94667" t="-859016" r="-718667" b="-1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200" kern="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463043" t="-859016" r="-426087" b="-1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400" kern="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611579" t="-859016" r="-246316" b="-1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587826" t="-859016" r="-103478" b="-1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1487684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0" t="-959016" r="-354000" b="-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4894" t="-959016" r="-653191" b="-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94667" t="-959016" r="-718667" b="-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200" kern="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463043" t="-959016" r="-426087" b="-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s-ES" sz="1400" kern="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611579" t="-959016" r="-246316" b="-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endParaRPr lang="es-E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676068" t="-959016" r="-1709" b="-81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551483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59202310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267</Words>
  <Application>Microsoft Office PowerPoint</Application>
  <PresentationFormat>Panorámica</PresentationFormat>
  <Paragraphs>251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Cambria Math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 hilera</dc:creator>
  <cp:lastModifiedBy>jose hilera</cp:lastModifiedBy>
  <cp:revision>3</cp:revision>
  <dcterms:created xsi:type="dcterms:W3CDTF">2024-09-17T16:08:20Z</dcterms:created>
  <dcterms:modified xsi:type="dcterms:W3CDTF">2024-09-21T08:30:38Z</dcterms:modified>
</cp:coreProperties>
</file>